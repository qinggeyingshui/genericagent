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Default Extension="wdp" ContentType="image/vnd.ms-photo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media/image2.bin" ContentType="image/jpeg"/>
  <Override PartName="/ppt/slides/slide2.xml" ContentType="application/vnd.openxmlformats-officedocument.presentationml.slide+xml"/>
  <Override PartName="/ppt/media/image5.bin" ContentType="image/jpeg"/>
  <Override PartName="/ppt/slides/slide3.xml" ContentType="application/vnd.openxmlformats-officedocument.presentationml.slide+xml"/>
  <Override PartName="/ppt/media/image6.bin" ContentType="image/jpeg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10.bin" ContentType="image/jpe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media/image12.bin" ContentType="image/jpe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tags/tag1.xml" ContentType="application/vnd.openxmlformats-officedocument.presentationml.tags+xml"/>
  <Override PartName="/ppt/slides/tags/tag2.xml" ContentType="application/vnd.openxmlformats-officedocument.presentationml.tags+xml"/>
  <Override PartName="/ppt/slides/tags/tag3.xml" ContentType="application/vnd.openxmlformats-officedocument.presentationml.tags+xml"/>
  <Override PartName="/ppt/slides/tags/tag4.xml" ContentType="application/vnd.openxmlformats-officedocument.presentationml.tags+xml"/>
  <Override PartName="/ppt/slides/tags/tag5.xml" ContentType="application/vnd.openxmlformats-officedocument.presentationml.tags+xml"/>
  <Override PartName="/ppt/slides/tags/tag6.xml" ContentType="application/vnd.openxmlformats-officedocument.presentationml.tags+xml"/>
  <Override PartName="/ppt/slides/tags/tag7.xml" ContentType="application/vnd.openxmlformats-officedocument.presentationml.tags+xml"/>
  <Override PartName="/ppt/slides/tags/tag8.xml" ContentType="application/vnd.openxmlformats-officedocument.presentationml.tags+xml"/>
  <Override PartName="/ppt/slides/tags/tag9.xml" ContentType="application/vnd.openxmlformats-officedocument.presentationml.tags+xml"/>
  <Override PartName="/ppt/slides/tags/tag10.xml" ContentType="application/vnd.openxmlformats-officedocument.presentationml.tags+xml"/>
  <Override PartName="/ppt/slides/tags/tag11.xml" ContentType="application/vnd.openxmlformats-officedocument.presentationml.tags+xml"/>
  <Override PartName="/ppt/slides/tags/tag12.xml" ContentType="application/vnd.openxmlformats-officedocument.presentationml.tags+xml"/>
  <Override PartName="/ppt/slides/tags/tag13.xml" ContentType="application/vnd.openxmlformats-officedocument.presentationml.tags+xml"/>
  <Override PartName="/ppt/slides/tags/tag14.xml" ContentType="application/vnd.openxmlformats-officedocument.presentationml.tags+xml"/>
  <Override PartName="/ppt/slides/tags/tag15.xml" ContentType="application/vnd.openxmlformats-officedocument.presentationml.tags+xml"/>
  <Override PartName="/ppt/slides/slide18.xml" ContentType="application/vnd.openxmlformats-officedocument.presentationml.slide+xml"/>
  <Override PartName="/ppt/slides/tags/tag16.xml" ContentType="application/vnd.openxmlformats-officedocument.presentationml.tags+xml"/>
  <Override PartName="/ppt/slides/tags/tag17.xml" ContentType="application/vnd.openxmlformats-officedocument.presentationml.tags+xml"/>
  <Override PartName="/ppt/slides/tags/tag18.xml" ContentType="application/vnd.openxmlformats-officedocument.presentationml.tags+xml"/>
  <Override PartName="/ppt/slides/tags/tag19.xml" ContentType="application/vnd.openxmlformats-officedocument.presentationml.tags+xml"/>
  <Override PartName="/ppt/slides/tags/tag20.xml" ContentType="application/vnd.openxmlformats-officedocument.presentationml.tags+xml"/>
  <Override PartName="/ppt/slides/tags/tag21.xml" ContentType="application/vnd.openxmlformats-officedocument.presentationml.tags+xml"/>
  <Override PartName="/ppt/slides/tags/tag22.xml" ContentType="application/vnd.openxmlformats-officedocument.presentationml.tags+xml"/>
  <Override PartName="/ppt/slides/tags/tag23.xml" ContentType="application/vnd.openxmlformats-officedocument.presentationml.tags+xml"/>
  <Override PartName="/ppt/slides/tags/tag24.xml" ContentType="application/vnd.openxmlformats-officedocument.presentationml.tags+xml"/>
  <Override PartName="/ppt/slides/tags/tag25.xml" ContentType="application/vnd.openxmlformats-officedocument.presentationml.tags+xml"/>
  <Override PartName="/ppt/slides/tags/tag26.xml" ContentType="application/vnd.openxmlformats-officedocument.presentationml.tags+xml"/>
  <Override PartName="/ppt/slides/tags/tag27.xml" ContentType="application/vnd.openxmlformats-officedocument.presentationml.tags+xml"/>
  <Override PartName="/ppt/slides/tags/tag28.xml" ContentType="application/vnd.openxmlformats-officedocument.presentationml.tags+xml"/>
  <Override PartName="/ppt/slides/tags/tag29.xml" ContentType="application/vnd.openxmlformats-officedocument.presentationml.tags+xml"/>
  <Override PartName="/ppt/slides/tags/tag30.xml" ContentType="application/vnd.openxmlformats-officedocument.presentationml.tags+xml"/>
  <Override PartName="/ppt/slides/tags/tag31.xml" ContentType="application/vnd.openxmlformats-officedocument.presentationml.tags+xml"/>
  <Override PartName="/ppt/slides/tags/tag32.xml" ContentType="application/vnd.openxmlformats-officedocument.presentationml.tags+xml"/>
  <Override PartName="/ppt/slides/tags/tag33.xml" ContentType="application/vnd.openxmlformats-officedocument.presentationml.tags+xml"/>
  <Override PartName="/ppt/slides/tags/tag34.xml" ContentType="application/vnd.openxmlformats-officedocument.presentationml.tags+xml"/>
  <Override PartName="/ppt/slides/tags/tag35.xml" ContentType="application/vnd.openxmlformats-officedocument.presentationml.tag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media/image17.bin" ContentType="image/jpeg"/>
  <Override PartName="/ppt/customXML/item.xml" ContentType="application/inkml+xml"/>
  <Override PartName="/ppt/customXML/item2.xml" ContentType="application/inkml+xml"/>
  <Override PartName="/ppt/slides/slide22.xml" ContentType="application/vnd.openxmlformats-officedocument.presentationml.slide+xml"/>
  <Override PartName="/ppt/media/image20.bin" ContentType="image/jpeg"/>
  <Override PartName="/ppt/media/image21.bin" ContentType="image/jpeg"/>
  <Override PartName="/ppt/media/image24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3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92fc2e8bd0a466d" /><Relationship Type="http://schemas.openxmlformats.org/package/2006/relationships/metadata/core-properties" Target="/docProps/core.xml" Id="R3ec427bf21494309" /><Relationship Type="http://schemas.openxmlformats.org/officeDocument/2006/relationships/extended-properties" Target="/docProps/app.xml" Id="Recc5a2fe7c144d4d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0b8bd6affbf348fd"/>
  </p:sldMasterIdLst>
  <p:notesMasterIdLst>
    <p:notesMasterId r:id="Rc7f933026c2d4b69"/>
  </p:notesMasterIdLst>
  <p:sldIdLst>
    <p:sldId id="256" r:id="R2d820823d9fc4dd4"/>
    <p:sldId id="257" r:id="Ra104318ff7c74f48"/>
    <p:sldId id="258" r:id="R3377770bb6b84c85"/>
    <p:sldId id="259" r:id="R00c86c23029040ec"/>
    <p:sldId id="260" r:id="R8bc0fb1092604f04"/>
    <p:sldId id="261" r:id="R15786412b4134f1c"/>
    <p:sldId id="262" r:id="R3233d177e37d4e14"/>
    <p:sldId id="263" r:id="R71cdbb548fe44348"/>
    <p:sldId id="264" r:id="Ra54d16ae521c4e3f"/>
    <p:sldId id="265" r:id="Rf3e9dbd241584029"/>
    <p:sldId id="266" r:id="R2963be03f23a4659"/>
    <p:sldId id="267" r:id="R3919d9eb18534f1b"/>
    <p:sldId id="268" r:id="R1d950cf622c94d2a"/>
    <p:sldId id="269" r:id="R6d0e43e8018a47e3"/>
    <p:sldId id="270" r:id="R92a10418e4654430"/>
    <p:sldId id="271" r:id="R26e606ac92604b81"/>
    <p:sldId id="272" r:id="R0cc92647ea294f93"/>
    <p:sldId id="273" r:id="R5764586994434d58"/>
    <p:sldId id="274" r:id="R21e42221b1c94ad8"/>
    <p:sldId id="275" r:id="Rb6e9a852e8794c58"/>
    <p:sldId id="276" r:id="R8ec95df68b224d04"/>
    <p:sldId id="277" r:id="R6afe6a08480f4c93"/>
    <p:sldId id="278" r:id="Rbeafecbca764458d"/>
    <p:sldId id="279" r:id="R70a6595a2a4a496e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191E"/>
    <a:srgbClr val="FDF4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30" y="4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7f933026c2d4b69" /><Relationship Type="http://schemas.openxmlformats.org/officeDocument/2006/relationships/presProps" Target="/ppt/presProps.xml" Id="Rf8d776f7c3a14916" /><Relationship Type="http://schemas.openxmlformats.org/officeDocument/2006/relationships/viewProps" Target="/ppt/viewProps.xml" Id="R52a789c63db9448c" /><Relationship Type="http://schemas.openxmlformats.org/officeDocument/2006/relationships/slideMaster" Target="/ppt/slideMasters/slideMaster1.xml" Id="R0b8bd6affbf348fd" /><Relationship Type="http://schemas.openxmlformats.org/officeDocument/2006/relationships/theme" Target="/ppt/slideMasters/theme/theme2.xml" Id="Reab1799ab2834ee2" /><Relationship Type="http://schemas.openxmlformats.org/officeDocument/2006/relationships/slide" Target="/ppt/slides/slide1.xml" Id="R2d820823d9fc4dd4" /><Relationship Type="http://schemas.openxmlformats.org/officeDocument/2006/relationships/slide" Target="/ppt/slides/slide2.xml" Id="Ra104318ff7c74f48" /><Relationship Type="http://schemas.openxmlformats.org/officeDocument/2006/relationships/slide" Target="/ppt/slides/slide3.xml" Id="R3377770bb6b84c85" /><Relationship Type="http://schemas.openxmlformats.org/officeDocument/2006/relationships/slide" Target="/ppt/slides/slide4.xml" Id="R00c86c23029040ec" /><Relationship Type="http://schemas.openxmlformats.org/officeDocument/2006/relationships/slide" Target="/ppt/slides/slide5.xml" Id="R8bc0fb1092604f04" /><Relationship Type="http://schemas.openxmlformats.org/officeDocument/2006/relationships/slide" Target="/ppt/slides/slide6.xml" Id="R15786412b4134f1c" /><Relationship Type="http://schemas.openxmlformats.org/officeDocument/2006/relationships/slide" Target="/ppt/slides/slide7.xml" Id="R3233d177e37d4e14" /><Relationship Type="http://schemas.openxmlformats.org/officeDocument/2006/relationships/slide" Target="/ppt/slides/slide8.xml" Id="R71cdbb548fe44348" /><Relationship Type="http://schemas.openxmlformats.org/officeDocument/2006/relationships/slide" Target="/ppt/slides/slide9.xml" Id="Ra54d16ae521c4e3f" /><Relationship Type="http://schemas.openxmlformats.org/officeDocument/2006/relationships/slide" Target="/ppt/slides/slide10.xml" Id="Rf3e9dbd241584029" /><Relationship Type="http://schemas.openxmlformats.org/officeDocument/2006/relationships/slide" Target="/ppt/slides/slide11.xml" Id="R2963be03f23a4659" /><Relationship Type="http://schemas.openxmlformats.org/officeDocument/2006/relationships/slide" Target="/ppt/slides/slide12.xml" Id="R3919d9eb18534f1b" /><Relationship Type="http://schemas.openxmlformats.org/officeDocument/2006/relationships/slide" Target="/ppt/slides/slide13.xml" Id="R1d950cf622c94d2a" /><Relationship Type="http://schemas.openxmlformats.org/officeDocument/2006/relationships/slide" Target="/ppt/slides/slide14.xml" Id="R6d0e43e8018a47e3" /><Relationship Type="http://schemas.openxmlformats.org/officeDocument/2006/relationships/slide" Target="/ppt/slides/slide15.xml" Id="R92a10418e4654430" /><Relationship Type="http://schemas.openxmlformats.org/officeDocument/2006/relationships/slide" Target="/ppt/slides/slide16.xml" Id="R26e606ac92604b81" /><Relationship Type="http://schemas.openxmlformats.org/officeDocument/2006/relationships/slide" Target="/ppt/slides/slide17.xml" Id="R0cc92647ea294f93" /><Relationship Type="http://schemas.openxmlformats.org/officeDocument/2006/relationships/slide" Target="/ppt/slides/slide18.xml" Id="R5764586994434d58" /><Relationship Type="http://schemas.openxmlformats.org/officeDocument/2006/relationships/slide" Target="/ppt/slides/slide19.xml" Id="R21e42221b1c94ad8" /><Relationship Type="http://schemas.openxmlformats.org/officeDocument/2006/relationships/slide" Target="/ppt/slides/slide20.xml" Id="Rb6e9a852e8794c58" /><Relationship Type="http://schemas.openxmlformats.org/officeDocument/2006/relationships/slide" Target="/ppt/slides/slide21.xml" Id="R8ec95df68b224d04" /><Relationship Type="http://schemas.openxmlformats.org/officeDocument/2006/relationships/slide" Target="/ppt/slides/slide22.xml" Id="R6afe6a08480f4c93" /><Relationship Type="http://schemas.openxmlformats.org/officeDocument/2006/relationships/slide" Target="/ppt/slides/slide23.xml" Id="Rbeafecbca764458d" /><Relationship Type="http://schemas.openxmlformats.org/officeDocument/2006/relationships/slide" Target="/ppt/slides/slide24.xml" Id="R70a6595a2a4a496e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d43867a72f674e7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3E7D-D195-48D3-94F9-0332E08827C8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A54C4-1BA7-479A-8408-A503C2D726A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128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3.xml" Id="R2d3697b99c024d1a" /><Relationship Type="http://schemas.openxmlformats.org/officeDocument/2006/relationships/notesMaster" Target="/ppt/notesMasters/notesMaster1.xml" Id="R1d88b0f3be504162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A54C4-1BA7-479A-8408-A503C2D726AB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758251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81f88cc9f4e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9aabaa26341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6e9933c274b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hyperlink" Target="http://www.1ppt.com/jieri/" TargetMode="External" Id="Rb4a2df81f84d431b97bead32840dc360" /><Relationship Type="http://schemas.openxmlformats.org/officeDocument/2006/relationships/slideMaster" Target="/ppt/slideMasters/slideMaster1.xml" Id="R089389e341e742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4db1a3b5c44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ffbf0f17c5420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c7b758e20411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5c07db9da433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5a1a7222847d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d8dc8cd09439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4b1a5fa2543c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497aff928488a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073CA-93AD-DFB8-9D89-D24575307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9BC81C-82DA-97E7-8056-B022FB9E9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21BDA7-93C0-A5D0-465D-54D167A07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D84B96-36BF-4426-6481-DD7731E88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56FA45-76E1-4CFC-6358-6BC5A015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799635-9D36-A531-6285-81D68758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13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0552C-A61D-5803-4E48-FD1A8BCB5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A13D5D-D82A-70DB-D997-FC49D1F24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DE1B3-0B6D-153D-81E0-3A076151D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9E2047-C50C-163D-A74C-3DA4D53E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FF08AC-9B0E-19D2-8954-7A370435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015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D6C52C-B720-D81D-2C4F-67DD61D0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A02A0D-8D64-8EB8-476E-6DBE7B056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79AB7E-2B25-3E15-F2FB-1918F33C2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85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7A2D68-1DDD-0A2A-2661-5A05784ED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B6F30A-921A-6776-8F2D-B9E31007A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A667C4-134A-D8B7-70F7-6672D186A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60F676-5300-B85C-3ECC-804A94EE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DFE08-D66E-F180-266F-934AE559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776771" y="-26002"/>
            <a:ext cx="432048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b4a2df81f84d431b97bead32840dc360"/>
              </a:rPr>
              <a:t>节日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b4a2df81f84d431b97bead32840dc360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b4a2df81f84d431b97bead32840dc360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extLst>
      <p:ext uri="{BB962C8B-B14F-4D97-AF65-F5344CB8AC3E}">
        <p14:creationId xmlns:p14="http://schemas.microsoft.com/office/powerpoint/2010/main" val="121930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D7BC8-259E-16AB-0F58-EA1037677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DEA32D-6A71-1418-3B1A-5692DE8D0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91B404-366F-20B5-5353-58F08695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D6EF16-7DCF-EE08-9BFB-E39951188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011516-D3E6-1BD6-22BF-1E3937DC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25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69977-2AC3-122A-4A5A-2A1CC3F18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B4F981-3DCD-5E4C-4705-7B6B56B9E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21DCCA-2FB8-0BF6-17F5-E98F4A04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3DD05B-6FBE-D5B2-94CC-6BB0CD30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5B4D2A-D5A1-7946-5604-EE91C56A3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17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A2049E-7E5F-5DDA-66AC-CBEEB854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4C8A10-5B1A-6BB0-6ECF-E3D08850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4F1A21-51A9-6304-B3AF-C173FEA62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5351A7-9924-F590-ADE9-D7C285A5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29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7A2D68-1DDD-0A2A-2661-5A05784ED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B6F30A-921A-6776-8F2D-B9E31007A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A667C4-134A-D8B7-70F7-6672D186A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60F676-5300-B85C-3ECC-804A94EE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DFE08-D66E-F180-266F-934AE559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91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D577C-9608-2E38-345E-96C457DF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55E099-1FD1-4A69-2FF8-9648C30F7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518167-59F7-4AF8-4C09-5658A5BDD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AF2304-D769-2C0D-FC76-1833EDE37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A7DA5F-C172-0853-C9E5-1DC9794C4A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63A811-1D2A-2FCD-2FFA-6DCC8EED2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12A1B8-3287-1515-2F1E-6F9E6A74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29CB3E-A143-157D-B931-EBC1F7A4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8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ECE6F-717A-12A4-ED81-9FF22BB27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0AEF3E-76EF-D612-1AC0-5786291DF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C3CA22-EEA1-467A-007C-C30DA5C1A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885926-CF4C-692F-CD1C-ABB9D296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90CAFC-FDAE-10F9-CB27-92E691F2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08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A23B6-28C7-72F8-927D-DCCCAE568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C12F91-EF9A-978F-5559-7FAF8519F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BAE4E9-E2C8-1EF3-6025-2DE7BD635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26E6DB-435D-6E33-A52C-45401E8A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DD3815-D3DE-E023-59BD-98CC9257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96AE92-9DE7-E038-8B89-D4795AF4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041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FD689-0542-533B-D39F-D9F319CE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AC929A-F0B9-5B5C-1BA4-BED2592838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F04BEF-4EEB-F2D2-01B0-923C200F4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DA5B52-6721-D5AC-AF1F-18480301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021EE3-249C-232A-A234-0B5A413CB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A4AFB0-C06B-D12D-3BA7-D954A546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11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5858385e064581" /><Relationship Type="http://schemas.openxmlformats.org/officeDocument/2006/relationships/slideLayout" Target="/ppt/slideLayouts/slideLayout1.xml" Id="R93292473972b494e" /><Relationship Type="http://schemas.openxmlformats.org/officeDocument/2006/relationships/slideLayout" Target="/ppt/slideLayouts/slideLayout2.xml" Id="Rb04879bd99054e23" /><Relationship Type="http://schemas.openxmlformats.org/officeDocument/2006/relationships/slideLayout" Target="/ppt/slideLayouts/slideLayout3.xml" Id="R786709b5f5f84fde" /><Relationship Type="http://schemas.openxmlformats.org/officeDocument/2006/relationships/slideLayout" Target="/ppt/slideLayouts/slideLayout4.xml" Id="Rc91ab860703a49e2" /><Relationship Type="http://schemas.openxmlformats.org/officeDocument/2006/relationships/slideLayout" Target="/ppt/slideLayouts/slideLayout5.xml" Id="R80362c6d099f45a8" /><Relationship Type="http://schemas.openxmlformats.org/officeDocument/2006/relationships/slideLayout" Target="/ppt/slideLayouts/slideLayout6.xml" Id="R0fbee4c8cb31419a" /><Relationship Type="http://schemas.openxmlformats.org/officeDocument/2006/relationships/slideLayout" Target="/ppt/slideLayouts/slideLayout7.xml" Id="R24b79de08dcd4b29" /><Relationship Type="http://schemas.openxmlformats.org/officeDocument/2006/relationships/slideLayout" Target="/ppt/slideLayouts/slideLayout8.xml" Id="R81324478adea4c4b" /><Relationship Type="http://schemas.openxmlformats.org/officeDocument/2006/relationships/slideLayout" Target="/ppt/slideLayouts/slideLayout9.xml" Id="Rc8fd361c3b784bd3" /><Relationship Type="http://schemas.openxmlformats.org/officeDocument/2006/relationships/slideLayout" Target="/ppt/slideLayouts/slideLayout10.xml" Id="Rec71157e713b4ee6" /><Relationship Type="http://schemas.openxmlformats.org/officeDocument/2006/relationships/slideLayout" Target="/ppt/slideLayouts/slideLayout11.xml" Id="R8f1845f9ee1a4b91" /><Relationship Type="http://schemas.openxmlformats.org/officeDocument/2006/relationships/slideLayout" Target="/ppt/slideLayouts/slideLayout12.xml" Id="R7a3fe0fd91bc4055" /><Relationship Type="http://schemas.openxmlformats.org/officeDocument/2006/relationships/image" Target="/ppt/media/image.bin" Id="R9fe9c399f8f642b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9fe9c399f8f642b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CCBA41-A4BA-6A65-BC91-B76B15BCB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91ADEE-1E67-1D42-088B-F6C9BEB9D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08E148-085A-3404-117D-10F663A4C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50638-587E-4672-B134-C072EA6DD6A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D6082-89CA-64FE-104C-D54E8FD4B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408793-4B58-1634-55A5-E53EA2E76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9B8B5-BFDD-4C2B-B424-CDF8C3C4C8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87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0fbee4c8cb31419a"/>
    <p:sldLayoutId id="2147483653" r:id="R80362c6d099f45a8"/>
    <p:sldLayoutId id="2147483650" r:id="Rb04879bd99054e23"/>
    <p:sldLayoutId id="2147483659" r:id="R8f1845f9ee1a4b91"/>
    <p:sldLayoutId id="2147483657" r:id="Rc8fd361c3b784bd3"/>
    <p:sldLayoutId id="2147483655" r:id="R24b79de08dcd4b29"/>
    <p:sldLayoutId id="2147483651" r:id="R786709b5f5f84fde"/>
    <p:sldLayoutId id="2147483649" r:id="R93292473972b494e"/>
    <p:sldLayoutId id="2147483660" r:id="R7a3fe0fd91bc4055"/>
    <p:sldLayoutId id="2147483658" r:id="Rec71157e713b4ee6"/>
    <p:sldLayoutId id="2147483656" r:id="R81324478adea4c4b"/>
    <p:sldLayoutId id="2147483652" r:id="Rc91ab860703a49e2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bin" Id="R35ab94a4bbde4b71" /><Relationship Type="http://schemas.openxmlformats.org/officeDocument/2006/relationships/image" Target="/ppt/media/image3.bin" Id="Rc0f306fe85ce44ea" /><Relationship Type="http://schemas.openxmlformats.org/officeDocument/2006/relationships/image" Target="/ppt/media/image4.bin" Id="Re03b083cd230456b" /><Relationship Type="http://schemas.microsoft.com/office/2007/relationships/hdphoto" Target="/ppt/slides/udata/data.wdp" Id="R6bd9d6ae6f5c4fa9" /><Relationship Type="http://schemas.openxmlformats.org/officeDocument/2006/relationships/slideLayout" Target="/ppt/slideLayouts/slideLayout6.xml" Id="Re7b0f948e30a43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5.bin" Id="R29e9091137fc4fe6" /><Relationship Type="http://schemas.openxmlformats.org/officeDocument/2006/relationships/image" Target="/ppt/media/image3.bin" Id="Rb47b79ea3faa4824" /><Relationship Type="http://schemas.openxmlformats.org/officeDocument/2006/relationships/image" Target="/ppt/media/image4.bin" Id="R8a364d7c23ce4540" /><Relationship Type="http://schemas.microsoft.com/office/2007/relationships/hdphoto" Target="/ppt/slides/udata/data2.wdp" Id="R6365bb4193b94e51" /><Relationship Type="http://schemas.openxmlformats.org/officeDocument/2006/relationships/slideLayout" Target="/ppt/slideLayouts/slideLayout3.xml" Id="R49af4c3ffe9d4f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6.bin" Id="R0d4fa026edaa4410" /><Relationship Type="http://schemas.openxmlformats.org/officeDocument/2006/relationships/image" Target="/ppt/media/image3.bin" Id="Rb8ad647decdf4b2d" /><Relationship Type="http://schemas.openxmlformats.org/officeDocument/2006/relationships/image" Target="/ppt/media/image4.bin" Id="R4ac28d430e2b460e" /><Relationship Type="http://schemas.microsoft.com/office/2007/relationships/hdphoto" Target="/ppt/slides/udata/data3.wdp" Id="Rd7d49c6083214613" /><Relationship Type="http://schemas.openxmlformats.org/officeDocument/2006/relationships/notesSlide" Target="/ppt/notesSlides/notesSlide1.xml" Id="Rf8a84a084c6343b2" /><Relationship Type="http://schemas.openxmlformats.org/officeDocument/2006/relationships/slideLayout" Target="/ppt/slideLayouts/slideLayout3.xml" Id="Rf85a469f7f6a41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7.bin" Id="R6a1f3ee8dcb940ec" /><Relationship Type="http://schemas.openxmlformats.org/officeDocument/2006/relationships/image" Target="/ppt/media/image8.bin" Id="R9f18919f23b04be0" /><Relationship Type="http://schemas.openxmlformats.org/officeDocument/2006/relationships/slideLayout" Target="/ppt/slideLayouts/slideLayout3.xml" Id="Re941c587ab9c40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8.bin" Id="R08c3dde48d0f4728" /><Relationship Type="http://schemas.openxmlformats.org/officeDocument/2006/relationships/slideLayout" Target="/ppt/slideLayouts/slideLayout3.xml" Id="Rbbf630c78cfa4d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8.bin" Id="R254585e8dc9f4cb0" /><Relationship Type="http://schemas.openxmlformats.org/officeDocument/2006/relationships/slideLayout" Target="/ppt/slideLayouts/slideLayout3.xml" Id="Rbb891be52c9745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8.bin" Id="R98ced2fbae9242d0" /><Relationship Type="http://schemas.openxmlformats.org/officeDocument/2006/relationships/image" Target="/ppt/media/image9.bin" Id="Rbff3d7d1c1514c55" /><Relationship Type="http://schemas.openxmlformats.org/officeDocument/2006/relationships/slideLayout" Target="/ppt/slideLayouts/slideLayout3.xml" Id="Raacd63b554664d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6.bin" Id="Rbd926135ed6b4d6e" /><Relationship Type="http://schemas.openxmlformats.org/officeDocument/2006/relationships/image" Target="/ppt/media/image3.bin" Id="R0da35aab52ba4d8e" /><Relationship Type="http://schemas.openxmlformats.org/officeDocument/2006/relationships/image" Target="/ppt/media/image4.bin" Id="Rce98f32d3993454c" /><Relationship Type="http://schemas.microsoft.com/office/2007/relationships/hdphoto" Target="/ppt/slides/udata/data4.wdp" Id="Ra3c97b6ae94b4265" /><Relationship Type="http://schemas.openxmlformats.org/officeDocument/2006/relationships/slideLayout" Target="/ppt/slideLayouts/slideLayout3.xml" Id="Re225bfd8180440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8.bin" Id="Rea8f90b8300b488b" /><Relationship Type="http://schemas.openxmlformats.org/officeDocument/2006/relationships/slideLayout" Target="/ppt/slideLayouts/slideLayout3.xml" Id="Rbb29f7d146cd4a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8.bin" Id="Ra45aaf138fe144a3" /><Relationship Type="http://schemas.openxmlformats.org/officeDocument/2006/relationships/image" Target="/ppt/media/image10.bin" Id="R5a185dc22f4a49d7" /><Relationship Type="http://schemas.openxmlformats.org/officeDocument/2006/relationships/slideLayout" Target="/ppt/slideLayouts/slideLayout3.xml" Id="R8cbf8e57e17e4f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8.bin" Id="R51feefb30c284011" /><Relationship Type="http://schemas.openxmlformats.org/officeDocument/2006/relationships/slideLayout" Target="/ppt/slideLayouts/slideLayout3.xml" Id="R0c67202ac14544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6.bin" Id="R0b92891faf7e4f49" /><Relationship Type="http://schemas.openxmlformats.org/officeDocument/2006/relationships/image" Target="/ppt/media/image3.bin" Id="R47dbcf7c09cb41ff" /><Relationship Type="http://schemas.openxmlformats.org/officeDocument/2006/relationships/image" Target="/ppt/media/image4.bin" Id="Ra3d0ee7e15994f29" /><Relationship Type="http://schemas.microsoft.com/office/2007/relationships/hdphoto" Target="/ppt/slides/udata/data5.wdp" Id="Re044e235b5a34905" /><Relationship Type="http://schemas.openxmlformats.org/officeDocument/2006/relationships/slideLayout" Target="/ppt/slideLayouts/slideLayout3.xml" Id="Rcb9dc13e1a304c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8.bin" Id="R993e13de65e84c07" /><Relationship Type="http://schemas.openxmlformats.org/officeDocument/2006/relationships/image" Target="/ppt/media/image11.bin" Id="Red89eef941684a51" /><Relationship Type="http://schemas.openxmlformats.org/officeDocument/2006/relationships/slideLayout" Target="/ppt/slideLayouts/slideLayout3.xml" Id="R3498dc0eff6f45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8.bin" Id="R577969b28cfb45a1" /><Relationship Type="http://schemas.openxmlformats.org/officeDocument/2006/relationships/image" Target="/ppt/media/image12.bin" Id="Rbd0649991ca44d9a" /><Relationship Type="http://schemas.openxmlformats.org/officeDocument/2006/relationships/slideLayout" Target="/ppt/slideLayouts/slideLayout3.xml" Id="R7958466f237d4a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8.bin" Id="R178ed3ad4fdc40f4" /><Relationship Type="http://schemas.openxmlformats.org/officeDocument/2006/relationships/slideLayout" Target="/ppt/slideLayouts/slideLayout3.xml" Id="R292915c79cad43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6.bin" Id="R2163ecb4813d42d7" /><Relationship Type="http://schemas.openxmlformats.org/officeDocument/2006/relationships/image" Target="/ppt/media/image3.bin" Id="R94422235e7cb48e5" /><Relationship Type="http://schemas.openxmlformats.org/officeDocument/2006/relationships/image" Target="/ppt/media/image4.bin" Id="R278592b5a5894333" /><Relationship Type="http://schemas.microsoft.com/office/2007/relationships/hdphoto" Target="/ppt/slides/udata/data6.wdp" Id="Rbea13b76a36c44ec" /><Relationship Type="http://schemas.openxmlformats.org/officeDocument/2006/relationships/slideLayout" Target="/ppt/slideLayouts/slideLayout3.xml" Id="R6fec42c24a414e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8.bin" Id="R587c4cca1979439b" /><Relationship Type="http://schemas.openxmlformats.org/officeDocument/2006/relationships/tags" Target="/ppt/slides/tags/tag1.xml" Id="Rb6783b6ce0624076" /><Relationship Type="http://schemas.openxmlformats.org/officeDocument/2006/relationships/tags" Target="/ppt/slides/tags/tag2.xml" Id="R14d5d2a368c14265" /><Relationship Type="http://schemas.openxmlformats.org/officeDocument/2006/relationships/tags" Target="/ppt/slides/tags/tag3.xml" Id="Rce255217b7ad41f7" /><Relationship Type="http://schemas.openxmlformats.org/officeDocument/2006/relationships/tags" Target="/ppt/slides/tags/tag4.xml" Id="R16242db7824b4e93" /><Relationship Type="http://schemas.openxmlformats.org/officeDocument/2006/relationships/tags" Target="/ppt/slides/tags/tag5.xml" Id="R5484e64a7a404729" /><Relationship Type="http://schemas.openxmlformats.org/officeDocument/2006/relationships/tags" Target="/ppt/slides/tags/tag6.xml" Id="R03cda9d9bc0a438e" /><Relationship Type="http://schemas.openxmlformats.org/officeDocument/2006/relationships/tags" Target="/ppt/slides/tags/tag7.xml" Id="Re50082f62a814368" /><Relationship Type="http://schemas.openxmlformats.org/officeDocument/2006/relationships/tags" Target="/ppt/slides/tags/tag8.xml" Id="R68357e3fce714baf" /><Relationship Type="http://schemas.openxmlformats.org/officeDocument/2006/relationships/tags" Target="/ppt/slides/tags/tag9.xml" Id="R5c561ea6fb6948c7" /><Relationship Type="http://schemas.openxmlformats.org/officeDocument/2006/relationships/tags" Target="/ppt/slides/tags/tag10.xml" Id="R6f224500418646f9" /><Relationship Type="http://schemas.openxmlformats.org/officeDocument/2006/relationships/tags" Target="/ppt/slides/tags/tag11.xml" Id="R17e2eebfd42e4307" /><Relationship Type="http://schemas.openxmlformats.org/officeDocument/2006/relationships/tags" Target="/ppt/slides/tags/tag12.xml" Id="R9a4c70c768824f68" /><Relationship Type="http://schemas.openxmlformats.org/officeDocument/2006/relationships/tags" Target="/ppt/slides/tags/tag13.xml" Id="R0c408762c0fc4909" /><Relationship Type="http://schemas.openxmlformats.org/officeDocument/2006/relationships/tags" Target="/ppt/slides/tags/tag14.xml" Id="R9abc058a473e4b58" /><Relationship Type="http://schemas.openxmlformats.org/officeDocument/2006/relationships/tags" Target="/ppt/slides/tags/tag15.xml" Id="Rb5efd80b837444dc" /><Relationship Type="http://schemas.openxmlformats.org/officeDocument/2006/relationships/slideLayout" Target="/ppt/slideLayouts/slideLayout3.xml" Id="Rc349419204754c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8.bin" Id="R609316dad6ac4ceb" /><Relationship Type="http://schemas.openxmlformats.org/officeDocument/2006/relationships/image" Target="/ppt/media/image13.bin" Id="Rf00d9ee52d134c10" /><Relationship Type="http://schemas.openxmlformats.org/officeDocument/2006/relationships/image" Target="/ppt/media/image14.bin" Id="R225e74400f7b4e72" /><Relationship Type="http://schemas.openxmlformats.org/officeDocument/2006/relationships/image" Target="/ppt/media/image15.bin" Id="R6cec6f9f3db94f3b" /><Relationship Type="http://schemas.openxmlformats.org/officeDocument/2006/relationships/image" Target="/ppt/media/image16.bin" Id="R4ac55b8f8116471a" /><Relationship Type="http://schemas.openxmlformats.org/officeDocument/2006/relationships/tags" Target="/ppt/slides/tags/tag16.xml" Id="Ra6dfd82941624b02" /><Relationship Type="http://schemas.openxmlformats.org/officeDocument/2006/relationships/tags" Target="/ppt/slides/tags/tag17.xml" Id="R22774edf89334200" /><Relationship Type="http://schemas.openxmlformats.org/officeDocument/2006/relationships/tags" Target="/ppt/slides/tags/tag18.xml" Id="Rdaa222d599864d36" /><Relationship Type="http://schemas.openxmlformats.org/officeDocument/2006/relationships/tags" Target="/ppt/slides/tags/tag19.xml" Id="Rad6d7b26cf0a4873" /><Relationship Type="http://schemas.openxmlformats.org/officeDocument/2006/relationships/tags" Target="/ppt/slides/tags/tag20.xml" Id="Rb6f24b0d6a2e4ef5" /><Relationship Type="http://schemas.openxmlformats.org/officeDocument/2006/relationships/tags" Target="/ppt/slides/tags/tag21.xml" Id="R1ce52eddd9a741e3" /><Relationship Type="http://schemas.openxmlformats.org/officeDocument/2006/relationships/tags" Target="/ppt/slides/tags/tag22.xml" Id="R689cb41c16514ac9" /><Relationship Type="http://schemas.openxmlformats.org/officeDocument/2006/relationships/tags" Target="/ppt/slides/tags/tag23.xml" Id="Rb61810ac83b14211" /><Relationship Type="http://schemas.openxmlformats.org/officeDocument/2006/relationships/tags" Target="/ppt/slides/tags/tag24.xml" Id="R873d6dbc62ff403e" /><Relationship Type="http://schemas.openxmlformats.org/officeDocument/2006/relationships/tags" Target="/ppt/slides/tags/tag25.xml" Id="R005e3f2e4f4a4603" /><Relationship Type="http://schemas.openxmlformats.org/officeDocument/2006/relationships/tags" Target="/ppt/slides/tags/tag26.xml" Id="R0b92bff15a9742ea" /><Relationship Type="http://schemas.openxmlformats.org/officeDocument/2006/relationships/tags" Target="/ppt/slides/tags/tag27.xml" Id="Rc140b4c685c84515" /><Relationship Type="http://schemas.openxmlformats.org/officeDocument/2006/relationships/tags" Target="/ppt/slides/tags/tag28.xml" Id="R80fd7f06f8fd43e3" /><Relationship Type="http://schemas.openxmlformats.org/officeDocument/2006/relationships/tags" Target="/ppt/slides/tags/tag29.xml" Id="R9be34b3f801c4696" /><Relationship Type="http://schemas.openxmlformats.org/officeDocument/2006/relationships/tags" Target="/ppt/slides/tags/tag30.xml" Id="Rf4943003973746b5" /><Relationship Type="http://schemas.openxmlformats.org/officeDocument/2006/relationships/tags" Target="/ppt/slides/tags/tag31.xml" Id="Rbfbd918c129844bd" /><Relationship Type="http://schemas.openxmlformats.org/officeDocument/2006/relationships/tags" Target="/ppt/slides/tags/tag32.xml" Id="R6859562136ca4def" /><Relationship Type="http://schemas.openxmlformats.org/officeDocument/2006/relationships/tags" Target="/ppt/slides/tags/tag33.xml" Id="Rb424c5ed68c34be4" /><Relationship Type="http://schemas.openxmlformats.org/officeDocument/2006/relationships/tags" Target="/ppt/slides/tags/tag34.xml" Id="Rdffd3e0e964949b3" /><Relationship Type="http://schemas.openxmlformats.org/officeDocument/2006/relationships/tags" Target="/ppt/slides/tags/tag35.xml" Id="R9de4a5ca86aa4c55" /><Relationship Type="http://schemas.openxmlformats.org/officeDocument/2006/relationships/slideLayout" Target="/ppt/slideLayouts/slideLayout3.xml" Id="Ra6323ab055bc40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8.bin" Id="Re5ed022d2559477b" /><Relationship Type="http://schemas.openxmlformats.org/officeDocument/2006/relationships/slideLayout" Target="/ppt/slideLayouts/slideLayout3.xml" Id="R7430567f906e40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6.bin" Id="R581e1790fae4458e" /><Relationship Type="http://schemas.openxmlformats.org/officeDocument/2006/relationships/image" Target="/ppt/media/image3.bin" Id="Rec98777895cf43d7" /><Relationship Type="http://schemas.openxmlformats.org/officeDocument/2006/relationships/image" Target="/ppt/media/image4.bin" Id="R0325756c6ac44d27" /><Relationship Type="http://schemas.microsoft.com/office/2007/relationships/hdphoto" Target="/ppt/slides/udata/data7.wdp" Id="Re351c56840ad4b36" /><Relationship Type="http://schemas.openxmlformats.org/officeDocument/2006/relationships/slideLayout" Target="/ppt/slideLayouts/slideLayout6.xml" Id="Rb20074bc86394d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f6d2f497ed2f444ba0a69baffb6ae51c" /><Relationship Type="http://schemas.openxmlformats.org/officeDocument/2006/relationships/image" Target="/ppt/media/image17.bin" Id="Rd5de95fdc5114e00" /><Relationship Type="http://schemas.openxmlformats.org/officeDocument/2006/relationships/image" Target="/ppt/media/image18.bin" Id="Rbc6e3133c814456f" /><Relationship Type="http://schemas.openxmlformats.org/officeDocument/2006/relationships/image" Target="/ppt/media/image19.bin" Id="Rb3f89f9263b740d4" /><Relationship Type="http://schemas.openxmlformats.org/officeDocument/2006/relationships/customXml" Target="/ppt/customXML/item.xml" Id="R4060e31a2c8a44dc" /><Relationship Type="http://schemas.openxmlformats.org/officeDocument/2006/relationships/customXml" Target="/ppt/customXML/item2.xml" Id="Rdba0bc2e89004dc5" /><Relationship Type="http://schemas.openxmlformats.org/officeDocument/2006/relationships/slideLayout" Target="/ppt/slideLayouts/slideLayout5.xml" Id="R3d15c225615541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b9ec5f16fc4a4b8780c94ab8ca1d65a5" /><Relationship Type="http://schemas.openxmlformats.org/officeDocument/2006/relationships/image" Target="/ppt/media/image20.bin" Id="R942160154be847b2" /><Relationship Type="http://schemas.openxmlformats.org/officeDocument/2006/relationships/image" Target="/ppt/media/image21.bin" Id="R2d973575b3f34ae0" /><Relationship Type="http://schemas.openxmlformats.org/officeDocument/2006/relationships/image" Target="/ppt/media/image22.bin" Id="R219dee9d7aeb491b" /><Relationship Type="http://schemas.openxmlformats.org/officeDocument/2006/relationships/image" Target="/ppt/media/image18.bin" Id="R54aca43c719f4ca5" /><Relationship Type="http://schemas.openxmlformats.org/officeDocument/2006/relationships/image" Target="/ppt/media/image23.bin" Id="R1afc41d6bbad496f" /><Relationship Type="http://schemas.openxmlformats.org/officeDocument/2006/relationships/image" Target="/ppt/media/image24.bin" Id="Re66c0c40659247e4" /><Relationship Type="http://schemas.openxmlformats.org/officeDocument/2006/relationships/image" Target="/ppt/media/image19.bin" Id="Rd67e2bcd3d384f9c" /><Relationship Type="http://schemas.openxmlformats.org/officeDocument/2006/relationships/customXml" Target="/ppt/customXML/item3.xml" Id="Rbed69266a821455b" /><Relationship Type="http://schemas.openxmlformats.org/officeDocument/2006/relationships/customXml" Target="/ppt/customXML/item4.xml" Id="R5360f0c2763c4b86" /><Relationship Type="http://schemas.openxmlformats.org/officeDocument/2006/relationships/customXml" Target="/ppt/customXML/item5.xml" Id="R8011c0f0dd374d5c" /><Relationship Type="http://schemas.openxmlformats.org/officeDocument/2006/relationships/slideLayout" Target="/ppt/slideLayouts/slideLayout5.xml" Id="R40ad56221904400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25.bin" Id="Rff44b1fe429d44d3" /><Relationship Type="http://schemas.openxmlformats.org/officeDocument/2006/relationships/image" Target="/ppt/media/image26.bin" Id="R7551234e496f4816" /><Relationship Type="http://schemas.openxmlformats.org/officeDocument/2006/relationships/image" Target="/ppt/media/image24.bin" Id="R35bc3d727f284688" /><Relationship Type="http://schemas.openxmlformats.org/officeDocument/2006/relationships/image" Target="/ppt/media/image27.bin" Id="Rf67278db7f75489d" /><Relationship Type="http://schemas.openxmlformats.org/officeDocument/2006/relationships/customXml" Target="/ppt/customXML/item6.xml" Id="R15adbd405ca440bf" /><Relationship Type="http://schemas.openxmlformats.org/officeDocument/2006/relationships/customXml" Target="/ppt/customXML/item7.xml" Id="Ra497ddc551254e66" /><Relationship Type="http://schemas.openxmlformats.org/officeDocument/2006/relationships/customXml" Target="/ppt/customXML/item8.xml" Id="R3c219c35db7f421e" /><Relationship Type="http://schemas.openxmlformats.org/officeDocument/2006/relationships/slideLayout" Target="/ppt/slideLayouts/slideLayout6.xml" Id="R49e5e837f11648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b3c46b0441de44f792f392cb1fbb5b0d" /><Relationship Type="http://schemas.openxmlformats.org/officeDocument/2006/relationships/hyperlink" Target="https://storyset.com/" TargetMode="External" Id="R5591decb9ec74a4dbf031f44afdcaf8b" /><Relationship Type="http://schemas.openxmlformats.org/officeDocument/2006/relationships/slideLayout" Target="/ppt/slideLayouts/slideLayout5.xml" Id="R4926e1bad66648fc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A73E46F-62D5-C3FB-2E75-49B31D66753F}"/>
              </a:ext>
            </a:extLst>
          </p:cNvPr>
          <p:cNvPicPr>
            <a:picLocks noChangeAspect="1"/>
          </p:cNvPicPr>
          <p:nvPr/>
        </p:nvPicPr>
        <p:blipFill rotWithShape="1">
          <a:blip r:embed="R35ab94a4bbde4b7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0F74629-516F-7A01-C126-E3CB01F0A362}"/>
              </a:ext>
            </a:extLst>
          </p:cNvPr>
          <p:cNvPicPr>
            <a:picLocks noChangeAspect="1"/>
          </p:cNvPicPr>
          <p:nvPr/>
        </p:nvPicPr>
        <p:blipFill rotWithShape="1">
          <a:blip r:embed="Rc0f306fe85ce44ea" cstate="email">
            <a:extLst>
              <a:ext uri="{BEBA8EAE-BF5A-486C-A8C5-ECC9F3942E4B}">
                <a14:imgProps xmlns:a14="http://schemas.microsoft.com/office/drawing/2010/main">
                  <a14:imgLayer r:embed="R6bd9d6ae6f5c4fa9">
                    <a14:imgEffect>
                      <a14:backgroundRemoval t="0" b="100000" l="0" r="100000">
                        <a14:foregroundMark x1="42857" y1="31852" x2="20408" y2="61481"/>
                        <a14:foregroundMark x1="38776" y1="16296" x2="63265" y2="14074"/>
                        <a14:foregroundMark x1="10884" y1="65185" x2="19728" y2="63704"/>
                        <a14:foregroundMark x1="21769" y1="65185" x2="46939" y2="36296"/>
                        <a14:foregroundMark x1="20408" y1="48889" x2="31293" y2="32593"/>
                        <a14:foregroundMark x1="8844" y1="84444" x2="84354" y2="83704"/>
                        <a14:foregroundMark x1="13605" y1="91111" x2="24490" y2="91852"/>
                        <a14:foregroundMark x1="74830" y1="90370" x2="82993" y2="90370"/>
                        <a14:foregroundMark x1="8844" y1="89630" x2="13605" y2="93333"/>
                        <a14:backgroundMark x1="59864" y1="0" x2="59864" y2="0"/>
                        <a14:backgroundMark x1="87755" y1="0" x2="99320" y2="14815"/>
                        <a14:backgroundMark x1="74830" y1="0" x2="99320" y2="18519"/>
                        <a14:backgroundMark x1="80272" y1="15556" x2="99320" y2="51111"/>
                        <a14:backgroundMark x1="55102" y1="50370" x2="42857" y2="66667"/>
                        <a14:backgroundMark x1="36735" y1="63704" x2="51020" y2="42963"/>
                        <a14:backgroundMark x1="59184" y1="55556" x2="57823" y2="36296"/>
                        <a14:backgroundMark x1="2041" y1="11111" x2="0" y2="21481"/>
                        <a14:backgroundMark x1="31973" y1="0" x2="0" y2="18519"/>
                        <a14:backgroundMark x1="29252" y1="0" x2="13605" y2="48148"/>
                        <a14:backgroundMark x1="31973" y1="22222" x2="31293" y2="18519"/>
                        <a14:backgroundMark x1="35374" y1="76296" x2="4082" y2="72593"/>
                        <a14:backgroundMark x1="71429" y1="2222" x2="85034" y2="25185"/>
                        <a14:backgroundMark x1="36735" y1="0" x2="20408" y2="5926"/>
                        <a14:backgroundMark x1="18367" y1="42963" x2="24490" y2="30370"/>
                        <a14:backgroundMark x1="29932" y1="8148" x2="25850" y2="28148"/>
                        <a14:backgroundMark x1="26531" y1="34815" x2="21769" y2="40000"/>
                        <a14:backgroundMark x1="55102" y1="25926" x2="56463" y2="36296"/>
                        <a14:backgroundMark x1="0" y1="90370" x2="2721" y2="99259"/>
                        <a14:backgroundMark x1="94558" y1="99259" x2="94558" y2="99259"/>
                        <a14:backgroundMark x1="4762" y1="88889" x2="10204" y2="95556"/>
                        <a14:backgroundMark x1="4082" y1="85926" x2="8844" y2="90370"/>
                        <a14:backgroundMark x1="11565" y1="71111" x2="15646" y2="7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6321" y="3408041"/>
            <a:ext cx="1368153" cy="124918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1642E97-92F9-6B7C-F4BB-0D4A0E4E7B1A}"/>
              </a:ext>
            </a:extLst>
          </p:cNvPr>
          <p:cNvSpPr txBox="1"/>
          <p:nvPr/>
        </p:nvSpPr>
        <p:spPr>
          <a:xfrm>
            <a:off x="1082346" y="1587963"/>
            <a:ext cx="42011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ln>
                  <a:solidFill>
                    <a:srgbClr val="C00000"/>
                  </a:solidFill>
                </a:ln>
                <a:gradFill>
                  <a:gsLst>
                    <a:gs pos="0">
                      <a:srgbClr val="FEEBB0"/>
                    </a:gs>
                    <a:gs pos="47000">
                      <a:srgbClr val="F5DE79"/>
                    </a:gs>
                    <a:gs pos="100000">
                      <a:srgbClr val="FEEBB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Arial"/>
              </a:rPr>
              <a:t>铁血军魂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08316A-13B0-EFEC-BD84-D0CE2B0C772D}"/>
              </a:ext>
            </a:extLst>
          </p:cNvPr>
          <p:cNvSpPr txBox="1"/>
          <p:nvPr/>
        </p:nvSpPr>
        <p:spPr>
          <a:xfrm>
            <a:off x="2830963" y="2620137"/>
            <a:ext cx="42011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ln>
                  <a:solidFill>
                    <a:srgbClr val="C00000"/>
                  </a:solidFill>
                </a:ln>
                <a:gradFill>
                  <a:gsLst>
                    <a:gs pos="0">
                      <a:srgbClr val="FEEBB0"/>
                    </a:gs>
                    <a:gs pos="47000">
                      <a:srgbClr val="F5DE79"/>
                    </a:gs>
                    <a:gs pos="100000">
                      <a:srgbClr val="FEEBB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Arial"/>
              </a:rPr>
              <a:t>时代赞歌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257C85D-98F7-0EEE-9C90-9D3188AABFD4}"/>
              </a:ext>
            </a:extLst>
          </p:cNvPr>
          <p:cNvPicPr>
            <a:picLocks noChangeAspect="1"/>
          </p:cNvPicPr>
          <p:nvPr/>
        </p:nvPicPr>
        <p:blipFill rotWithShape="1">
          <a:blip r:embed="Re03b083cd230456b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39"/>
          <a:stretch/>
        </p:blipFill>
        <p:spPr>
          <a:xfrm>
            <a:off x="4151785" y="-243408"/>
            <a:ext cx="3512017" cy="86409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8926AFF-5207-A4C2-68C9-5FB3CD30C1BC}"/>
              </a:ext>
            </a:extLst>
          </p:cNvPr>
          <p:cNvSpPr txBox="1"/>
          <p:nvPr/>
        </p:nvSpPr>
        <p:spPr>
          <a:xfrm>
            <a:off x="263352" y="6351133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不忘初心 牢记使命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59471F-92F7-6890-2463-295B66D62BAE}"/>
              </a:ext>
            </a:extLst>
          </p:cNvPr>
          <p:cNvSpPr txBox="1"/>
          <p:nvPr/>
        </p:nvSpPr>
        <p:spPr>
          <a:xfrm>
            <a:off x="2312345" y="6381908"/>
            <a:ext cx="45696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NEVER FORGET YOUR ORIGINAL INTENTION, ALWAYS REMEMBER YOUR MISSION</a:t>
            </a:r>
            <a:endParaRPr lang="zh-CN" altLang="en-US" sz="600" dirty="0">
              <a:solidFill>
                <a:schemeClr val="bg1">
                  <a:lumMod val="95000"/>
                </a:schemeClr>
              </a:solidFill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6B3910-7510-CA5B-C3E6-87A95AED639A}"/>
              </a:ext>
            </a:extLst>
          </p:cNvPr>
          <p:cNvSpPr txBox="1"/>
          <p:nvPr/>
        </p:nvSpPr>
        <p:spPr>
          <a:xfrm>
            <a:off x="839417" y="3824015"/>
            <a:ext cx="6824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做好双拥工作</a:t>
            </a:r>
            <a:r>
              <a:rPr lang="en-US" altLang="zh-CN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,</a:t>
            </a:r>
            <a:r>
              <a:rPr lang="zh-CN" altLang="en-US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发展生产力</a:t>
            </a:r>
            <a:r>
              <a:rPr lang="en-US" altLang="zh-CN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,</a:t>
            </a:r>
            <a:r>
              <a:rPr lang="zh-CN" altLang="en-US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提高战斗力</a:t>
            </a:r>
            <a:r>
              <a:rPr lang="en-US" altLang="zh-CN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,</a:t>
            </a:r>
            <a:endParaRPr lang="zh-CN" altLang="en-US" sz="2000" dirty="0">
              <a:solidFill>
                <a:srgbClr val="FEEB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sym typeface="Arial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5E7080C-35D1-B728-E1B4-0D722D488CB0}"/>
              </a:ext>
            </a:extLst>
          </p:cNvPr>
          <p:cNvSpPr txBox="1"/>
          <p:nvPr/>
        </p:nvSpPr>
        <p:spPr>
          <a:xfrm>
            <a:off x="2855640" y="4253026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增强军民凝聚力</a:t>
            </a:r>
            <a:r>
              <a:rPr lang="en-US" altLang="zh-CN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!</a:t>
            </a:r>
            <a:endParaRPr lang="zh-CN" altLang="en-US" sz="2000" dirty="0">
              <a:solidFill>
                <a:srgbClr val="FEEB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sym typeface="Arial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E06760-9AFE-5F9E-A1B8-42439AE92A15}"/>
              </a:ext>
            </a:extLst>
          </p:cNvPr>
          <p:cNvSpPr txBox="1"/>
          <p:nvPr/>
        </p:nvSpPr>
        <p:spPr>
          <a:xfrm>
            <a:off x="9768408" y="260648"/>
            <a:ext cx="23762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八月一日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8FA596-612E-2C94-5CDA-8726C0353DE7}"/>
              </a:ext>
            </a:extLst>
          </p:cNvPr>
          <p:cNvSpPr txBox="1"/>
          <p:nvPr/>
        </p:nvSpPr>
        <p:spPr>
          <a:xfrm>
            <a:off x="11460220" y="547912"/>
            <a:ext cx="684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建军节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5EC89F-B5AF-E458-EF84-2EEB9EB1367F}"/>
              </a:ext>
            </a:extLst>
          </p:cNvPr>
          <p:cNvSpPr txBox="1"/>
          <p:nvPr/>
        </p:nvSpPr>
        <p:spPr>
          <a:xfrm>
            <a:off x="11692754" y="764569"/>
            <a:ext cx="451919" cy="792225"/>
          </a:xfrm>
          <a:prstGeom prst="rect">
            <a:avLst/>
          </a:prstGeom>
          <a:noFill/>
        </p:spPr>
        <p:txBody>
          <a:bodyPr vert="wordArtVertRtl"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Army Day</a:t>
            </a:r>
            <a:endParaRPr lang="zh-CN" altLang="en-US" sz="800" dirty="0">
              <a:solidFill>
                <a:srgbClr val="FDF4D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阿里巴巴普惠体 2.0 95 ExtraBold" panose="00020600040101010101" pitchFamily="18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920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882F835-1CF0-B49A-2839-6BE299A8620A}"/>
              </a:ext>
            </a:extLst>
          </p:cNvPr>
          <p:cNvPicPr>
            <a:picLocks noChangeAspect="1"/>
          </p:cNvPicPr>
          <p:nvPr/>
        </p:nvPicPr>
        <p:blipFill rotWithShape="1">
          <a:blip r:embed="R29e9091137fc4fe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8584"/>
            <a:ext cx="12192001" cy="73894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1E2CC1-662D-47C2-A49B-1B4CFD2CBC64}"/>
              </a:ext>
            </a:extLst>
          </p:cNvPr>
          <p:cNvPicPr>
            <a:picLocks noChangeAspect="1"/>
          </p:cNvPicPr>
          <p:nvPr/>
        </p:nvPicPr>
        <p:blipFill rotWithShape="1">
          <a:blip r:embed="Rb47b79ea3faa4824" cstate="email">
            <a:extLst>
              <a:ext uri="{BEBA8EAE-BF5A-486C-A8C5-ECC9F3942E4B}">
                <a14:imgProps xmlns:a14="http://schemas.microsoft.com/office/drawing/2010/main">
                  <a14:imgLayer r:embed="R6365bb4193b94e51">
                    <a14:imgEffect>
                      <a14:backgroundRemoval t="0" b="100000" l="0" r="100000">
                        <a14:foregroundMark x1="42857" y1="31852" x2="20408" y2="61481"/>
                        <a14:foregroundMark x1="38776" y1="16296" x2="63265" y2="14074"/>
                        <a14:foregroundMark x1="10884" y1="65185" x2="19728" y2="63704"/>
                        <a14:foregroundMark x1="21769" y1="65185" x2="46939" y2="36296"/>
                        <a14:foregroundMark x1="20408" y1="48889" x2="31293" y2="32593"/>
                        <a14:foregroundMark x1="8844" y1="84444" x2="84354" y2="83704"/>
                        <a14:foregroundMark x1="13605" y1="91111" x2="24490" y2="91852"/>
                        <a14:foregroundMark x1="74830" y1="90370" x2="82993" y2="90370"/>
                        <a14:foregroundMark x1="8844" y1="89630" x2="13605" y2="93333"/>
                        <a14:backgroundMark x1="59864" y1="0" x2="59864" y2="0"/>
                        <a14:backgroundMark x1="87755" y1="0" x2="99320" y2="14815"/>
                        <a14:backgroundMark x1="74830" y1="0" x2="99320" y2="18519"/>
                        <a14:backgroundMark x1="80272" y1="15556" x2="99320" y2="51111"/>
                        <a14:backgroundMark x1="55102" y1="50370" x2="42857" y2="66667"/>
                        <a14:backgroundMark x1="36735" y1="63704" x2="51020" y2="42963"/>
                        <a14:backgroundMark x1="59184" y1="55556" x2="57823" y2="36296"/>
                        <a14:backgroundMark x1="2041" y1="11111" x2="0" y2="21481"/>
                        <a14:backgroundMark x1="31973" y1="0" x2="0" y2="18519"/>
                        <a14:backgroundMark x1="29252" y1="0" x2="13605" y2="48148"/>
                        <a14:backgroundMark x1="31973" y1="22222" x2="31293" y2="18519"/>
                        <a14:backgroundMark x1="35374" y1="76296" x2="4082" y2="72593"/>
                        <a14:backgroundMark x1="71429" y1="2222" x2="85034" y2="25185"/>
                        <a14:backgroundMark x1="36735" y1="0" x2="20408" y2="5926"/>
                        <a14:backgroundMark x1="18367" y1="42963" x2="24490" y2="30370"/>
                        <a14:backgroundMark x1="29932" y1="8148" x2="25850" y2="28148"/>
                        <a14:backgroundMark x1="26531" y1="34815" x2="21769" y2="40000"/>
                        <a14:backgroundMark x1="55102" y1="25926" x2="56463" y2="36296"/>
                        <a14:backgroundMark x1="0" y1="90370" x2="2721" y2="99259"/>
                        <a14:backgroundMark x1="94558" y1="99259" x2="94558" y2="99259"/>
                        <a14:backgroundMark x1="4762" y1="88889" x2="10204" y2="95556"/>
                        <a14:backgroundMark x1="4082" y1="85926" x2="8844" y2="90370"/>
                        <a14:backgroundMark x1="11565" y1="71111" x2="15646" y2="7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33605" y="3933058"/>
            <a:ext cx="1368153" cy="12491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039DDAE-BEB4-9617-D446-48DE5A8FC13D}"/>
              </a:ext>
            </a:extLst>
          </p:cNvPr>
          <p:cNvPicPr>
            <a:picLocks noChangeAspect="1"/>
          </p:cNvPicPr>
          <p:nvPr/>
        </p:nvPicPr>
        <p:blipFill rotWithShape="1">
          <a:blip r:embed="R8a364d7c23ce454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39"/>
          <a:stretch/>
        </p:blipFill>
        <p:spPr>
          <a:xfrm>
            <a:off x="4151785" y="-243408"/>
            <a:ext cx="3512017" cy="86409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A625F9E-DB87-14D4-4876-1FBBAD69B2C2}"/>
              </a:ext>
            </a:extLst>
          </p:cNvPr>
          <p:cNvSpPr txBox="1"/>
          <p:nvPr/>
        </p:nvSpPr>
        <p:spPr>
          <a:xfrm>
            <a:off x="263352" y="6351133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不忘初心 牢记使命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FB4401-E589-FD07-E4D4-58112FFED9B3}"/>
              </a:ext>
            </a:extLst>
          </p:cNvPr>
          <p:cNvSpPr txBox="1"/>
          <p:nvPr/>
        </p:nvSpPr>
        <p:spPr>
          <a:xfrm>
            <a:off x="2312345" y="6381908"/>
            <a:ext cx="45696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NEVER FORGET YOUR ORIGINAL INTENTION, ALWAYS REMEMBER YOUR MISSION</a:t>
            </a:r>
            <a:endParaRPr lang="zh-CN" altLang="en-US" sz="600" dirty="0">
              <a:solidFill>
                <a:schemeClr val="bg1">
                  <a:lumMod val="95000"/>
                </a:schemeClr>
              </a:solidFill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1439A30-1AB6-5BF4-6ADE-1C81CE299AF4}"/>
              </a:ext>
            </a:extLst>
          </p:cNvPr>
          <p:cNvSpPr txBox="1"/>
          <p:nvPr/>
        </p:nvSpPr>
        <p:spPr>
          <a:xfrm>
            <a:off x="11208568" y="26064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八月一日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4F140C1-4CC6-F8AB-C726-A64C041C31A4}"/>
              </a:ext>
            </a:extLst>
          </p:cNvPr>
          <p:cNvSpPr txBox="1"/>
          <p:nvPr/>
        </p:nvSpPr>
        <p:spPr>
          <a:xfrm>
            <a:off x="11460220" y="547912"/>
            <a:ext cx="684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建军节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8EDE40-C126-6062-271B-30A9D7EE7C4C}"/>
              </a:ext>
            </a:extLst>
          </p:cNvPr>
          <p:cNvSpPr txBox="1"/>
          <p:nvPr/>
        </p:nvSpPr>
        <p:spPr>
          <a:xfrm>
            <a:off x="11692754" y="764569"/>
            <a:ext cx="451919" cy="792225"/>
          </a:xfrm>
          <a:prstGeom prst="rect">
            <a:avLst/>
          </a:prstGeom>
          <a:noFill/>
        </p:spPr>
        <p:txBody>
          <a:bodyPr vert="wordArtVertRtl"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Army Day</a:t>
            </a:r>
            <a:endParaRPr lang="zh-CN" altLang="en-US" sz="800" dirty="0">
              <a:solidFill>
                <a:srgbClr val="FDF4D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阿里巴巴普惠体 2.0 95 ExtraBold" panose="00020600040101010101" pitchFamily="18" charset="-122"/>
              <a:sym typeface="Arial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7A2D106-88C3-C228-A9A1-52B7597E7865}"/>
              </a:ext>
            </a:extLst>
          </p:cNvPr>
          <p:cNvGrpSpPr/>
          <p:nvPr/>
        </p:nvGrpSpPr>
        <p:grpSpPr>
          <a:xfrm>
            <a:off x="5117279" y="1063875"/>
            <a:ext cx="1994528" cy="1140990"/>
            <a:chOff x="1867320" y="837626"/>
            <a:chExt cx="706639" cy="1442935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38E9B9D-62AC-2C5F-4160-9AEC933C2DBC}"/>
                </a:ext>
              </a:extLst>
            </p:cNvPr>
            <p:cNvSpPr txBox="1"/>
            <p:nvPr/>
          </p:nvSpPr>
          <p:spPr>
            <a:xfrm>
              <a:off x="1867320" y="837626"/>
              <a:ext cx="706639" cy="11676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sz="5400" dirty="0">
                  <a:solidFill>
                    <a:srgbClr val="FEF4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95 ExtraBold" panose="00020600040101010101" pitchFamily="18" charset="-122"/>
                  <a:sym typeface="Arial"/>
                </a:rPr>
                <a:t>目  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A95BEE3-92C6-4180-CA53-3FAF0869CE30}"/>
                </a:ext>
              </a:extLst>
            </p:cNvPr>
            <p:cNvSpPr txBox="1"/>
            <p:nvPr/>
          </p:nvSpPr>
          <p:spPr>
            <a:xfrm>
              <a:off x="1937439" y="1959450"/>
              <a:ext cx="574582" cy="32111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050" dirty="0">
                  <a:solidFill>
                    <a:srgbClr val="FEF4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95 ExtraBold" panose="00020600040101010101" pitchFamily="18" charset="-122"/>
                  <a:sym typeface="Arial"/>
                </a:rPr>
                <a:t>CONTENTES</a:t>
              </a:r>
              <a:endParaRPr lang="zh-CN" altLang="en-US" sz="105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3CFD5C6-8146-D522-E54E-9DF0218AA389}"/>
              </a:ext>
            </a:extLst>
          </p:cNvPr>
          <p:cNvGrpSpPr/>
          <p:nvPr/>
        </p:nvGrpSpPr>
        <p:grpSpPr>
          <a:xfrm>
            <a:off x="1489051" y="2592527"/>
            <a:ext cx="4248472" cy="769441"/>
            <a:chOff x="3161027" y="1769517"/>
            <a:chExt cx="4760526" cy="901261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94B76F1-7BB0-54E4-FD59-354EEAD1E625}"/>
                </a:ext>
              </a:extLst>
            </p:cNvPr>
            <p:cNvSpPr txBox="1"/>
            <p:nvPr/>
          </p:nvSpPr>
          <p:spPr>
            <a:xfrm>
              <a:off x="3161027" y="1769517"/>
              <a:ext cx="1029774" cy="901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rgbClr val="FEF4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itchFamily="18" charset="-122"/>
                  <a:ea typeface="思源宋体 CN Heavy" pitchFamily="18" charset="-122"/>
                  <a:cs typeface="阿里巴巴普惠体 2.0 75 SemiBold" panose="00020600040101010101" pitchFamily="18" charset="-122"/>
                  <a:sym typeface="Arial"/>
                </a:rPr>
                <a:t>01.</a:t>
              </a:r>
              <a:endParaRPr lang="zh-CN" altLang="en-US" sz="44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阿里巴巴普惠体 2.0 75 SemiBold" panose="00020600040101010101" pitchFamily="18" charset="-122"/>
                <a:sym typeface="Arial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8CBA8CB6-31C2-050C-C097-E8354E7982AE}"/>
                </a:ext>
              </a:extLst>
            </p:cNvPr>
            <p:cNvGrpSpPr/>
            <p:nvPr/>
          </p:nvGrpSpPr>
          <p:grpSpPr>
            <a:xfrm>
              <a:off x="4090570" y="1811696"/>
              <a:ext cx="3830983" cy="729465"/>
              <a:chOff x="4052470" y="1814325"/>
              <a:chExt cx="3830983" cy="729465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EA98973-AEA3-8D47-137E-71DC448DDA35}"/>
                  </a:ext>
                </a:extLst>
              </p:cNvPr>
              <p:cNvSpPr txBox="1"/>
              <p:nvPr/>
            </p:nvSpPr>
            <p:spPr>
              <a:xfrm>
                <a:off x="4052470" y="1814325"/>
                <a:ext cx="3830983" cy="61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800" dirty="0">
                    <a:solidFill>
                      <a:srgbClr val="FEF4D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宋体 CN Heavy" pitchFamily="18" charset="-122"/>
                    <a:ea typeface="思源宋体 CN Heavy" pitchFamily="18" charset="-122"/>
                    <a:cs typeface="阿里巴巴普惠体 2.0 65 Medium" panose="00020600040101010101" pitchFamily="18" charset="-122"/>
                    <a:sym typeface="Arial"/>
                  </a:rPr>
                  <a:t>建军节的由来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2AEF399-5A45-B36F-9C31-C7658086E760}"/>
                  </a:ext>
                </a:extLst>
              </p:cNvPr>
              <p:cNvSpPr txBox="1"/>
              <p:nvPr/>
            </p:nvSpPr>
            <p:spPr>
              <a:xfrm>
                <a:off x="4052470" y="2246373"/>
                <a:ext cx="3266076" cy="297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FEF4D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宋体 CN Heavy" pitchFamily="18" charset="-122"/>
                    <a:ea typeface="思源宋体 CN Heavy" pitchFamily="18" charset="-122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FEF4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itchFamily="18" charset="-122"/>
                  <a:ea typeface="思源宋体 CN Heavy" pitchFamily="18" charset="-122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B8CEE02-9A3B-62F3-D57B-D28CB98C5A2A}"/>
              </a:ext>
            </a:extLst>
          </p:cNvPr>
          <p:cNvGrpSpPr/>
          <p:nvPr/>
        </p:nvGrpSpPr>
        <p:grpSpPr>
          <a:xfrm>
            <a:off x="6632156" y="2592527"/>
            <a:ext cx="4248472" cy="769441"/>
            <a:chOff x="3161027" y="1769517"/>
            <a:chExt cx="4760526" cy="901261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79C7AC1-91E6-2D13-CE64-81D1B9CBC00C}"/>
                </a:ext>
              </a:extLst>
            </p:cNvPr>
            <p:cNvSpPr txBox="1"/>
            <p:nvPr/>
          </p:nvSpPr>
          <p:spPr>
            <a:xfrm>
              <a:off x="3161027" y="1769517"/>
              <a:ext cx="1029774" cy="901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rgbClr val="FEF4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itchFamily="18" charset="-122"/>
                  <a:ea typeface="思源宋体 CN Heavy" pitchFamily="18" charset="-122"/>
                  <a:cs typeface="阿里巴巴普惠体 2.0 75 SemiBold" panose="00020600040101010101" pitchFamily="18" charset="-122"/>
                  <a:sym typeface="Arial"/>
                </a:rPr>
                <a:t>02.</a:t>
              </a:r>
              <a:endParaRPr lang="zh-CN" altLang="en-US" sz="44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阿里巴巴普惠体 2.0 75 SemiBold" panose="00020600040101010101" pitchFamily="18" charset="-122"/>
                <a:sym typeface="Arial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C1FDB3A-7F3B-C950-444D-DBF58A859100}"/>
                </a:ext>
              </a:extLst>
            </p:cNvPr>
            <p:cNvGrpSpPr/>
            <p:nvPr/>
          </p:nvGrpSpPr>
          <p:grpSpPr>
            <a:xfrm>
              <a:off x="4090570" y="1811696"/>
              <a:ext cx="3830983" cy="729465"/>
              <a:chOff x="4052470" y="1814325"/>
              <a:chExt cx="3830983" cy="729465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CF3E3F6-0835-E56A-75CD-C7C7D8B529A9}"/>
                  </a:ext>
                </a:extLst>
              </p:cNvPr>
              <p:cNvSpPr txBox="1"/>
              <p:nvPr/>
            </p:nvSpPr>
            <p:spPr>
              <a:xfrm>
                <a:off x="4052470" y="1814325"/>
                <a:ext cx="3830983" cy="61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800" dirty="0">
                    <a:solidFill>
                      <a:srgbClr val="FEF4D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宋体 CN Heavy" pitchFamily="18" charset="-122"/>
                    <a:ea typeface="思源宋体 CN Heavy" pitchFamily="18" charset="-122"/>
                    <a:cs typeface="阿里巴巴普惠体 2.0 65 Medium" panose="00020600040101010101" pitchFamily="18" charset="-122"/>
                    <a:sym typeface="Arial"/>
                  </a:rPr>
                  <a:t>建军节的庆祝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6FC6E3E-3012-E5B4-E014-234254632FC4}"/>
                  </a:ext>
                </a:extLst>
              </p:cNvPr>
              <p:cNvSpPr txBox="1"/>
              <p:nvPr/>
            </p:nvSpPr>
            <p:spPr>
              <a:xfrm>
                <a:off x="4052470" y="2246373"/>
                <a:ext cx="3266076" cy="297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FEF4D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宋体 CN Heavy" pitchFamily="18" charset="-122"/>
                    <a:ea typeface="思源宋体 CN Heavy" pitchFamily="18" charset="-122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FEF4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itchFamily="18" charset="-122"/>
                  <a:ea typeface="思源宋体 CN Heavy" pitchFamily="18" charset="-122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AE8FEE7-EE95-B270-40E1-332FE127AD52}"/>
              </a:ext>
            </a:extLst>
          </p:cNvPr>
          <p:cNvGrpSpPr/>
          <p:nvPr/>
        </p:nvGrpSpPr>
        <p:grpSpPr>
          <a:xfrm>
            <a:off x="1489051" y="3811688"/>
            <a:ext cx="4248472" cy="769441"/>
            <a:chOff x="3161027" y="1769517"/>
            <a:chExt cx="4760526" cy="901261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2E583498-9F08-4746-07C7-B97055EB3BC8}"/>
                </a:ext>
              </a:extLst>
            </p:cNvPr>
            <p:cNvSpPr txBox="1"/>
            <p:nvPr/>
          </p:nvSpPr>
          <p:spPr>
            <a:xfrm>
              <a:off x="3161027" y="1769517"/>
              <a:ext cx="1029774" cy="901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rgbClr val="FEF4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itchFamily="18" charset="-122"/>
                  <a:ea typeface="思源宋体 CN Heavy" pitchFamily="18" charset="-122"/>
                  <a:cs typeface="阿里巴巴普惠体 2.0 75 SemiBold" panose="00020600040101010101" pitchFamily="18" charset="-122"/>
                  <a:sym typeface="Arial"/>
                </a:rPr>
                <a:t>03.</a:t>
              </a:r>
              <a:endParaRPr lang="zh-CN" altLang="en-US" sz="44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阿里巴巴普惠体 2.0 75 SemiBold" panose="00020600040101010101" pitchFamily="18" charset="-122"/>
                <a:sym typeface="Arial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C4300152-3E91-0C31-6E68-88546437FF68}"/>
                </a:ext>
              </a:extLst>
            </p:cNvPr>
            <p:cNvGrpSpPr/>
            <p:nvPr/>
          </p:nvGrpSpPr>
          <p:grpSpPr>
            <a:xfrm>
              <a:off x="4090570" y="1811696"/>
              <a:ext cx="3830983" cy="729465"/>
              <a:chOff x="4052470" y="1814325"/>
              <a:chExt cx="3830983" cy="729465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BC02AD0-3D65-AB2C-01C4-4E32B70170B8}"/>
                  </a:ext>
                </a:extLst>
              </p:cNvPr>
              <p:cNvSpPr txBox="1"/>
              <p:nvPr/>
            </p:nvSpPr>
            <p:spPr>
              <a:xfrm>
                <a:off x="4052470" y="1814325"/>
                <a:ext cx="3830983" cy="61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800" dirty="0">
                    <a:solidFill>
                      <a:srgbClr val="FEF4D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宋体 CN Heavy" pitchFamily="18" charset="-122"/>
                    <a:ea typeface="思源宋体 CN Heavy" pitchFamily="18" charset="-122"/>
                    <a:cs typeface="阿里巴巴普惠体 2.0 65 Medium" panose="00020600040101010101" pitchFamily="18" charset="-122"/>
                    <a:sym typeface="Arial"/>
                  </a:rPr>
                  <a:t>建军节的诞生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591E197-46AE-5B13-7CF5-52114803F861}"/>
                  </a:ext>
                </a:extLst>
              </p:cNvPr>
              <p:cNvSpPr txBox="1"/>
              <p:nvPr/>
            </p:nvSpPr>
            <p:spPr>
              <a:xfrm>
                <a:off x="4052470" y="2246373"/>
                <a:ext cx="3266076" cy="297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FEF4D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宋体 CN Heavy" pitchFamily="18" charset="-122"/>
                    <a:ea typeface="思源宋体 CN Heavy" pitchFamily="18" charset="-122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FEF4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itchFamily="18" charset="-122"/>
                  <a:ea typeface="思源宋体 CN Heavy" pitchFamily="18" charset="-122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D3B8610-7784-772F-63A2-8972747EE5FB}"/>
              </a:ext>
            </a:extLst>
          </p:cNvPr>
          <p:cNvGrpSpPr/>
          <p:nvPr/>
        </p:nvGrpSpPr>
        <p:grpSpPr>
          <a:xfrm>
            <a:off x="6632156" y="3811688"/>
            <a:ext cx="4248472" cy="769441"/>
            <a:chOff x="3161027" y="1769517"/>
            <a:chExt cx="4760526" cy="901261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E10ECF8-D1CC-FF0E-1DCD-38C750CDF297}"/>
                </a:ext>
              </a:extLst>
            </p:cNvPr>
            <p:cNvSpPr txBox="1"/>
            <p:nvPr/>
          </p:nvSpPr>
          <p:spPr>
            <a:xfrm>
              <a:off x="3161027" y="1769517"/>
              <a:ext cx="1029774" cy="901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rgbClr val="FEF4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itchFamily="18" charset="-122"/>
                  <a:ea typeface="思源宋体 CN Heavy" pitchFamily="18" charset="-122"/>
                  <a:cs typeface="阿里巴巴普惠体 2.0 75 SemiBold" panose="00020600040101010101" pitchFamily="18" charset="-122"/>
                  <a:sym typeface="Arial"/>
                </a:rPr>
                <a:t>04.</a:t>
              </a:r>
              <a:endParaRPr lang="zh-CN" altLang="en-US" sz="44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阿里巴巴普惠体 2.0 75 SemiBold" panose="00020600040101010101" pitchFamily="18" charset="-122"/>
                <a:sym typeface="Arial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A899B79D-3028-04E1-BA66-062F0F93B442}"/>
                </a:ext>
              </a:extLst>
            </p:cNvPr>
            <p:cNvGrpSpPr/>
            <p:nvPr/>
          </p:nvGrpSpPr>
          <p:grpSpPr>
            <a:xfrm>
              <a:off x="4090570" y="1811696"/>
              <a:ext cx="3830983" cy="729465"/>
              <a:chOff x="4052470" y="1814325"/>
              <a:chExt cx="3830983" cy="729465"/>
            </a:xfrm>
          </p:grpSpPr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9E40589-33F6-D284-3BAB-5C6B4D7A8665}"/>
                  </a:ext>
                </a:extLst>
              </p:cNvPr>
              <p:cNvSpPr txBox="1"/>
              <p:nvPr/>
            </p:nvSpPr>
            <p:spPr>
              <a:xfrm>
                <a:off x="4052470" y="1814325"/>
                <a:ext cx="3830983" cy="61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800" dirty="0">
                    <a:solidFill>
                      <a:srgbClr val="FEF4D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宋体 CN Heavy" pitchFamily="18" charset="-122"/>
                    <a:ea typeface="思源宋体 CN Heavy" pitchFamily="18" charset="-122"/>
                    <a:cs typeface="阿里巴巴普惠体 2.0 65 Medium" panose="00020600040101010101" pitchFamily="18" charset="-122"/>
                    <a:sym typeface="Arial"/>
                  </a:rPr>
                  <a:t>建军节的军旗</a:t>
                </a: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A255AD6-B5DF-CD07-0273-CDCB5FA49C4A}"/>
                  </a:ext>
                </a:extLst>
              </p:cNvPr>
              <p:cNvSpPr txBox="1"/>
              <p:nvPr/>
            </p:nvSpPr>
            <p:spPr>
              <a:xfrm>
                <a:off x="4052470" y="2246373"/>
                <a:ext cx="3266076" cy="297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FEF4D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宋体 CN Heavy" pitchFamily="18" charset="-122"/>
                    <a:ea typeface="思源宋体 CN Heavy" pitchFamily="18" charset="-122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FEF4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itchFamily="18" charset="-122"/>
                  <a:ea typeface="思源宋体 CN Heavy" pitchFamily="18" charset="-122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sp>
        <p:nvSpPr>
          <p:cNvPr id="42" name="TextBox 5">
            <a:extLst>
              <a:ext uri="{FF2B5EF4-FFF2-40B4-BE49-F238E27FC236}">
                <a16:creationId xmlns:a16="http://schemas.microsoft.com/office/drawing/2014/main" id="{BA9F0A7F-3885-E311-3130-3246071D6AFC}"/>
              </a:ext>
            </a:extLst>
          </p:cNvPr>
          <p:cNvSpPr txBox="1"/>
          <p:nvPr/>
        </p:nvSpPr>
        <p:spPr>
          <a:xfrm>
            <a:off x="-1" y="55055"/>
            <a:ext cx="432048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extLst>
      <p:ext uri="{BB962C8B-B14F-4D97-AF65-F5344CB8AC3E}">
        <p14:creationId xmlns:p14="http://schemas.microsoft.com/office/powerpoint/2010/main" val="408769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3431FD6-ED89-69CD-C391-79134E77E1B4}"/>
              </a:ext>
            </a:extLst>
          </p:cNvPr>
          <p:cNvPicPr>
            <a:picLocks noChangeAspect="1"/>
          </p:cNvPicPr>
          <p:nvPr/>
        </p:nvPicPr>
        <p:blipFill rotWithShape="1">
          <a:blip r:embed="R0d4fa026edaa44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288689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70DC111-06C7-34F3-C3DB-F329BBDC8AEA}"/>
              </a:ext>
            </a:extLst>
          </p:cNvPr>
          <p:cNvPicPr>
            <a:picLocks noChangeAspect="1"/>
          </p:cNvPicPr>
          <p:nvPr/>
        </p:nvPicPr>
        <p:blipFill rotWithShape="1">
          <a:blip r:embed="Rb8ad647decdf4b2d" cstate="email">
            <a:extLst>
              <a:ext uri="{BEBA8EAE-BF5A-486C-A8C5-ECC9F3942E4B}">
                <a14:imgProps xmlns:a14="http://schemas.microsoft.com/office/drawing/2010/main">
                  <a14:imgLayer r:embed="Rd7d49c6083214613">
                    <a14:imgEffect>
                      <a14:backgroundRemoval t="0" b="100000" l="0" r="100000">
                        <a14:foregroundMark x1="42857" y1="31852" x2="20408" y2="61481"/>
                        <a14:foregroundMark x1="38776" y1="16296" x2="63265" y2="14074"/>
                        <a14:foregroundMark x1="10884" y1="65185" x2="19728" y2="63704"/>
                        <a14:foregroundMark x1="21769" y1="65185" x2="46939" y2="36296"/>
                        <a14:foregroundMark x1="20408" y1="48889" x2="31293" y2="32593"/>
                        <a14:foregroundMark x1="8844" y1="84444" x2="84354" y2="83704"/>
                        <a14:foregroundMark x1="13605" y1="91111" x2="24490" y2="91852"/>
                        <a14:foregroundMark x1="74830" y1="90370" x2="82993" y2="90370"/>
                        <a14:foregroundMark x1="8844" y1="89630" x2="13605" y2="93333"/>
                        <a14:backgroundMark x1="59864" y1="0" x2="59864" y2="0"/>
                        <a14:backgroundMark x1="87755" y1="0" x2="99320" y2="14815"/>
                        <a14:backgroundMark x1="74830" y1="0" x2="99320" y2="18519"/>
                        <a14:backgroundMark x1="80272" y1="15556" x2="99320" y2="51111"/>
                        <a14:backgroundMark x1="55102" y1="50370" x2="42857" y2="66667"/>
                        <a14:backgroundMark x1="36735" y1="63704" x2="51020" y2="42963"/>
                        <a14:backgroundMark x1="59184" y1="55556" x2="57823" y2="36296"/>
                        <a14:backgroundMark x1="2041" y1="11111" x2="0" y2="21481"/>
                        <a14:backgroundMark x1="31973" y1="0" x2="0" y2="18519"/>
                        <a14:backgroundMark x1="29252" y1="0" x2="13605" y2="48148"/>
                        <a14:backgroundMark x1="31973" y1="22222" x2="31293" y2="18519"/>
                        <a14:backgroundMark x1="35374" y1="76296" x2="4082" y2="72593"/>
                        <a14:backgroundMark x1="71429" y1="2222" x2="85034" y2="25185"/>
                        <a14:backgroundMark x1="36735" y1="0" x2="20408" y2="5926"/>
                        <a14:backgroundMark x1="18367" y1="42963" x2="24490" y2="30370"/>
                        <a14:backgroundMark x1="29932" y1="8148" x2="25850" y2="28148"/>
                        <a14:backgroundMark x1="26531" y1="34815" x2="21769" y2="40000"/>
                        <a14:backgroundMark x1="55102" y1="25926" x2="56463" y2="36296"/>
                        <a14:backgroundMark x1="0" y1="90370" x2="2721" y2="99259"/>
                        <a14:backgroundMark x1="94558" y1="99259" x2="94558" y2="99259"/>
                        <a14:backgroundMark x1="4762" y1="88889" x2="10204" y2="95556"/>
                        <a14:backgroundMark x1="4082" y1="85926" x2="8844" y2="90370"/>
                        <a14:backgroundMark x1="11565" y1="71111" x2="15646" y2="7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6321" y="3408041"/>
            <a:ext cx="1368153" cy="12491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49C1381-1943-B28A-23B7-4B56D456E0EB}"/>
              </a:ext>
            </a:extLst>
          </p:cNvPr>
          <p:cNvPicPr>
            <a:picLocks noChangeAspect="1"/>
          </p:cNvPicPr>
          <p:nvPr/>
        </p:nvPicPr>
        <p:blipFill rotWithShape="1">
          <a:blip r:embed="R4ac28d430e2b460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39"/>
          <a:stretch/>
        </p:blipFill>
        <p:spPr>
          <a:xfrm>
            <a:off x="4151785" y="-243408"/>
            <a:ext cx="3512017" cy="8640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CB8137F-35E9-2BD6-5A49-5CE9F2907829}"/>
              </a:ext>
            </a:extLst>
          </p:cNvPr>
          <p:cNvSpPr txBox="1"/>
          <p:nvPr/>
        </p:nvSpPr>
        <p:spPr>
          <a:xfrm>
            <a:off x="263352" y="6351133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不忘初心 牢记使命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BFA0DA-A945-5ED2-1A55-0A7C34995CDB}"/>
              </a:ext>
            </a:extLst>
          </p:cNvPr>
          <p:cNvSpPr txBox="1"/>
          <p:nvPr/>
        </p:nvSpPr>
        <p:spPr>
          <a:xfrm>
            <a:off x="2312345" y="6381908"/>
            <a:ext cx="45696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NEVER FORGET YOUR ORIGINAL INTENTION, ALWAYS REMEMBER YOUR MISSION</a:t>
            </a:r>
            <a:endParaRPr lang="zh-CN" altLang="en-US" sz="600" dirty="0">
              <a:solidFill>
                <a:schemeClr val="bg1">
                  <a:lumMod val="95000"/>
                </a:schemeClr>
              </a:solidFill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BF160C-A2DC-FC3D-DB3D-C4C1D0F615F0}"/>
              </a:ext>
            </a:extLst>
          </p:cNvPr>
          <p:cNvSpPr txBox="1"/>
          <p:nvPr/>
        </p:nvSpPr>
        <p:spPr>
          <a:xfrm>
            <a:off x="11208568" y="26064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八月一日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F77B5E-AB3B-C253-0BFE-805C57E4F2BE}"/>
              </a:ext>
            </a:extLst>
          </p:cNvPr>
          <p:cNvSpPr txBox="1"/>
          <p:nvPr/>
        </p:nvSpPr>
        <p:spPr>
          <a:xfrm>
            <a:off x="11460220" y="547912"/>
            <a:ext cx="684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建军节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450A28-7303-77D1-0175-CA5EC595B114}"/>
              </a:ext>
            </a:extLst>
          </p:cNvPr>
          <p:cNvSpPr txBox="1"/>
          <p:nvPr/>
        </p:nvSpPr>
        <p:spPr>
          <a:xfrm>
            <a:off x="11692754" y="764569"/>
            <a:ext cx="451919" cy="792225"/>
          </a:xfrm>
          <a:prstGeom prst="rect">
            <a:avLst/>
          </a:prstGeom>
          <a:noFill/>
        </p:spPr>
        <p:txBody>
          <a:bodyPr vert="wordArtVertRtl"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Army Day</a:t>
            </a:r>
            <a:endParaRPr lang="zh-CN" altLang="en-US" sz="800" dirty="0">
              <a:solidFill>
                <a:srgbClr val="FDF4D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阿里巴巴普惠体 2.0 95 ExtraBold" panose="00020600040101010101" pitchFamily="18" charset="-122"/>
              <a:sym typeface="Arial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CC4A3A-CB29-4D94-F034-950402B14E24}"/>
              </a:ext>
            </a:extLst>
          </p:cNvPr>
          <p:cNvSpPr txBox="1"/>
          <p:nvPr/>
        </p:nvSpPr>
        <p:spPr>
          <a:xfrm>
            <a:off x="3205341" y="1556794"/>
            <a:ext cx="2520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Arial"/>
              </a:rPr>
              <a:t>XX节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CA6A4F-B0CB-FD10-2AD5-C7843B629BB7}"/>
              </a:ext>
            </a:extLst>
          </p:cNvPr>
          <p:cNvSpPr txBox="1"/>
          <p:nvPr/>
        </p:nvSpPr>
        <p:spPr>
          <a:xfrm>
            <a:off x="1297129" y="2509659"/>
            <a:ext cx="63367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阿里巴巴普惠体 2.0 75 SemiBold" panose="00020600040101010101" pitchFamily="18" charset="-122"/>
                <a:sym typeface="Arial"/>
              </a:rPr>
              <a:t>建军节的由来</a:t>
            </a:r>
          </a:p>
        </p:txBody>
      </p:sp>
    </p:spTree>
    <p:extLst>
      <p:ext uri="{BB962C8B-B14F-4D97-AF65-F5344CB8AC3E}">
        <p14:creationId xmlns:p14="http://schemas.microsoft.com/office/powerpoint/2010/main" val="257257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7920347-70E1-0365-B6AD-8EB48F2FD363}"/>
              </a:ext>
            </a:extLst>
          </p:cNvPr>
          <p:cNvGrpSpPr/>
          <p:nvPr/>
        </p:nvGrpSpPr>
        <p:grpSpPr>
          <a:xfrm>
            <a:off x="7536160" y="1988842"/>
            <a:ext cx="3551363" cy="3551361"/>
            <a:chOff x="4484914" y="2467429"/>
            <a:chExt cx="4020457" cy="4020457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1B958259-7AC0-7D8B-2749-A6839D9D81CF}"/>
                </a:ext>
              </a:extLst>
            </p:cNvPr>
            <p:cNvSpPr/>
            <p:nvPr/>
          </p:nvSpPr>
          <p:spPr>
            <a:xfrm>
              <a:off x="4484914" y="2467429"/>
              <a:ext cx="4020457" cy="4020457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ECE0A2"/>
              </a:solidFill>
            </a:ln>
            <a:effectLst>
              <a:outerShdw blurRad="63500" sx="101000" sy="101000" algn="ctr" rotWithShape="0">
                <a:prstClr val="black">
                  <a:alpha val="3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0790EBF-689D-5CF9-0F79-B09311B18A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6a1f3ee8dcb940ec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1646"/>
            <a:stretch/>
          </p:blipFill>
          <p:spPr>
            <a:xfrm>
              <a:off x="4590312" y="2572827"/>
              <a:ext cx="3809660" cy="3809660"/>
            </a:xfrm>
            <a:prstGeom prst="ellipse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A49D89-CED5-F2B7-1F74-1CC75B7480EE}"/>
              </a:ext>
            </a:extLst>
          </p:cNvPr>
          <p:cNvGrpSpPr/>
          <p:nvPr/>
        </p:nvGrpSpPr>
        <p:grpSpPr>
          <a:xfrm>
            <a:off x="801333" y="1683040"/>
            <a:ext cx="6506227" cy="970133"/>
            <a:chOff x="5040170" y="1809496"/>
            <a:chExt cx="6506227" cy="970133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2B1BE21-7CE9-2093-7AA7-8AE92A61D1A2}"/>
                </a:ext>
              </a:extLst>
            </p:cNvPr>
            <p:cNvSpPr txBox="1"/>
            <p:nvPr/>
          </p:nvSpPr>
          <p:spPr>
            <a:xfrm>
              <a:off x="5040171" y="1809496"/>
              <a:ext cx="1713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节日由来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C344FEE-A9CE-F419-F2C9-5EBD829B8EE3}"/>
                </a:ext>
              </a:extLst>
            </p:cNvPr>
            <p:cNvSpPr txBox="1"/>
            <p:nvPr/>
          </p:nvSpPr>
          <p:spPr>
            <a:xfrm>
              <a:off x="5040170" y="2256409"/>
              <a:ext cx="650622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1927</a:t>
              </a:r>
              <a:r>
                <a:rPr lang="zh-CN" altLang="en-US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年</a:t>
              </a:r>
              <a:r>
                <a:rPr lang="en-US" altLang="zh-CN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4</a:t>
              </a:r>
              <a:r>
                <a:rPr lang="zh-CN" altLang="en-US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12</a:t>
              </a:r>
              <a:r>
                <a:rPr lang="zh-CN" altLang="en-US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日和</a:t>
              </a:r>
              <a:r>
                <a:rPr lang="en-US" altLang="zh-CN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7</a:t>
              </a:r>
              <a:r>
                <a:rPr lang="zh-CN" altLang="en-US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15</a:t>
              </a:r>
              <a:r>
                <a:rPr lang="zh-CN" altLang="en-US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日蒋介石、汪精卫先后在南京和武汉发动“清共”后，中共中央在汉口召开了临时政治局常委会议，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0447FCB-D292-61A3-34E8-BCA2DA17883D}"/>
              </a:ext>
            </a:extLst>
          </p:cNvPr>
          <p:cNvGrpSpPr/>
          <p:nvPr/>
        </p:nvGrpSpPr>
        <p:grpSpPr>
          <a:xfrm>
            <a:off x="801333" y="2996952"/>
            <a:ext cx="6506227" cy="1185577"/>
            <a:chOff x="5040170" y="3232868"/>
            <a:chExt cx="6506227" cy="1185577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1114C3E-AF65-61F4-6C8D-59A893BF90BF}"/>
                </a:ext>
              </a:extLst>
            </p:cNvPr>
            <p:cNvSpPr txBox="1"/>
            <p:nvPr/>
          </p:nvSpPr>
          <p:spPr>
            <a:xfrm>
              <a:off x="5040171" y="3232868"/>
              <a:ext cx="1713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节日由来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AC9E2B1-D350-4522-177D-5B0595E053FF}"/>
                </a:ext>
              </a:extLst>
            </p:cNvPr>
            <p:cNvSpPr txBox="1"/>
            <p:nvPr/>
          </p:nvSpPr>
          <p:spPr>
            <a:xfrm>
              <a:off x="5040170" y="3679781"/>
              <a:ext cx="650622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决定利用共产党掌握和影响下的国民革命军在南昌举行起义，指定周恩来为前敌委员会书记，还有三个委员：李立三、恽代英、彭湃。起义时就是由前敌委员会加上军事领导人指挥。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C8E1B0A-767F-B82D-6AAA-62072E622F42}"/>
              </a:ext>
            </a:extLst>
          </p:cNvPr>
          <p:cNvGrpSpPr/>
          <p:nvPr/>
        </p:nvGrpSpPr>
        <p:grpSpPr>
          <a:xfrm>
            <a:off x="801333" y="4529783"/>
            <a:ext cx="6506227" cy="1185577"/>
            <a:chOff x="5040170" y="4656240"/>
            <a:chExt cx="6506227" cy="1185577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125241B-EB80-7861-BD26-277DCF2609D5}"/>
                </a:ext>
              </a:extLst>
            </p:cNvPr>
            <p:cNvSpPr txBox="1"/>
            <p:nvPr/>
          </p:nvSpPr>
          <p:spPr>
            <a:xfrm>
              <a:off x="5040171" y="4656240"/>
              <a:ext cx="1713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节日由来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8BF9F3A-385B-3549-690E-0CA4E4179260}"/>
                </a:ext>
              </a:extLst>
            </p:cNvPr>
            <p:cNvSpPr txBox="1"/>
            <p:nvPr/>
          </p:nvSpPr>
          <p:spPr>
            <a:xfrm>
              <a:off x="5040170" y="5103153"/>
              <a:ext cx="650622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1927</a:t>
              </a:r>
              <a:r>
                <a:rPr lang="zh-CN" altLang="en-US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年</a:t>
              </a:r>
              <a:r>
                <a:rPr lang="en-US" altLang="zh-CN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8</a:t>
              </a:r>
              <a:r>
                <a:rPr lang="zh-CN" altLang="en-US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</a:t>
              </a:r>
              <a:r>
                <a:rPr lang="zh-CN" altLang="en-US" sz="1400" spc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日，以周恩来为书记，李立三、恽代英、彭湃为委员组成前敌委员会，组织和领导南昌起义 ，打响了武装反抗国民党反动派的XX枪，中国共产党领导的人民军队从此诞生。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6217DE4-2BBF-F7BD-8B45-8046D28723ED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35454BB-3387-283D-B020-A371E3C16468}"/>
                </a:ext>
              </a:extLst>
            </p:cNvPr>
            <p:cNvPicPr>
              <a:picLocks noChangeAspect="1"/>
            </p:cNvPicPr>
            <p:nvPr/>
          </p:nvPicPr>
          <p:blipFill>
            <a:blip r:embed="R9f18919f23b04be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CF05FCA-8BCA-10BB-55F5-A28EF58CE632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C66FDC2-7149-E9EA-BBA0-701D220A087D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建军节的由来</a:t>
                </a: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355796F-F974-5020-CD3A-1790A3B0E0F3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650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59881B4-5FF4-EA48-F36D-10DABDE194F2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1C7C59-A202-5FF9-5349-0FB51A9C4347}"/>
                </a:ext>
              </a:extLst>
            </p:cNvPr>
            <p:cNvPicPr>
              <a:picLocks noChangeAspect="1"/>
            </p:cNvPicPr>
            <p:nvPr/>
          </p:nvPicPr>
          <p:blipFill>
            <a:blip r:embed="R08c3dde48d0f472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E3134F9-2609-C419-3CCA-8900673D649B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2F6BA10-EE89-FE81-7314-27127ACCFE48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建军节的由来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1E79995-0A68-7CE4-555B-052AD60B3050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BC30520-2EB0-79E8-4C62-D2E60157594B}"/>
              </a:ext>
            </a:extLst>
          </p:cNvPr>
          <p:cNvGrpSpPr/>
          <p:nvPr/>
        </p:nvGrpSpPr>
        <p:grpSpPr>
          <a:xfrm>
            <a:off x="2584293" y="1886067"/>
            <a:ext cx="7047228" cy="602535"/>
            <a:chOff x="2584292" y="1603951"/>
            <a:chExt cx="7047228" cy="60253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C884D52-3569-54CB-F866-0032990EC2D6}"/>
                </a:ext>
              </a:extLst>
            </p:cNvPr>
            <p:cNvSpPr/>
            <p:nvPr/>
          </p:nvSpPr>
          <p:spPr>
            <a:xfrm>
              <a:off x="2584292" y="1603951"/>
              <a:ext cx="7023415" cy="58328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ECE0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>
                <a:solidFill>
                  <a:schemeClr val="bg1"/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739D42C-0B6C-B263-A9EF-03E9DDE99C48}"/>
                </a:ext>
              </a:extLst>
            </p:cNvPr>
            <p:cNvSpPr txBox="1"/>
            <p:nvPr/>
          </p:nvSpPr>
          <p:spPr>
            <a:xfrm>
              <a:off x="2608105" y="1621711"/>
              <a:ext cx="70234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200" dirty="0">
                  <a:ln w="19050">
                    <a:noFill/>
                  </a:ln>
                  <a:solidFill>
                    <a:srgbClr val="E8CD76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八一建军节（</a:t>
              </a:r>
              <a:r>
                <a:rPr lang="en-US" altLang="zh-CN" sz="3200" dirty="0">
                  <a:ln w="19050">
                    <a:noFill/>
                  </a:ln>
                  <a:solidFill>
                    <a:srgbClr val="E8CD76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Army Day</a:t>
              </a:r>
              <a:r>
                <a:rPr lang="zh-CN" altLang="en-US" sz="3200" dirty="0">
                  <a:ln w="19050">
                    <a:noFill/>
                  </a:ln>
                  <a:solidFill>
                    <a:srgbClr val="E8CD76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）</a:t>
              </a:r>
              <a:endParaRPr lang="zh-CN" altLang="en-US" sz="3200" dirty="0">
                <a:solidFill>
                  <a:srgbClr val="E8CD76"/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FA8B7A6B-56D7-101E-4469-CAF8FE0B17E7}"/>
              </a:ext>
            </a:extLst>
          </p:cNvPr>
          <p:cNvSpPr/>
          <p:nvPr/>
        </p:nvSpPr>
        <p:spPr>
          <a:xfrm>
            <a:off x="1795921" y="2893065"/>
            <a:ext cx="8600161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buClr>
                <a:schemeClr val="accent1"/>
              </a:buClr>
              <a:defRPr/>
            </a:pPr>
            <a:r>
              <a:rPr lang="zh-CN" altLang="en-US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但在南昌起义后的相当一段时间内，人们还没有意识到其标志性意义。</a:t>
            </a:r>
            <a:r>
              <a:rPr lang="en-US" altLang="zh-CN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1928</a:t>
            </a:r>
            <a:r>
              <a:rPr lang="zh-CN" altLang="en-US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年</a:t>
            </a:r>
            <a:r>
              <a:rPr lang="en-US" altLang="zh-CN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6</a:t>
            </a:r>
            <a:r>
              <a:rPr lang="zh-CN" altLang="en-US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月</a:t>
            </a:r>
            <a:r>
              <a:rPr lang="en-US" altLang="zh-CN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—7</a:t>
            </a:r>
            <a:r>
              <a:rPr lang="zh-CN" altLang="en-US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月召开的中共六大，认为</a:t>
            </a:r>
            <a:r>
              <a:rPr lang="en-US" altLang="zh-CN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1927</a:t>
            </a:r>
            <a:r>
              <a:rPr lang="zh-CN" altLang="en-US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年的广州暴动是中国苏维埃革命阶段的开始，并正式决定“广州暴动日”（</a:t>
            </a:r>
            <a:r>
              <a:rPr lang="en-US" altLang="zh-CN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12</a:t>
            </a:r>
            <a:r>
              <a:rPr lang="zh-CN" altLang="en-US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月</a:t>
            </a:r>
            <a:r>
              <a:rPr lang="en-US" altLang="zh-CN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11</a:t>
            </a:r>
            <a:r>
              <a:rPr lang="zh-CN" altLang="en-US" sz="1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日）为一个固定的纪念日。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8849B11-3ADD-EDCD-58EB-F22E16953F34}"/>
              </a:ext>
            </a:extLst>
          </p:cNvPr>
          <p:cNvSpPr/>
          <p:nvPr/>
        </p:nvSpPr>
        <p:spPr>
          <a:xfrm>
            <a:off x="1826799" y="4679953"/>
            <a:ext cx="944507" cy="944506"/>
          </a:xfrm>
          <a:prstGeom prst="ellipse">
            <a:avLst/>
          </a:prstGeom>
          <a:gradFill>
            <a:gsLst>
              <a:gs pos="0">
                <a:srgbClr val="C30F0F">
                  <a:lumMod val="90000"/>
                  <a:lumOff val="10000"/>
                </a:srgbClr>
              </a:gs>
              <a:gs pos="64000">
                <a:srgbClr val="C30F0F"/>
              </a:gs>
            </a:gsLst>
            <a:lin ang="5400000" scaled="1"/>
          </a:gra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0EB8FF-8DE7-15B5-FF1C-E1E5998C6E0E}"/>
              </a:ext>
            </a:extLst>
          </p:cNvPr>
          <p:cNvSpPr txBox="1"/>
          <p:nvPr/>
        </p:nvSpPr>
        <p:spPr>
          <a:xfrm>
            <a:off x="1602682" y="4767488"/>
            <a:ext cx="1392743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600" i="1" spc="-300">
                <a:ln w="19050">
                  <a:noFill/>
                </a:ln>
                <a:gradFill>
                  <a:gsLst>
                    <a:gs pos="100000">
                      <a:srgbClr val="E9BE61"/>
                    </a:gs>
                    <a:gs pos="49000">
                      <a:srgbClr val="FEEFAC"/>
                    </a:gs>
                  </a:gsLst>
                  <a:lin ang="5400000" scaled="0"/>
                </a:gradFill>
                <a:effectLst>
                  <a:outerShdw blurRad="254000" dist="114300" dir="5400000" algn="ctr" rotWithShape="0">
                    <a:srgbClr val="000000">
                      <a:alpha val="23000"/>
                    </a:srgbClr>
                  </a:outerShdw>
                </a:effectLst>
                <a:latin typeface="字魂143号-正酷超级黑" panose="00000500000000000000" pitchFamily="2" charset="-122"/>
                <a:ea typeface="字魂143号-正酷超级黑" panose="00000500000000000000" pitchFamily="2" charset="-122"/>
              </a:defRPr>
            </a:lvl1pPr>
          </a:lstStyle>
          <a:p>
            <a:r>
              <a:rPr lang="zh-CN" altLang="en-US" sz="2200" i="0" spc="0" dirty="0">
                <a:solidFill>
                  <a:schemeClr val="bg1"/>
                </a:solidFill>
                <a:effectLst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群众</a:t>
            </a:r>
            <a:endParaRPr lang="en-US" altLang="zh-CN" sz="2200" i="0" spc="0" dirty="0">
              <a:solidFill>
                <a:schemeClr val="bg1"/>
              </a:solidFill>
              <a:effectLst/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  <a:p>
            <a:r>
              <a:rPr lang="zh-CN" altLang="en-US" sz="2200" i="0" spc="0" dirty="0">
                <a:solidFill>
                  <a:schemeClr val="bg1"/>
                </a:solidFill>
                <a:effectLst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欢庆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021EF0F-C97B-C77C-886F-54BE45DBDC30}"/>
              </a:ext>
            </a:extLst>
          </p:cNvPr>
          <p:cNvSpPr/>
          <p:nvPr/>
        </p:nvSpPr>
        <p:spPr>
          <a:xfrm>
            <a:off x="9264296" y="4679953"/>
            <a:ext cx="944507" cy="944506"/>
          </a:xfrm>
          <a:prstGeom prst="ellipse">
            <a:avLst/>
          </a:prstGeom>
          <a:gradFill>
            <a:gsLst>
              <a:gs pos="0">
                <a:srgbClr val="C30F0F">
                  <a:lumMod val="90000"/>
                  <a:lumOff val="10000"/>
                </a:srgbClr>
              </a:gs>
              <a:gs pos="64000">
                <a:srgbClr val="C30F0F"/>
              </a:gs>
            </a:gsLst>
            <a:lin ang="5400000" scaled="1"/>
          </a:gra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9A2782-73D8-5278-1379-B1358FA421BF}"/>
              </a:ext>
            </a:extLst>
          </p:cNvPr>
          <p:cNvSpPr txBox="1"/>
          <p:nvPr/>
        </p:nvSpPr>
        <p:spPr>
          <a:xfrm>
            <a:off x="9040179" y="4767488"/>
            <a:ext cx="1392743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600" i="1" spc="-300">
                <a:ln w="19050">
                  <a:noFill/>
                </a:ln>
                <a:gradFill>
                  <a:gsLst>
                    <a:gs pos="100000">
                      <a:srgbClr val="E9BE61"/>
                    </a:gs>
                    <a:gs pos="49000">
                      <a:srgbClr val="FEEFAC"/>
                    </a:gs>
                  </a:gsLst>
                  <a:lin ang="5400000" scaled="0"/>
                </a:gradFill>
                <a:effectLst>
                  <a:outerShdw blurRad="254000" dist="114300" dir="5400000" algn="ctr" rotWithShape="0">
                    <a:srgbClr val="000000">
                      <a:alpha val="23000"/>
                    </a:srgbClr>
                  </a:outerShdw>
                </a:effectLst>
                <a:latin typeface="字魂143号-正酷超级黑" panose="00000500000000000000" pitchFamily="2" charset="-122"/>
                <a:ea typeface="字魂143号-正酷超级黑" panose="00000500000000000000" pitchFamily="2" charset="-122"/>
              </a:defRPr>
            </a:lvl1pPr>
          </a:lstStyle>
          <a:p>
            <a:r>
              <a:rPr lang="zh-CN" altLang="en-US" sz="2200" i="0" spc="0" dirty="0">
                <a:solidFill>
                  <a:schemeClr val="bg1"/>
                </a:solidFill>
                <a:effectLst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百年</a:t>
            </a:r>
            <a:endParaRPr lang="en-US" altLang="zh-CN" sz="2200" i="0" spc="0" dirty="0">
              <a:solidFill>
                <a:schemeClr val="bg1"/>
              </a:solidFill>
              <a:effectLst/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  <a:p>
            <a:r>
              <a:rPr lang="zh-CN" altLang="en-US" sz="2200" i="0" spc="0" dirty="0">
                <a:solidFill>
                  <a:schemeClr val="bg1"/>
                </a:solidFill>
                <a:effectLst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大庆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F8B78A5-1348-14E1-AD9C-15923CDF3B37}"/>
              </a:ext>
            </a:extLst>
          </p:cNvPr>
          <p:cNvSpPr/>
          <p:nvPr/>
        </p:nvSpPr>
        <p:spPr>
          <a:xfrm>
            <a:off x="6780302" y="4679953"/>
            <a:ext cx="944507" cy="944506"/>
          </a:xfrm>
          <a:prstGeom prst="ellipse">
            <a:avLst/>
          </a:prstGeom>
          <a:gradFill>
            <a:gsLst>
              <a:gs pos="0">
                <a:srgbClr val="C30F0F">
                  <a:lumMod val="90000"/>
                  <a:lumOff val="10000"/>
                </a:srgbClr>
              </a:gs>
              <a:gs pos="64000">
                <a:srgbClr val="C30F0F"/>
              </a:gs>
            </a:gsLst>
            <a:lin ang="5400000" scaled="1"/>
          </a:gra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AAE593D-92F1-29EE-EC5E-58E6E1555B94}"/>
              </a:ext>
            </a:extLst>
          </p:cNvPr>
          <p:cNvSpPr txBox="1"/>
          <p:nvPr/>
        </p:nvSpPr>
        <p:spPr>
          <a:xfrm>
            <a:off x="6556184" y="4767488"/>
            <a:ext cx="1392743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600" i="1" spc="-300">
                <a:ln w="19050">
                  <a:noFill/>
                </a:ln>
                <a:gradFill>
                  <a:gsLst>
                    <a:gs pos="100000">
                      <a:srgbClr val="E9BE61"/>
                    </a:gs>
                    <a:gs pos="49000">
                      <a:srgbClr val="FEEFAC"/>
                    </a:gs>
                  </a:gsLst>
                  <a:lin ang="5400000" scaled="0"/>
                </a:gradFill>
                <a:effectLst>
                  <a:outerShdw blurRad="254000" dist="114300" dir="5400000" algn="ctr" rotWithShape="0">
                    <a:srgbClr val="000000">
                      <a:alpha val="23000"/>
                    </a:srgbClr>
                  </a:outerShdw>
                </a:effectLst>
                <a:latin typeface="字魂143号-正酷超级黑" panose="00000500000000000000" pitchFamily="2" charset="-122"/>
                <a:ea typeface="字魂143号-正酷超级黑" panose="00000500000000000000" pitchFamily="2" charset="-122"/>
              </a:defRPr>
            </a:lvl1pPr>
          </a:lstStyle>
          <a:p>
            <a:r>
              <a:rPr lang="zh-CN" altLang="en-US" sz="2200" i="0" spc="0" dirty="0">
                <a:solidFill>
                  <a:schemeClr val="bg1"/>
                </a:solidFill>
                <a:effectLst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社区</a:t>
            </a:r>
            <a:endParaRPr lang="en-US" altLang="zh-CN" sz="2200" i="0" spc="0" dirty="0">
              <a:solidFill>
                <a:schemeClr val="bg1"/>
              </a:solidFill>
              <a:effectLst/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  <a:p>
            <a:r>
              <a:rPr lang="zh-CN" altLang="en-US" sz="2200" i="0" spc="0" dirty="0">
                <a:solidFill>
                  <a:schemeClr val="bg1"/>
                </a:solidFill>
                <a:effectLst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发展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58DC40C-78DD-91A9-F7A4-54F98E769C39}"/>
              </a:ext>
            </a:extLst>
          </p:cNvPr>
          <p:cNvSpPr/>
          <p:nvPr/>
        </p:nvSpPr>
        <p:spPr>
          <a:xfrm>
            <a:off x="4310793" y="4679953"/>
            <a:ext cx="944507" cy="944506"/>
          </a:xfrm>
          <a:prstGeom prst="ellipse">
            <a:avLst/>
          </a:prstGeom>
          <a:gradFill>
            <a:gsLst>
              <a:gs pos="0">
                <a:srgbClr val="C30F0F">
                  <a:lumMod val="90000"/>
                  <a:lumOff val="10000"/>
                </a:srgbClr>
              </a:gs>
              <a:gs pos="64000">
                <a:srgbClr val="C30F0F"/>
              </a:gs>
            </a:gsLst>
            <a:lin ang="5400000" scaled="1"/>
          </a:gra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5A7B6E-8419-EAE6-D5C6-305BC04AF028}"/>
              </a:ext>
            </a:extLst>
          </p:cNvPr>
          <p:cNvSpPr txBox="1"/>
          <p:nvPr/>
        </p:nvSpPr>
        <p:spPr>
          <a:xfrm>
            <a:off x="4086677" y="4767488"/>
            <a:ext cx="1392743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600" i="1" spc="-300">
                <a:ln w="19050">
                  <a:noFill/>
                </a:ln>
                <a:gradFill>
                  <a:gsLst>
                    <a:gs pos="100000">
                      <a:srgbClr val="E9BE61"/>
                    </a:gs>
                    <a:gs pos="49000">
                      <a:srgbClr val="FEEFAC"/>
                    </a:gs>
                  </a:gsLst>
                  <a:lin ang="5400000" scaled="0"/>
                </a:gradFill>
                <a:effectLst>
                  <a:outerShdw blurRad="254000" dist="114300" dir="5400000" algn="ctr" rotWithShape="0">
                    <a:srgbClr val="000000">
                      <a:alpha val="23000"/>
                    </a:srgbClr>
                  </a:outerShdw>
                </a:effectLst>
                <a:latin typeface="字魂143号-正酷超级黑" panose="00000500000000000000" pitchFamily="2" charset="-122"/>
                <a:ea typeface="字魂143号-正酷超级黑" panose="00000500000000000000" pitchFamily="2" charset="-122"/>
              </a:defRPr>
            </a:lvl1pPr>
          </a:lstStyle>
          <a:p>
            <a:r>
              <a:rPr lang="zh-CN" altLang="en-US" sz="2200" i="0" spc="0" dirty="0">
                <a:solidFill>
                  <a:schemeClr val="bg1"/>
                </a:solidFill>
                <a:effectLst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党内</a:t>
            </a:r>
            <a:endParaRPr lang="en-US" altLang="zh-CN" sz="2200" i="0" spc="0" dirty="0">
              <a:solidFill>
                <a:schemeClr val="bg1"/>
              </a:solidFill>
              <a:effectLst/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  <a:p>
            <a:r>
              <a:rPr lang="zh-CN" altLang="en-US" sz="2200" i="0" spc="0" dirty="0">
                <a:solidFill>
                  <a:schemeClr val="bg1"/>
                </a:solidFill>
                <a:effectLst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庆祝</a:t>
            </a:r>
          </a:p>
        </p:txBody>
      </p:sp>
    </p:spTree>
    <p:extLst>
      <p:ext uri="{BB962C8B-B14F-4D97-AF65-F5344CB8AC3E}">
        <p14:creationId xmlns:p14="http://schemas.microsoft.com/office/powerpoint/2010/main" val="204519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47538B5-83A2-0086-B6E8-1ECB0F2C4DCC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D19491F-D2C9-B2A0-588D-E2BEFCCC331C}"/>
                </a:ext>
              </a:extLst>
            </p:cNvPr>
            <p:cNvPicPr>
              <a:picLocks noChangeAspect="1"/>
            </p:cNvPicPr>
            <p:nvPr/>
          </p:nvPicPr>
          <p:blipFill>
            <a:blip r:embed="R254585e8dc9f4cb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9D29578-7B66-26C1-2DBA-FE15E0CFAAAB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0213C22-E623-9A50-6860-1DB96908FE93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建军节的由来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BC23238-D9E5-BFAD-BEC1-01F05EC87FB8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32D7BA7-6F04-D6B9-07CC-521A04262CE0}"/>
              </a:ext>
            </a:extLst>
          </p:cNvPr>
          <p:cNvGrpSpPr/>
          <p:nvPr/>
        </p:nvGrpSpPr>
        <p:grpSpPr>
          <a:xfrm>
            <a:off x="838999" y="2070907"/>
            <a:ext cx="2006600" cy="2716186"/>
            <a:chOff x="2311400" y="1969742"/>
            <a:chExt cx="2006600" cy="271618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55B9F0F-CECA-FE7F-D14E-0419C011DC5A}"/>
                </a:ext>
              </a:extLst>
            </p:cNvPr>
            <p:cNvGrpSpPr/>
            <p:nvPr/>
          </p:nvGrpSpPr>
          <p:grpSpPr>
            <a:xfrm>
              <a:off x="2311400" y="1969742"/>
              <a:ext cx="2006600" cy="2716186"/>
              <a:chOff x="2311400" y="1969742"/>
              <a:chExt cx="2006600" cy="2716186"/>
            </a:xfrm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5104D31F-6B4F-CAC2-9CF1-262B4FF4D9AF}"/>
                  </a:ext>
                </a:extLst>
              </p:cNvPr>
              <p:cNvSpPr/>
              <p:nvPr/>
            </p:nvSpPr>
            <p:spPr>
              <a:xfrm>
                <a:off x="2311400" y="2421290"/>
                <a:ext cx="2006600" cy="2264638"/>
              </a:xfrm>
              <a:prstGeom prst="round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EBCA0763-39B7-74BE-B2A2-F329BF395222}"/>
                  </a:ext>
                </a:extLst>
              </p:cNvPr>
              <p:cNvSpPr/>
              <p:nvPr/>
            </p:nvSpPr>
            <p:spPr>
              <a:xfrm>
                <a:off x="2947207" y="1969742"/>
                <a:ext cx="734986" cy="73498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壹</a:t>
                </a: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3C700EA-4469-5D74-5A9B-805511564012}"/>
                </a:ext>
              </a:extLst>
            </p:cNvPr>
            <p:cNvSpPr txBox="1"/>
            <p:nvPr/>
          </p:nvSpPr>
          <p:spPr>
            <a:xfrm>
              <a:off x="2427832" y="2895109"/>
              <a:ext cx="17737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1929</a:t>
              </a: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年资本主义世界爆发了严重经济危机。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DFB6464-E9CD-9268-52AA-157657D4E5CE}"/>
              </a:ext>
            </a:extLst>
          </p:cNvPr>
          <p:cNvGrpSpPr/>
          <p:nvPr/>
        </p:nvGrpSpPr>
        <p:grpSpPr>
          <a:xfrm>
            <a:off x="3613304" y="2070907"/>
            <a:ext cx="2006600" cy="2716186"/>
            <a:chOff x="5092700" y="1969742"/>
            <a:chExt cx="2006600" cy="2716186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E6C133A-8226-84FF-A7A7-014DC0BEEF2F}"/>
                </a:ext>
              </a:extLst>
            </p:cNvPr>
            <p:cNvGrpSpPr/>
            <p:nvPr/>
          </p:nvGrpSpPr>
          <p:grpSpPr>
            <a:xfrm>
              <a:off x="5092700" y="1969742"/>
              <a:ext cx="2006600" cy="2716186"/>
              <a:chOff x="5092700" y="1969742"/>
              <a:chExt cx="2006600" cy="2716186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EDAC56F8-8133-6BF7-067B-FF920FE4BEB0}"/>
                  </a:ext>
                </a:extLst>
              </p:cNvPr>
              <p:cNvSpPr/>
              <p:nvPr/>
            </p:nvSpPr>
            <p:spPr>
              <a:xfrm>
                <a:off x="5092700" y="2421290"/>
                <a:ext cx="2006600" cy="2264638"/>
              </a:xfrm>
              <a:prstGeom prst="round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4CECCA92-0237-2F2A-E1D1-14B3E80927BF}"/>
                  </a:ext>
                </a:extLst>
              </p:cNvPr>
              <p:cNvSpPr/>
              <p:nvPr/>
            </p:nvSpPr>
            <p:spPr>
              <a:xfrm>
                <a:off x="5728507" y="1969742"/>
                <a:ext cx="734986" cy="73498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贰</a:t>
                </a:r>
              </a:p>
            </p:txBody>
          </p:sp>
        </p:grp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7BF0EA6-3C3D-7914-1E5E-10B6730E9FF5}"/>
                </a:ext>
              </a:extLst>
            </p:cNvPr>
            <p:cNvSpPr txBox="1"/>
            <p:nvPr/>
          </p:nvSpPr>
          <p:spPr>
            <a:xfrm>
              <a:off x="5232947" y="2895109"/>
              <a:ext cx="177373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共产国际认为，这一经济危机必然会演变为新的帝国主义战争。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63C1B56-C547-6348-BCEE-53765E0539F0}"/>
              </a:ext>
            </a:extLst>
          </p:cNvPr>
          <p:cNvGrpSpPr/>
          <p:nvPr/>
        </p:nvGrpSpPr>
        <p:grpSpPr>
          <a:xfrm>
            <a:off x="6387611" y="2070907"/>
            <a:ext cx="2006600" cy="2716186"/>
            <a:chOff x="7874000" y="1969742"/>
            <a:chExt cx="2006600" cy="271618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763C5B8-8A15-4591-7B01-4B03E9411B1E}"/>
                </a:ext>
              </a:extLst>
            </p:cNvPr>
            <p:cNvGrpSpPr/>
            <p:nvPr/>
          </p:nvGrpSpPr>
          <p:grpSpPr>
            <a:xfrm>
              <a:off x="7874000" y="1969742"/>
              <a:ext cx="2006600" cy="2716186"/>
              <a:chOff x="7874000" y="1969742"/>
              <a:chExt cx="2006600" cy="2716186"/>
            </a:xfrm>
          </p:grpSpPr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B7A68307-3C8A-106B-B743-5F22F1F2214F}"/>
                  </a:ext>
                </a:extLst>
              </p:cNvPr>
              <p:cNvSpPr/>
              <p:nvPr/>
            </p:nvSpPr>
            <p:spPr>
              <a:xfrm>
                <a:off x="7874000" y="2421290"/>
                <a:ext cx="2006600" cy="2264638"/>
              </a:xfrm>
              <a:prstGeom prst="round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1AD7E91D-6FB5-17E9-561B-8A3C50F2F1D8}"/>
                  </a:ext>
                </a:extLst>
              </p:cNvPr>
              <p:cNvSpPr/>
              <p:nvPr/>
            </p:nvSpPr>
            <p:spPr>
              <a:xfrm>
                <a:off x="8509807" y="1969742"/>
                <a:ext cx="734986" cy="73498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叁</a:t>
                </a: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A2CE8A3-F198-8843-1710-7C9E67E4B311}"/>
                </a:ext>
              </a:extLst>
            </p:cNvPr>
            <p:cNvSpPr txBox="1"/>
            <p:nvPr/>
          </p:nvSpPr>
          <p:spPr>
            <a:xfrm>
              <a:off x="7990432" y="2895109"/>
              <a:ext cx="1773736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于是，共产国际决定</a:t>
              </a:r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8</a:t>
              </a: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</a:t>
              </a: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日，号召全世界无产阶级与被压迫民族动员起来，一致反对帝国主义战争。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87A899C-DA46-6D33-35DC-7E02B9A7421D}"/>
              </a:ext>
            </a:extLst>
          </p:cNvPr>
          <p:cNvGrpSpPr/>
          <p:nvPr/>
        </p:nvGrpSpPr>
        <p:grpSpPr>
          <a:xfrm>
            <a:off x="9161916" y="2070907"/>
            <a:ext cx="2006600" cy="2716186"/>
            <a:chOff x="7874000" y="1969742"/>
            <a:chExt cx="2006600" cy="2716186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9D9A3BB1-1571-9865-79EB-B9E40B5F4A7D}"/>
                </a:ext>
              </a:extLst>
            </p:cNvPr>
            <p:cNvGrpSpPr/>
            <p:nvPr/>
          </p:nvGrpSpPr>
          <p:grpSpPr>
            <a:xfrm>
              <a:off x="7874000" y="1969742"/>
              <a:ext cx="2006600" cy="2716186"/>
              <a:chOff x="7874000" y="1969742"/>
              <a:chExt cx="2006600" cy="2716186"/>
            </a:xfrm>
          </p:grpSpPr>
          <p:sp>
            <p:nvSpPr>
              <p:cNvPr id="25" name="矩形: 圆角 24">
                <a:extLst>
                  <a:ext uri="{FF2B5EF4-FFF2-40B4-BE49-F238E27FC236}">
                    <a16:creationId xmlns:a16="http://schemas.microsoft.com/office/drawing/2014/main" id="{13F9A323-E918-E022-7BE9-76B6FDC64095}"/>
                  </a:ext>
                </a:extLst>
              </p:cNvPr>
              <p:cNvSpPr/>
              <p:nvPr/>
            </p:nvSpPr>
            <p:spPr>
              <a:xfrm>
                <a:off x="7874000" y="2421290"/>
                <a:ext cx="2006600" cy="2264638"/>
              </a:xfrm>
              <a:prstGeom prst="round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68B56FF9-DF4A-56A6-867D-15F25AF2A407}"/>
                  </a:ext>
                </a:extLst>
              </p:cNvPr>
              <p:cNvSpPr/>
              <p:nvPr/>
            </p:nvSpPr>
            <p:spPr>
              <a:xfrm>
                <a:off x="8509807" y="1969742"/>
                <a:ext cx="734986" cy="73498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肆</a:t>
                </a:r>
              </a:p>
            </p:txBody>
          </p: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A599155-0CFD-F5B7-1F1A-07CFBFE4BA67}"/>
                </a:ext>
              </a:extLst>
            </p:cNvPr>
            <p:cNvSpPr txBox="1"/>
            <p:nvPr/>
          </p:nvSpPr>
          <p:spPr>
            <a:xfrm>
              <a:off x="7990432" y="2895109"/>
              <a:ext cx="1773736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1929</a:t>
              </a: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年</a:t>
              </a:r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7</a:t>
              </a: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27</a:t>
              </a: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日，中共中央响应共产国际号召，发表了</a:t>
              </a:r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《</a:t>
              </a: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中国共产党为八一国际赤色日宣言</a:t>
              </a:r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》</a:t>
              </a:r>
              <a:endParaRPr lang="zh-CN" altLang="en-US" sz="14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291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04D746E-CBEF-B1AD-BE9B-0AD087CDFCAF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F83B227-61FE-D40D-45AE-7F7B778357CA}"/>
                </a:ext>
              </a:extLst>
            </p:cNvPr>
            <p:cNvPicPr>
              <a:picLocks noChangeAspect="1"/>
            </p:cNvPicPr>
            <p:nvPr/>
          </p:nvPicPr>
          <p:blipFill>
            <a:blip r:embed="R98ced2fbae9242d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E20EC3C-3F15-BDD6-3489-12884B80E836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D04A1A5-64C7-C4EC-B152-5612320D318D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建军节的由来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694E889-D931-A2F0-CBEE-476C876347C8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889DAE9B-EF6D-838A-07C3-8829754ADD6D}"/>
              </a:ext>
            </a:extLst>
          </p:cNvPr>
          <p:cNvPicPr>
            <a:picLocks noChangeAspect="1"/>
          </p:cNvPicPr>
          <p:nvPr/>
        </p:nvPicPr>
        <p:blipFill rotWithShape="1">
          <a:blip r:embed="Rbff3d7d1c1514c5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3380" y="913718"/>
            <a:ext cx="3982065" cy="685800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8A9C4C03-8B24-87FE-653F-AFE8904C8B30}"/>
              </a:ext>
            </a:extLst>
          </p:cNvPr>
          <p:cNvGrpSpPr/>
          <p:nvPr/>
        </p:nvGrpSpPr>
        <p:grpSpPr>
          <a:xfrm>
            <a:off x="1179255" y="1537021"/>
            <a:ext cx="2286516" cy="588046"/>
            <a:chOff x="888484" y="1496677"/>
            <a:chExt cx="2286516" cy="588046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99EFB94C-EF9E-6D25-7547-703DE64001BF}"/>
                </a:ext>
              </a:extLst>
            </p:cNvPr>
            <p:cNvSpPr/>
            <p:nvPr/>
          </p:nvSpPr>
          <p:spPr>
            <a:xfrm>
              <a:off x="888484" y="1496677"/>
              <a:ext cx="2286516" cy="588046"/>
            </a:xfrm>
            <a:prstGeom prst="roundRect">
              <a:avLst>
                <a:gd name="adj" fmla="val 37042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86973F9-833F-0897-ACB4-DD2F0B660920}"/>
                </a:ext>
              </a:extLst>
            </p:cNvPr>
            <p:cNvSpPr txBox="1"/>
            <p:nvPr/>
          </p:nvSpPr>
          <p:spPr>
            <a:xfrm>
              <a:off x="982891" y="1559867"/>
              <a:ext cx="20977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节日由来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70D7902-4B6B-B06E-614E-EE58C2BE9F40}"/>
              </a:ext>
            </a:extLst>
          </p:cNvPr>
          <p:cNvSpPr txBox="1"/>
          <p:nvPr/>
        </p:nvSpPr>
        <p:spPr>
          <a:xfrm>
            <a:off x="1071149" y="2384754"/>
            <a:ext cx="54760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根据共产国际的决定，中共中央把每年</a:t>
            </a:r>
            <a:r>
              <a:rPr lang="en-US" altLang="zh-CN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8</a:t>
            </a:r>
            <a:r>
              <a:rPr lang="zh-CN" altLang="en-US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月</a:t>
            </a:r>
            <a:r>
              <a:rPr lang="en-US" altLang="zh-CN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1</a:t>
            </a:r>
            <a:r>
              <a:rPr lang="zh-CN" altLang="en-US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日定为“八一国际赤色日”，亦称作“八一反战日”或“八一反帝战争日”。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AC17F28-C9E7-95C1-9358-E23B7BA61596}"/>
              </a:ext>
            </a:extLst>
          </p:cNvPr>
          <p:cNvSpPr txBox="1"/>
          <p:nvPr/>
        </p:nvSpPr>
        <p:spPr>
          <a:xfrm>
            <a:off x="1071149" y="3167659"/>
            <a:ext cx="5476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因而在</a:t>
            </a:r>
            <a:r>
              <a:rPr lang="en-US" altLang="zh-CN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1933</a:t>
            </a:r>
            <a:r>
              <a:rPr lang="zh-CN" altLang="en-US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年前，“八一”并没有被作为人民军队的建军节，只是被确定为“反帝战争日”来纪念。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3BD7FEB-CEC4-3B1A-802B-2C60B25F2269}"/>
              </a:ext>
            </a:extLst>
          </p:cNvPr>
          <p:cNvGrpSpPr/>
          <p:nvPr/>
        </p:nvGrpSpPr>
        <p:grpSpPr>
          <a:xfrm>
            <a:off x="1106137" y="3926960"/>
            <a:ext cx="2286516" cy="588046"/>
            <a:chOff x="888484" y="1496677"/>
            <a:chExt cx="2286516" cy="58804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C86104D-B31C-FEC2-B0A1-4CB7D21464F3}"/>
                </a:ext>
              </a:extLst>
            </p:cNvPr>
            <p:cNvSpPr/>
            <p:nvPr/>
          </p:nvSpPr>
          <p:spPr>
            <a:xfrm>
              <a:off x="888484" y="1496677"/>
              <a:ext cx="2286516" cy="588046"/>
            </a:xfrm>
            <a:prstGeom prst="roundRect">
              <a:avLst>
                <a:gd name="adj" fmla="val 37042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DD274BD-D376-30CE-2B26-8B9ADE4C1456}"/>
                </a:ext>
              </a:extLst>
            </p:cNvPr>
            <p:cNvSpPr txBox="1"/>
            <p:nvPr/>
          </p:nvSpPr>
          <p:spPr>
            <a:xfrm>
              <a:off x="982891" y="1559867"/>
              <a:ext cx="20977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节日由来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30394EBB-8556-CB0F-0F7A-0BF0EBCC6D18}"/>
              </a:ext>
            </a:extLst>
          </p:cNvPr>
          <p:cNvSpPr txBox="1"/>
          <p:nvPr/>
        </p:nvSpPr>
        <p:spPr>
          <a:xfrm>
            <a:off x="1115540" y="4709534"/>
            <a:ext cx="5476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1933</a:t>
            </a:r>
            <a:r>
              <a:rPr lang="zh-CN" altLang="en-US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年</a:t>
            </a:r>
            <a:r>
              <a:rPr lang="en-US" altLang="zh-CN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6</a:t>
            </a:r>
            <a:r>
              <a:rPr lang="zh-CN" altLang="en-US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月</a:t>
            </a:r>
            <a:r>
              <a:rPr lang="en-US" altLang="zh-CN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23</a:t>
            </a:r>
            <a:r>
              <a:rPr lang="zh-CN" altLang="en-US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日，中共临时中央作出了</a:t>
            </a:r>
            <a:r>
              <a:rPr lang="en-US" altLang="zh-CN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《</a:t>
            </a:r>
            <a:r>
              <a:rPr lang="zh-CN" altLang="en-US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关于“八一反帝战争日”决议</a:t>
            </a:r>
            <a:r>
              <a:rPr lang="en-US" altLang="zh-CN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》</a:t>
            </a:r>
            <a:r>
              <a:rPr lang="zh-CN" altLang="en-US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，指出：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C68466-0BD4-A48B-2261-F1BA83F00626}"/>
              </a:ext>
            </a:extLst>
          </p:cNvPr>
          <p:cNvSpPr txBox="1"/>
          <p:nvPr/>
        </p:nvSpPr>
        <p:spPr>
          <a:xfrm>
            <a:off x="1115540" y="5301209"/>
            <a:ext cx="54760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“今年‘八一反战日’适为红军成立纪念。应向广大群众指出，只有中国的工农红军才是中国劳苦群众的唯一的救星，并发动白区群众庆祝红军的胜利</a:t>
            </a:r>
            <a:r>
              <a:rPr lang="en-US" altLang="zh-CN" sz="1400" spc="400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……”</a:t>
            </a:r>
            <a:endParaRPr lang="zh-CN" altLang="en-US" sz="1400" spc="400" dirty="0"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856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3431FD6-ED89-69CD-C391-79134E77E1B4}"/>
              </a:ext>
            </a:extLst>
          </p:cNvPr>
          <p:cNvPicPr>
            <a:picLocks noChangeAspect="1"/>
          </p:cNvPicPr>
          <p:nvPr/>
        </p:nvPicPr>
        <p:blipFill rotWithShape="1">
          <a:blip r:embed="Rbd926135ed6b4d6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288689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70DC111-06C7-34F3-C3DB-F329BBDC8AEA}"/>
              </a:ext>
            </a:extLst>
          </p:cNvPr>
          <p:cNvPicPr>
            <a:picLocks noChangeAspect="1"/>
          </p:cNvPicPr>
          <p:nvPr/>
        </p:nvPicPr>
        <p:blipFill rotWithShape="1">
          <a:blip r:embed="R0da35aab52ba4d8e" cstate="email">
            <a:extLst>
              <a:ext uri="{BEBA8EAE-BF5A-486C-A8C5-ECC9F3942E4B}">
                <a14:imgProps xmlns:a14="http://schemas.microsoft.com/office/drawing/2010/main">
                  <a14:imgLayer r:embed="Ra3c97b6ae94b4265">
                    <a14:imgEffect>
                      <a14:backgroundRemoval t="0" b="100000" l="0" r="100000">
                        <a14:foregroundMark x1="42857" y1="31852" x2="20408" y2="61481"/>
                        <a14:foregroundMark x1="38776" y1="16296" x2="63265" y2="14074"/>
                        <a14:foregroundMark x1="10884" y1="65185" x2="19728" y2="63704"/>
                        <a14:foregroundMark x1="21769" y1="65185" x2="46939" y2="36296"/>
                        <a14:foregroundMark x1="20408" y1="48889" x2="31293" y2="32593"/>
                        <a14:foregroundMark x1="8844" y1="84444" x2="84354" y2="83704"/>
                        <a14:foregroundMark x1="13605" y1="91111" x2="24490" y2="91852"/>
                        <a14:foregroundMark x1="74830" y1="90370" x2="82993" y2="90370"/>
                        <a14:foregroundMark x1="8844" y1="89630" x2="13605" y2="93333"/>
                        <a14:backgroundMark x1="59864" y1="0" x2="59864" y2="0"/>
                        <a14:backgroundMark x1="87755" y1="0" x2="99320" y2="14815"/>
                        <a14:backgroundMark x1="74830" y1="0" x2="99320" y2="18519"/>
                        <a14:backgroundMark x1="80272" y1="15556" x2="99320" y2="51111"/>
                        <a14:backgroundMark x1="55102" y1="50370" x2="42857" y2="66667"/>
                        <a14:backgroundMark x1="36735" y1="63704" x2="51020" y2="42963"/>
                        <a14:backgroundMark x1="59184" y1="55556" x2="57823" y2="36296"/>
                        <a14:backgroundMark x1="2041" y1="11111" x2="0" y2="21481"/>
                        <a14:backgroundMark x1="31973" y1="0" x2="0" y2="18519"/>
                        <a14:backgroundMark x1="29252" y1="0" x2="13605" y2="48148"/>
                        <a14:backgroundMark x1="31973" y1="22222" x2="31293" y2="18519"/>
                        <a14:backgroundMark x1="35374" y1="76296" x2="4082" y2="72593"/>
                        <a14:backgroundMark x1="71429" y1="2222" x2="85034" y2="25185"/>
                        <a14:backgroundMark x1="36735" y1="0" x2="20408" y2="5926"/>
                        <a14:backgroundMark x1="18367" y1="42963" x2="24490" y2="30370"/>
                        <a14:backgroundMark x1="29932" y1="8148" x2="25850" y2="28148"/>
                        <a14:backgroundMark x1="26531" y1="34815" x2="21769" y2="40000"/>
                        <a14:backgroundMark x1="55102" y1="25926" x2="56463" y2="36296"/>
                        <a14:backgroundMark x1="0" y1="90370" x2="2721" y2="99259"/>
                        <a14:backgroundMark x1="94558" y1="99259" x2="94558" y2="99259"/>
                        <a14:backgroundMark x1="4762" y1="88889" x2="10204" y2="95556"/>
                        <a14:backgroundMark x1="4082" y1="85926" x2="8844" y2="90370"/>
                        <a14:backgroundMark x1="11565" y1="71111" x2="15646" y2="7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6321" y="3408041"/>
            <a:ext cx="1368153" cy="12491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49C1381-1943-B28A-23B7-4B56D456E0EB}"/>
              </a:ext>
            </a:extLst>
          </p:cNvPr>
          <p:cNvPicPr>
            <a:picLocks noChangeAspect="1"/>
          </p:cNvPicPr>
          <p:nvPr/>
        </p:nvPicPr>
        <p:blipFill rotWithShape="1">
          <a:blip r:embed="Rce98f32d3993454c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39"/>
          <a:stretch/>
        </p:blipFill>
        <p:spPr>
          <a:xfrm>
            <a:off x="4151785" y="-243408"/>
            <a:ext cx="3512017" cy="8640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CB8137F-35E9-2BD6-5A49-5CE9F2907829}"/>
              </a:ext>
            </a:extLst>
          </p:cNvPr>
          <p:cNvSpPr txBox="1"/>
          <p:nvPr/>
        </p:nvSpPr>
        <p:spPr>
          <a:xfrm>
            <a:off x="263352" y="6351133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不忘初心 牢记使命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BFA0DA-A945-5ED2-1A55-0A7C34995CDB}"/>
              </a:ext>
            </a:extLst>
          </p:cNvPr>
          <p:cNvSpPr txBox="1"/>
          <p:nvPr/>
        </p:nvSpPr>
        <p:spPr>
          <a:xfrm>
            <a:off x="2312345" y="6381908"/>
            <a:ext cx="45696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NEVER FORGET YOUR ORIGINAL INTENTION, ALWAYS REMEMBER YOUR MISSION</a:t>
            </a:r>
            <a:endParaRPr lang="zh-CN" altLang="en-US" sz="600" dirty="0">
              <a:solidFill>
                <a:schemeClr val="bg1">
                  <a:lumMod val="95000"/>
                </a:schemeClr>
              </a:solidFill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BF160C-A2DC-FC3D-DB3D-C4C1D0F615F0}"/>
              </a:ext>
            </a:extLst>
          </p:cNvPr>
          <p:cNvSpPr txBox="1"/>
          <p:nvPr/>
        </p:nvSpPr>
        <p:spPr>
          <a:xfrm>
            <a:off x="11208568" y="26064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八月一日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F77B5E-AB3B-C253-0BFE-805C57E4F2BE}"/>
              </a:ext>
            </a:extLst>
          </p:cNvPr>
          <p:cNvSpPr txBox="1"/>
          <p:nvPr/>
        </p:nvSpPr>
        <p:spPr>
          <a:xfrm>
            <a:off x="11460220" y="547912"/>
            <a:ext cx="684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建军节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450A28-7303-77D1-0175-CA5EC595B114}"/>
              </a:ext>
            </a:extLst>
          </p:cNvPr>
          <p:cNvSpPr txBox="1"/>
          <p:nvPr/>
        </p:nvSpPr>
        <p:spPr>
          <a:xfrm>
            <a:off x="11692754" y="764569"/>
            <a:ext cx="451919" cy="792225"/>
          </a:xfrm>
          <a:prstGeom prst="rect">
            <a:avLst/>
          </a:prstGeom>
          <a:noFill/>
        </p:spPr>
        <p:txBody>
          <a:bodyPr vert="wordArtVertRtl"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Army Day</a:t>
            </a:r>
            <a:endParaRPr lang="zh-CN" altLang="en-US" sz="800" dirty="0">
              <a:solidFill>
                <a:srgbClr val="FDF4D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阿里巴巴普惠体 2.0 95 ExtraBold" panose="00020600040101010101" pitchFamily="18" charset="-122"/>
              <a:sym typeface="Arial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CC4A3A-CB29-4D94-F034-950402B14E24}"/>
              </a:ext>
            </a:extLst>
          </p:cNvPr>
          <p:cNvSpPr txBox="1"/>
          <p:nvPr/>
        </p:nvSpPr>
        <p:spPr>
          <a:xfrm>
            <a:off x="3205341" y="1556794"/>
            <a:ext cx="2520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Arial"/>
              </a:rPr>
              <a:t>第二节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CA6A4F-B0CB-FD10-2AD5-C7843B629BB7}"/>
              </a:ext>
            </a:extLst>
          </p:cNvPr>
          <p:cNvSpPr txBox="1"/>
          <p:nvPr/>
        </p:nvSpPr>
        <p:spPr>
          <a:xfrm>
            <a:off x="1297129" y="2509659"/>
            <a:ext cx="63367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阿里巴巴普惠体 2.0 75 SemiBold" panose="00020600040101010101" pitchFamily="18" charset="-122"/>
                <a:sym typeface="Arial"/>
              </a:rPr>
              <a:t>建军节的</a:t>
            </a:r>
            <a:r>
              <a:rPr lang="zh-CN" altLang="en-US" sz="66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阿里巴巴普惠体 2.0 65 Medium" panose="00020600040101010101" pitchFamily="18" charset="-122"/>
                <a:sym typeface="Arial"/>
              </a:rPr>
              <a:t>庆祝</a:t>
            </a:r>
            <a:endParaRPr lang="zh-CN" altLang="en-US" sz="6600" dirty="0">
              <a:solidFill>
                <a:srgbClr val="FEF4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itchFamily="18" charset="-122"/>
              <a:ea typeface="思源宋体 CN Heavy" pitchFamily="18" charset="-122"/>
              <a:cs typeface="阿里巴巴普惠体 2.0 75 SemiBold" panose="00020600040101010101" pitchFamily="18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546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9243627-750F-1485-3D91-37519CC3892B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47025B0-FFC0-77A5-EE7B-135B766A0B44}"/>
                </a:ext>
              </a:extLst>
            </p:cNvPr>
            <p:cNvPicPr>
              <a:picLocks noChangeAspect="1"/>
            </p:cNvPicPr>
            <p:nvPr/>
          </p:nvPicPr>
          <p:blipFill>
            <a:blip r:embed="Rea8f90b8300b488b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C41C9F6-290E-C376-BCBF-778F66C29EB6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687870B-4AA3-F322-4945-772355739A4B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建军节的庆祝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26CF374-C078-5503-BCFC-27E0723D65FF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D86D312-8299-6627-74FE-3A002B671E84}"/>
              </a:ext>
            </a:extLst>
          </p:cNvPr>
          <p:cNvGrpSpPr/>
          <p:nvPr/>
        </p:nvGrpSpPr>
        <p:grpSpPr>
          <a:xfrm>
            <a:off x="642471" y="1916832"/>
            <a:ext cx="10907059" cy="1681176"/>
            <a:chOff x="569118" y="1581150"/>
            <a:chExt cx="10907058" cy="1681176"/>
          </a:xfrm>
        </p:grpSpPr>
        <p:sp>
          <p:nvSpPr>
            <p:cNvPr id="8" name="Aichitds2">
              <a:extLst>
                <a:ext uri="{FF2B5EF4-FFF2-40B4-BE49-F238E27FC236}">
                  <a16:creationId xmlns:a16="http://schemas.microsoft.com/office/drawing/2014/main" id="{E203A541-E0DA-408C-7F78-87BE62976FF8}"/>
                </a:ext>
              </a:extLst>
            </p:cNvPr>
            <p:cNvSpPr/>
            <p:nvPr/>
          </p:nvSpPr>
          <p:spPr bwMode="auto">
            <a:xfrm>
              <a:off x="3164132" y="1735945"/>
              <a:ext cx="8312044" cy="1371587"/>
            </a:xfrm>
            <a:prstGeom prst="rect">
              <a:avLst/>
            </a:prstGeom>
            <a:solidFill>
              <a:sysClr val="window" lastClr="FFFFFF">
                <a:lumMod val="85000"/>
                <a:alpha val="15000"/>
              </a:sysClr>
            </a:soli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t" anchorCtr="0" compatLnSpc="1"/>
            <a:lstStyle/>
            <a:p>
              <a:pPr marL="0" marR="0" lvl="0" indent="0" defTabSz="913765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BC0000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4479395-8E85-C8E5-A711-FE0D33E56CB0}"/>
                </a:ext>
              </a:extLst>
            </p:cNvPr>
            <p:cNvSpPr/>
            <p:nvPr/>
          </p:nvSpPr>
          <p:spPr>
            <a:xfrm>
              <a:off x="569118" y="1581150"/>
              <a:ext cx="1681176" cy="1681176"/>
            </a:xfrm>
            <a:prstGeom prst="ellipse">
              <a:avLst/>
            </a:prstGeom>
            <a:gradFill>
              <a:gsLst>
                <a:gs pos="73000">
                  <a:srgbClr val="CB232D">
                    <a:lumMod val="5000"/>
                    <a:lumOff val="95000"/>
                    <a:alpha val="0"/>
                  </a:srgbClr>
                </a:gs>
                <a:gs pos="100000">
                  <a:srgbClr val="CB232D">
                    <a:alpha val="22000"/>
                  </a:srgbClr>
                </a:gs>
              </a:gsLst>
              <a:lin ang="0" scaled="0"/>
            </a:gradFill>
            <a:ln w="12700" cap="flat" cmpd="sng" algn="ctr">
              <a:gradFill>
                <a:gsLst>
                  <a:gs pos="76000">
                    <a:srgbClr val="CB232D">
                      <a:lumMod val="5000"/>
                      <a:lumOff val="95000"/>
                      <a:alpha val="0"/>
                    </a:srgbClr>
                  </a:gs>
                  <a:gs pos="100000">
                    <a:srgbClr val="CB232D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DAD5329-7B3B-C337-C5AB-DD2B8EEE4001}"/>
                </a:ext>
              </a:extLst>
            </p:cNvPr>
            <p:cNvSpPr/>
            <p:nvPr/>
          </p:nvSpPr>
          <p:spPr bwMode="auto">
            <a:xfrm>
              <a:off x="715824" y="1829187"/>
              <a:ext cx="1185102" cy="1185102"/>
            </a:xfrm>
            <a:prstGeom prst="ellipse">
              <a:avLst/>
            </a:prstGeom>
            <a:gradFill>
              <a:gsLst>
                <a:gs pos="0">
                  <a:srgbClr val="C30F0F">
                    <a:lumMod val="90000"/>
                    <a:lumOff val="10000"/>
                  </a:srgbClr>
                </a:gs>
                <a:gs pos="45000">
                  <a:srgbClr val="C30F0F"/>
                </a:gs>
              </a:gsLst>
              <a:lin ang="5400000" scaled="1"/>
            </a:gradFill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54000" dist="101600" dir="5400000" algn="ctr" rotWithShape="0">
                <a:srgbClr val="C30F0F">
                  <a:alpha val="23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 w="19050">
                    <a:noFill/>
                  </a:ln>
                  <a:gradFill>
                    <a:gsLst>
                      <a:gs pos="100000">
                        <a:srgbClr val="E9BE61"/>
                      </a:gs>
                      <a:gs pos="49000">
                        <a:srgbClr val="FEEFAC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</a:t>
              </a:r>
              <a:endParaRPr kumimoji="0" lang="en-US" altLang="zh-CN" sz="2000" b="0" i="0" u="none" strike="noStrike" kern="0" cap="none" spc="0" normalizeH="0" baseline="0" noProof="0" dirty="0">
                <a:ln w="19050">
                  <a:noFill/>
                </a:ln>
                <a:gradFill>
                  <a:gsLst>
                    <a:gs pos="100000">
                      <a:srgbClr val="E9BE61"/>
                    </a:gs>
                    <a:gs pos="49000">
                      <a:srgbClr val="FEEFAC"/>
                    </a:gs>
                  </a:gsLst>
                  <a:lin ang="5400000" scaled="0"/>
                </a:gra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 w="19050">
                    <a:noFill/>
                  </a:ln>
                  <a:gradFill>
                    <a:gsLst>
                      <a:gs pos="100000">
                        <a:srgbClr val="E9BE61"/>
                      </a:gs>
                      <a:gs pos="49000">
                        <a:srgbClr val="FEEFAC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庆祝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D5B4CBF-3CAE-4D3F-0322-57C49AC3F277}"/>
                </a:ext>
              </a:extLst>
            </p:cNvPr>
            <p:cNvSpPr/>
            <p:nvPr/>
          </p:nvSpPr>
          <p:spPr>
            <a:xfrm>
              <a:off x="3555570" y="1987648"/>
              <a:ext cx="737279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77200" indent="-171450">
                <a:lnSpc>
                  <a:spcPct val="150000"/>
                </a:lnSpc>
                <a:buClr>
                  <a:srgbClr val="CB232D"/>
                </a:buClr>
                <a:buFont typeface="Arial" panose="020B0604020202020204" pitchFamily="34" charset="0"/>
                <a:buChar char="•"/>
                <a:defRPr/>
              </a:pPr>
              <a:r>
                <a:rPr lang="zh-CN" altLang="en-US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这是中共中央首次明确“八一”作为红军成立纪念日。</a:t>
              </a:r>
              <a:r>
                <a:rPr lang="en-US" altLang="zh-CN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6</a:t>
              </a:r>
              <a:r>
                <a:rPr lang="zh-CN" altLang="en-US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30</a:t>
              </a:r>
              <a:r>
                <a:rPr lang="zh-CN" altLang="en-US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日，中革军委发布</a:t>
              </a:r>
              <a:r>
                <a:rPr lang="en-US" altLang="zh-CN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《</a:t>
              </a:r>
              <a:r>
                <a:rPr lang="zh-CN" altLang="en-US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关于决定“八一”为中国工农红军成立纪念日</a:t>
              </a:r>
              <a:r>
                <a:rPr lang="en-US" altLang="zh-CN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》</a:t>
              </a:r>
              <a:r>
                <a:rPr lang="zh-CN" altLang="en-US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的命令，指出：</a:t>
              </a:r>
            </a:p>
          </p:txBody>
        </p:sp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18397D98-8399-9692-24D3-955F44628183}"/>
                </a:ext>
              </a:extLst>
            </p:cNvPr>
            <p:cNvSpPr/>
            <p:nvPr/>
          </p:nvSpPr>
          <p:spPr>
            <a:xfrm>
              <a:off x="2371354" y="2261654"/>
              <a:ext cx="401340" cy="310954"/>
            </a:xfrm>
            <a:prstGeom prst="rightArrow">
              <a:avLst/>
            </a:prstGeom>
            <a:gradFill>
              <a:gsLst>
                <a:gs pos="0">
                  <a:srgbClr val="C30F0F">
                    <a:lumMod val="90000"/>
                    <a:lumOff val="10000"/>
                    <a:alpha val="0"/>
                  </a:srgbClr>
                </a:gs>
                <a:gs pos="71000">
                  <a:srgbClr val="C30F0F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101600" dir="5400000" algn="ctr" rotWithShape="0">
                <a:srgbClr val="C30F0F">
                  <a:alpha val="2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3AE727B-0BE5-9ACF-32C2-4C78A437BF7A}"/>
                </a:ext>
              </a:extLst>
            </p:cNvPr>
            <p:cNvGrpSpPr/>
            <p:nvPr/>
          </p:nvGrpSpPr>
          <p:grpSpPr>
            <a:xfrm>
              <a:off x="2864331" y="2121937"/>
              <a:ext cx="599602" cy="599602"/>
              <a:chOff x="2864331" y="2121937"/>
              <a:chExt cx="599602" cy="599602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7AE760A7-05CD-B818-A583-BD19EA937696}"/>
                  </a:ext>
                </a:extLst>
              </p:cNvPr>
              <p:cNvSpPr/>
              <p:nvPr/>
            </p:nvSpPr>
            <p:spPr bwMode="auto">
              <a:xfrm>
                <a:off x="2864331" y="2121937"/>
                <a:ext cx="599602" cy="599602"/>
              </a:xfrm>
              <a:prstGeom prst="ellipse">
                <a:avLst/>
              </a:prstGeom>
              <a:gradFill>
                <a:gsLst>
                  <a:gs pos="0">
                    <a:srgbClr val="C30F0F">
                      <a:lumMod val="90000"/>
                      <a:lumOff val="10000"/>
                    </a:srgbClr>
                  </a:gs>
                  <a:gs pos="45000">
                    <a:srgbClr val="C30F0F"/>
                  </a:gs>
                </a:gsLst>
                <a:lin ang="5400000" scaled="1"/>
              </a:gradFill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>
                <a:outerShdw blurRad="254000" dist="101600" dir="5400000" algn="ctr" rotWithShape="0">
                  <a:srgbClr val="C30F0F">
                    <a:alpha val="23000"/>
                  </a:srgbClr>
                </a:outerShdw>
              </a:effectLst>
            </p:spPr>
            <p:txBody>
              <a:bodyPr lIns="0" r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dirty="0">
                  <a:ln w="19050">
                    <a:noFill/>
                  </a:ln>
                  <a:gradFill>
                    <a:gsLst>
                      <a:gs pos="100000">
                        <a:srgbClr val="E9BE61"/>
                      </a:gs>
                      <a:gs pos="49000">
                        <a:srgbClr val="FEEFAC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A9F17CC-0287-96F4-72FB-C2D5D4C277A5}"/>
                  </a:ext>
                </a:extLst>
              </p:cNvPr>
              <p:cNvSpPr txBox="1"/>
              <p:nvPr/>
            </p:nvSpPr>
            <p:spPr>
              <a:xfrm>
                <a:off x="2879734" y="2190906"/>
                <a:ext cx="584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222E462-8AD8-A0C3-B170-7148FC07E84F}"/>
              </a:ext>
            </a:extLst>
          </p:cNvPr>
          <p:cNvGrpSpPr/>
          <p:nvPr/>
        </p:nvGrpSpPr>
        <p:grpSpPr>
          <a:xfrm>
            <a:off x="642471" y="4018766"/>
            <a:ext cx="10907059" cy="1681176"/>
            <a:chOff x="569118" y="1581150"/>
            <a:chExt cx="10907058" cy="1681176"/>
          </a:xfrm>
        </p:grpSpPr>
        <p:sp>
          <p:nvSpPr>
            <p:cNvPr id="17" name="Aichitds2">
              <a:extLst>
                <a:ext uri="{FF2B5EF4-FFF2-40B4-BE49-F238E27FC236}">
                  <a16:creationId xmlns:a16="http://schemas.microsoft.com/office/drawing/2014/main" id="{76D96B94-8792-AAE8-8A9F-27C407DAF056}"/>
                </a:ext>
              </a:extLst>
            </p:cNvPr>
            <p:cNvSpPr/>
            <p:nvPr/>
          </p:nvSpPr>
          <p:spPr bwMode="auto">
            <a:xfrm>
              <a:off x="3164132" y="1735945"/>
              <a:ext cx="8312044" cy="1371587"/>
            </a:xfrm>
            <a:prstGeom prst="rect">
              <a:avLst/>
            </a:prstGeom>
            <a:solidFill>
              <a:sysClr val="window" lastClr="FFFFFF">
                <a:lumMod val="85000"/>
                <a:alpha val="15000"/>
              </a:sysClr>
            </a:soli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t" anchorCtr="0" compatLnSpc="1"/>
            <a:lstStyle/>
            <a:p>
              <a:pPr marL="0" marR="0" lvl="0" indent="0" defTabSz="913765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BC0000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0756CEAB-289E-817A-4CCA-2EA79AB48DB6}"/>
                </a:ext>
              </a:extLst>
            </p:cNvPr>
            <p:cNvSpPr/>
            <p:nvPr/>
          </p:nvSpPr>
          <p:spPr>
            <a:xfrm>
              <a:off x="569118" y="1581150"/>
              <a:ext cx="1681176" cy="1681176"/>
            </a:xfrm>
            <a:prstGeom prst="ellipse">
              <a:avLst/>
            </a:prstGeom>
            <a:gradFill>
              <a:gsLst>
                <a:gs pos="73000">
                  <a:srgbClr val="CB232D">
                    <a:lumMod val="5000"/>
                    <a:lumOff val="95000"/>
                    <a:alpha val="0"/>
                  </a:srgbClr>
                </a:gs>
                <a:gs pos="100000">
                  <a:srgbClr val="CB232D">
                    <a:alpha val="22000"/>
                  </a:srgbClr>
                </a:gs>
              </a:gsLst>
              <a:lin ang="0" scaled="0"/>
            </a:gradFill>
            <a:ln w="12700" cap="flat" cmpd="sng" algn="ctr">
              <a:gradFill>
                <a:gsLst>
                  <a:gs pos="76000">
                    <a:srgbClr val="CB232D">
                      <a:lumMod val="5000"/>
                      <a:lumOff val="95000"/>
                      <a:alpha val="0"/>
                    </a:srgbClr>
                  </a:gs>
                  <a:gs pos="100000">
                    <a:srgbClr val="CB232D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02B99AA-983C-E304-9E15-AAB1005E8FC8}"/>
                </a:ext>
              </a:extLst>
            </p:cNvPr>
            <p:cNvSpPr/>
            <p:nvPr/>
          </p:nvSpPr>
          <p:spPr bwMode="auto">
            <a:xfrm>
              <a:off x="715824" y="1829187"/>
              <a:ext cx="1185102" cy="1185102"/>
            </a:xfrm>
            <a:prstGeom prst="ellipse">
              <a:avLst/>
            </a:prstGeom>
            <a:gradFill>
              <a:gsLst>
                <a:gs pos="0">
                  <a:srgbClr val="C30F0F">
                    <a:lumMod val="90000"/>
                    <a:lumOff val="10000"/>
                  </a:srgbClr>
                </a:gs>
                <a:gs pos="45000">
                  <a:srgbClr val="C30F0F"/>
                </a:gs>
              </a:gsLst>
              <a:lin ang="5400000" scaled="1"/>
            </a:gradFill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54000" dist="101600" dir="5400000" algn="ctr" rotWithShape="0">
                <a:srgbClr val="C30F0F">
                  <a:alpha val="23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 w="19050">
                    <a:noFill/>
                  </a:ln>
                  <a:gradFill>
                    <a:gsLst>
                      <a:gs pos="100000">
                        <a:srgbClr val="E9BE61"/>
                      </a:gs>
                      <a:gs pos="49000">
                        <a:srgbClr val="FEEFAC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</a:t>
              </a:r>
              <a:endParaRPr kumimoji="0" lang="en-US" altLang="zh-CN" sz="2000" b="0" i="0" u="none" strike="noStrike" kern="0" cap="none" spc="0" normalizeH="0" baseline="0" noProof="0" dirty="0">
                <a:ln w="19050">
                  <a:noFill/>
                </a:ln>
                <a:gradFill>
                  <a:gsLst>
                    <a:gs pos="100000">
                      <a:srgbClr val="E9BE61"/>
                    </a:gs>
                    <a:gs pos="49000">
                      <a:srgbClr val="FEEFAC"/>
                    </a:gs>
                  </a:gsLst>
                  <a:lin ang="5400000" scaled="0"/>
                </a:gra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 w="19050">
                    <a:noFill/>
                  </a:ln>
                  <a:gradFill>
                    <a:gsLst>
                      <a:gs pos="100000">
                        <a:srgbClr val="E9BE61"/>
                      </a:gs>
                      <a:gs pos="49000">
                        <a:srgbClr val="FEEFAC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庆祝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6F462AA-2634-C465-A474-1E53DE94C827}"/>
                </a:ext>
              </a:extLst>
            </p:cNvPr>
            <p:cNvSpPr/>
            <p:nvPr/>
          </p:nvSpPr>
          <p:spPr>
            <a:xfrm>
              <a:off x="3479335" y="2011883"/>
              <a:ext cx="737279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77200" indent="-171450">
                <a:lnSpc>
                  <a:spcPct val="150000"/>
                </a:lnSpc>
                <a:buClr>
                  <a:srgbClr val="CB232D"/>
                </a:buClr>
                <a:buFont typeface="Arial" panose="020B0604020202020204" pitchFamily="34" charset="0"/>
                <a:buChar char="•"/>
                <a:defRPr/>
              </a:pPr>
              <a:r>
                <a:rPr lang="zh-CN" altLang="en-US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“一九二七年八月一日发生了无产阶级政党</a:t>
              </a:r>
              <a:r>
                <a:rPr lang="en-US" altLang="zh-CN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——</a:t>
              </a:r>
              <a:r>
                <a:rPr lang="zh-CN" altLang="en-US" sz="1600" dirty="0">
                  <a:solidFill>
                    <a:prstClr val="black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共产党领导的南昌暴动，这一暴动是反帝的土地革命的开始，是英勇的工农红军的来源。”</a:t>
              </a:r>
            </a:p>
          </p:txBody>
        </p:sp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64CFB4F4-8D5B-886D-2B48-C0F262E9B205}"/>
                </a:ext>
              </a:extLst>
            </p:cNvPr>
            <p:cNvSpPr/>
            <p:nvPr/>
          </p:nvSpPr>
          <p:spPr>
            <a:xfrm>
              <a:off x="2371354" y="2261654"/>
              <a:ext cx="401340" cy="310954"/>
            </a:xfrm>
            <a:prstGeom prst="rightArrow">
              <a:avLst/>
            </a:prstGeom>
            <a:gradFill>
              <a:gsLst>
                <a:gs pos="0">
                  <a:srgbClr val="C30F0F">
                    <a:lumMod val="90000"/>
                    <a:lumOff val="10000"/>
                    <a:alpha val="0"/>
                  </a:srgbClr>
                </a:gs>
                <a:gs pos="71000">
                  <a:srgbClr val="C30F0F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101600" dir="5400000" algn="ctr" rotWithShape="0">
                <a:srgbClr val="C30F0F">
                  <a:alpha val="23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3C7760E-DA6A-5B71-EA3A-233E5C0A34C3}"/>
                </a:ext>
              </a:extLst>
            </p:cNvPr>
            <p:cNvGrpSpPr/>
            <p:nvPr/>
          </p:nvGrpSpPr>
          <p:grpSpPr>
            <a:xfrm>
              <a:off x="2864331" y="2121937"/>
              <a:ext cx="599602" cy="599602"/>
              <a:chOff x="2864331" y="2121937"/>
              <a:chExt cx="599602" cy="599602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6AC05D20-A1E3-8622-1E51-F5C21418068A}"/>
                  </a:ext>
                </a:extLst>
              </p:cNvPr>
              <p:cNvSpPr/>
              <p:nvPr/>
            </p:nvSpPr>
            <p:spPr bwMode="auto">
              <a:xfrm>
                <a:off x="2864331" y="2121937"/>
                <a:ext cx="599602" cy="599602"/>
              </a:xfrm>
              <a:prstGeom prst="ellipse">
                <a:avLst/>
              </a:prstGeom>
              <a:gradFill>
                <a:gsLst>
                  <a:gs pos="0">
                    <a:srgbClr val="C30F0F">
                      <a:lumMod val="90000"/>
                      <a:lumOff val="10000"/>
                    </a:srgbClr>
                  </a:gs>
                  <a:gs pos="45000">
                    <a:srgbClr val="C30F0F"/>
                  </a:gs>
                </a:gsLst>
                <a:lin ang="5400000" scaled="1"/>
              </a:gradFill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>
                <a:outerShdw blurRad="254000" dist="101600" dir="5400000" algn="ctr" rotWithShape="0">
                  <a:srgbClr val="C30F0F">
                    <a:alpha val="23000"/>
                  </a:srgbClr>
                </a:outerShdw>
              </a:effectLst>
            </p:spPr>
            <p:txBody>
              <a:bodyPr lIns="0" r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 dirty="0">
                  <a:ln w="19050">
                    <a:noFill/>
                  </a:ln>
                  <a:gradFill>
                    <a:gsLst>
                      <a:gs pos="100000">
                        <a:srgbClr val="E9BE61"/>
                      </a:gs>
                      <a:gs pos="49000">
                        <a:srgbClr val="FEEFAC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1FE334A-5709-B996-34B2-8F17D83FFFFB}"/>
                  </a:ext>
                </a:extLst>
              </p:cNvPr>
              <p:cNvSpPr txBox="1"/>
              <p:nvPr/>
            </p:nvSpPr>
            <p:spPr>
              <a:xfrm>
                <a:off x="2879734" y="2190906"/>
                <a:ext cx="584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182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D31030D-9A12-8891-3E86-DB9813AC0A3B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E83AAD2-B01A-2EB3-8299-23DF48324025}"/>
                </a:ext>
              </a:extLst>
            </p:cNvPr>
            <p:cNvPicPr>
              <a:picLocks noChangeAspect="1"/>
            </p:cNvPicPr>
            <p:nvPr/>
          </p:nvPicPr>
          <p:blipFill>
            <a:blip r:embed="Ra45aaf138fe144a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2758248-5511-46F2-788C-48D27F66CE7A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E630066-A955-474F-83B4-19E5970CF223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建军节的庆祝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B55AD9F-2473-3F8F-F3AD-8D6513502B01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DC5BB9E-88A2-1FE9-2138-634C4E2C2631}"/>
              </a:ext>
            </a:extLst>
          </p:cNvPr>
          <p:cNvGrpSpPr/>
          <p:nvPr/>
        </p:nvGrpSpPr>
        <p:grpSpPr>
          <a:xfrm>
            <a:off x="694883" y="2111853"/>
            <a:ext cx="884866" cy="3520440"/>
            <a:chOff x="651339" y="1799788"/>
            <a:chExt cx="884866" cy="352044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F7AA47B-BCCA-266F-8BEA-5A9AE3926739}"/>
                </a:ext>
              </a:extLst>
            </p:cNvPr>
            <p:cNvSpPr/>
            <p:nvPr/>
          </p:nvSpPr>
          <p:spPr>
            <a:xfrm>
              <a:off x="651339" y="1799788"/>
              <a:ext cx="884866" cy="3520440"/>
            </a:xfrm>
            <a:prstGeom prst="roundRect">
              <a:avLst>
                <a:gd name="adj" fmla="val 50000"/>
              </a:avLst>
            </a:prstGeom>
            <a:solidFill>
              <a:srgbClr val="A11F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8AF74AF-91B1-6553-C3FB-A7A16B5F322C}"/>
                </a:ext>
              </a:extLst>
            </p:cNvPr>
            <p:cNvSpPr txBox="1"/>
            <p:nvPr/>
          </p:nvSpPr>
          <p:spPr>
            <a:xfrm>
              <a:off x="785996" y="1870522"/>
              <a:ext cx="615553" cy="337897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牢记使命 不忘初心</a:t>
              </a: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9452296-586C-A464-309A-0CDCB02DF284}"/>
              </a:ext>
            </a:extLst>
          </p:cNvPr>
          <p:cNvCxnSpPr>
            <a:cxnSpLocks/>
          </p:cNvCxnSpPr>
          <p:nvPr/>
        </p:nvCxnSpPr>
        <p:spPr>
          <a:xfrm>
            <a:off x="2283823" y="1578843"/>
            <a:ext cx="0" cy="458646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F28002D-39FE-88EF-20FA-4ABBEFBC4A17}"/>
              </a:ext>
            </a:extLst>
          </p:cNvPr>
          <p:cNvCxnSpPr>
            <a:cxnSpLocks/>
          </p:cNvCxnSpPr>
          <p:nvPr/>
        </p:nvCxnSpPr>
        <p:spPr>
          <a:xfrm>
            <a:off x="7027272" y="1578843"/>
            <a:ext cx="0" cy="458646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072ECF6-18F4-BCA4-5F5B-0D6E8595A81F}"/>
              </a:ext>
            </a:extLst>
          </p:cNvPr>
          <p:cNvGrpSpPr/>
          <p:nvPr/>
        </p:nvGrpSpPr>
        <p:grpSpPr>
          <a:xfrm>
            <a:off x="2656558" y="2034667"/>
            <a:ext cx="3997981" cy="1200329"/>
            <a:chOff x="5698463" y="1968713"/>
            <a:chExt cx="3997981" cy="1200329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7363887-6D6A-C1DA-65AC-B34C6567C1E8}"/>
                </a:ext>
              </a:extLst>
            </p:cNvPr>
            <p:cNvSpPr txBox="1"/>
            <p:nvPr/>
          </p:nvSpPr>
          <p:spPr>
            <a:xfrm>
              <a:off x="5698464" y="1968713"/>
              <a:ext cx="15057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400" kern="0" dirty="0">
                  <a:solidFill>
                    <a:srgbClr val="C00000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节日由来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F28415D-413C-AA2A-7271-9E02B865FF1B}"/>
                </a:ext>
              </a:extLst>
            </p:cNvPr>
            <p:cNvSpPr txBox="1"/>
            <p:nvPr/>
          </p:nvSpPr>
          <p:spPr>
            <a:xfrm>
              <a:off x="5698463" y="2430378"/>
              <a:ext cx="399798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同年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7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11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日，中华苏维埃临时中央政府人民委员会召开第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45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次会议，决定以每年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8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日作为中国红军纪念日。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CF2D460-1DA2-3EA2-AD1D-29C2098F089E}"/>
              </a:ext>
            </a:extLst>
          </p:cNvPr>
          <p:cNvGrpSpPr/>
          <p:nvPr/>
        </p:nvGrpSpPr>
        <p:grpSpPr>
          <a:xfrm>
            <a:off x="2656558" y="4267584"/>
            <a:ext cx="3997981" cy="984885"/>
            <a:chOff x="5698463" y="1968713"/>
            <a:chExt cx="3997981" cy="98488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4F6AD97-4C38-40C2-2A64-DD3662E99CE6}"/>
                </a:ext>
              </a:extLst>
            </p:cNvPr>
            <p:cNvSpPr txBox="1"/>
            <p:nvPr/>
          </p:nvSpPr>
          <p:spPr>
            <a:xfrm>
              <a:off x="5698464" y="1968713"/>
              <a:ext cx="15057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400" kern="0" dirty="0">
                  <a:solidFill>
                    <a:srgbClr val="C00000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节日由来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10FB83E-461D-2712-7BC2-4DD18139ED17}"/>
                </a:ext>
              </a:extLst>
            </p:cNvPr>
            <p:cNvSpPr txBox="1"/>
            <p:nvPr/>
          </p:nvSpPr>
          <p:spPr>
            <a:xfrm>
              <a:off x="5698463" y="2430378"/>
              <a:ext cx="3997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同日，以毛泽东为主席的中华苏维埃临时中央政府批准了这一决定。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4C0E7BAD-2353-AA37-2D3B-F938FD3032D3}"/>
              </a:ext>
            </a:extLst>
          </p:cNvPr>
          <p:cNvPicPr>
            <a:picLocks noChangeAspect="1"/>
          </p:cNvPicPr>
          <p:nvPr/>
        </p:nvPicPr>
        <p:blipFill>
          <a:blip r:embed="R5a185dc22f4a49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7917" y="1742892"/>
            <a:ext cx="2930299" cy="19535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CD33575D-726A-BDBF-6852-7BA13C64A499}"/>
              </a:ext>
            </a:extLst>
          </p:cNvPr>
          <p:cNvGrpSpPr/>
          <p:nvPr/>
        </p:nvGrpSpPr>
        <p:grpSpPr>
          <a:xfrm>
            <a:off x="7744076" y="4278104"/>
            <a:ext cx="3997981" cy="1200329"/>
            <a:chOff x="5698463" y="1968713"/>
            <a:chExt cx="3997981" cy="1200329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D70EEAE-7B3F-CA39-F7C5-348FF882F023}"/>
                </a:ext>
              </a:extLst>
            </p:cNvPr>
            <p:cNvSpPr txBox="1"/>
            <p:nvPr/>
          </p:nvSpPr>
          <p:spPr>
            <a:xfrm>
              <a:off x="6944562" y="1968713"/>
              <a:ext cx="15057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400" kern="0" dirty="0">
                  <a:solidFill>
                    <a:srgbClr val="C00000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节日由来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81B61C6-31F7-F2BB-6B28-EC999CA764C2}"/>
                </a:ext>
              </a:extLst>
            </p:cNvPr>
            <p:cNvSpPr txBox="1"/>
            <p:nvPr/>
          </p:nvSpPr>
          <p:spPr>
            <a:xfrm>
              <a:off x="5698463" y="2430378"/>
              <a:ext cx="399798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1933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年起，南昌起义日被确定为中国工农红军成立纪念日，成为了人民军队的建军节。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127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182ED84-B504-2DEA-CEBA-DFB951DC2154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9E5C5A0-9DCB-6FC1-AED1-3FC57242F359}"/>
                </a:ext>
              </a:extLst>
            </p:cNvPr>
            <p:cNvPicPr>
              <a:picLocks noChangeAspect="1"/>
            </p:cNvPicPr>
            <p:nvPr/>
          </p:nvPicPr>
          <p:blipFill>
            <a:blip r:embed="R51feefb30c2840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9C0EB40-48B1-D3A9-C07B-B121C61E6B81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272D701-45F2-7616-E01A-81A78C632F6C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建军节的庆祝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55D1AF6-AA6E-1A29-4DFC-94F38109ECB1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173C541-E51E-1B99-E0BF-AF4AC6A69FD6}"/>
              </a:ext>
            </a:extLst>
          </p:cNvPr>
          <p:cNvGrpSpPr/>
          <p:nvPr/>
        </p:nvGrpSpPr>
        <p:grpSpPr>
          <a:xfrm>
            <a:off x="988623" y="1861340"/>
            <a:ext cx="10214757" cy="3641854"/>
            <a:chOff x="1018303" y="1770390"/>
            <a:chExt cx="10214757" cy="3641854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7EF2402-5664-81EC-D3FA-C708013411E5}"/>
                </a:ext>
              </a:extLst>
            </p:cNvPr>
            <p:cNvGrpSpPr/>
            <p:nvPr/>
          </p:nvGrpSpPr>
          <p:grpSpPr>
            <a:xfrm>
              <a:off x="1018303" y="1770390"/>
              <a:ext cx="2760796" cy="3641854"/>
              <a:chOff x="754854" y="1741716"/>
              <a:chExt cx="2760796" cy="3641854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130EF05D-297F-6EC5-E6EE-8F8B26C648C9}"/>
                  </a:ext>
                </a:extLst>
              </p:cNvPr>
              <p:cNvGrpSpPr/>
              <p:nvPr/>
            </p:nvGrpSpPr>
            <p:grpSpPr>
              <a:xfrm>
                <a:off x="957442" y="1741716"/>
                <a:ext cx="2358505" cy="2358505"/>
                <a:chOff x="957442" y="1741716"/>
                <a:chExt cx="2358505" cy="2358505"/>
              </a:xfrm>
            </p:grpSpPr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87302329-03B5-16A3-FE97-7C41F217F4A6}"/>
                    </a:ext>
                  </a:extLst>
                </p:cNvPr>
                <p:cNvSpPr/>
                <p:nvPr/>
              </p:nvSpPr>
              <p:spPr>
                <a:xfrm>
                  <a:off x="957442" y="1741716"/>
                  <a:ext cx="2358505" cy="235850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  <a:effectLst>
                  <a:outerShdw blurRad="279400" sx="101000" sy="101000" algn="ctr" rotWithShape="0">
                    <a:prstClr val="black">
                      <a:alpha val="22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endParaRPr>
                </a:p>
              </p:txBody>
            </p:sp>
            <p:grpSp>
              <p:nvGrpSpPr>
                <p:cNvPr id="28" name="组合 27">
                  <a:extLst>
                    <a:ext uri="{FF2B5EF4-FFF2-40B4-BE49-F238E27FC236}">
                      <a16:creationId xmlns:a16="http://schemas.microsoft.com/office/drawing/2014/main" id="{94534F55-DAF3-C124-51E9-C806CA41C5A8}"/>
                    </a:ext>
                  </a:extLst>
                </p:cNvPr>
                <p:cNvGrpSpPr/>
                <p:nvPr/>
              </p:nvGrpSpPr>
              <p:grpSpPr>
                <a:xfrm>
                  <a:off x="957442" y="2423199"/>
                  <a:ext cx="2355623" cy="1404147"/>
                  <a:chOff x="957442" y="2234515"/>
                  <a:chExt cx="2355623" cy="1404147"/>
                </a:xfrm>
              </p:grpSpPr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17F1D300-CA8F-80F1-9E22-EEB68BF12386}"/>
                      </a:ext>
                    </a:extLst>
                  </p:cNvPr>
                  <p:cNvSpPr txBox="1"/>
                  <p:nvPr/>
                </p:nvSpPr>
                <p:spPr>
                  <a:xfrm>
                    <a:off x="1155482" y="2234515"/>
                    <a:ext cx="1959542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3200" b="1" spc="-400" dirty="0">
                        <a:solidFill>
                          <a:schemeClr val="bg1"/>
                        </a:solidFill>
                        <a:uFillTx/>
                        <a:latin typeface="Arial"/>
                        <a:ea typeface="微软雅黑"/>
                        <a:cs typeface="阿里巴巴普惠体 2.0 55 Regular" panose="00020600040101010101" pitchFamily="18" charset="-122"/>
                        <a:sym typeface="Arial"/>
                      </a:rPr>
                      <a:t>节日庆祝</a:t>
                    </a:r>
                    <a:endParaRPr lang="zh-CN" altLang="en-US" sz="3200" b="1" dirty="0">
                      <a:solidFill>
                        <a:schemeClr val="bg1"/>
                      </a:solidFill>
                      <a:latin typeface="Arial"/>
                      <a:ea typeface="微软雅黑"/>
                      <a:cs typeface="阿里巴巴普惠体 2.0 55 Regular" panose="00020600040101010101" pitchFamily="18" charset="-122"/>
                      <a:sym typeface="Arial"/>
                    </a:endParaRPr>
                  </a:p>
                </p:txBody>
              </p:sp>
              <p:cxnSp>
                <p:nvCxnSpPr>
                  <p:cNvPr id="30" name="直接连接符 29">
                    <a:extLst>
                      <a:ext uri="{FF2B5EF4-FFF2-40B4-BE49-F238E27FC236}">
                        <a16:creationId xmlns:a16="http://schemas.microsoft.com/office/drawing/2014/main" id="{507A9B07-7C1E-A712-5B90-5128E9246DEF}"/>
                      </a:ext>
                    </a:extLst>
                  </p:cNvPr>
                  <p:cNvCxnSpPr/>
                  <p:nvPr/>
                </p:nvCxnSpPr>
                <p:spPr>
                  <a:xfrm>
                    <a:off x="957442" y="2888343"/>
                    <a:ext cx="2355623" cy="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977C6485-42C6-8053-1024-13949432A4A4}"/>
                      </a:ext>
                    </a:extLst>
                  </p:cNvPr>
                  <p:cNvSpPr txBox="1"/>
                  <p:nvPr/>
                </p:nvSpPr>
                <p:spPr>
                  <a:xfrm>
                    <a:off x="1445824" y="2930776"/>
                    <a:ext cx="1378857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dist"/>
                    <a:r>
                      <a:rPr lang="en-US" altLang="zh-CN" sz="2000" dirty="0">
                        <a:solidFill>
                          <a:schemeClr val="bg1"/>
                        </a:solidFill>
                        <a:latin typeface="Arial"/>
                        <a:ea typeface="微软雅黑"/>
                        <a:cs typeface="阿里巴巴普惠体 2.0 55 Regular" panose="00020600040101010101" pitchFamily="18" charset="-122"/>
                        <a:sym typeface="Arial"/>
                      </a:rPr>
                      <a:t>ADD TITLE</a:t>
                    </a:r>
                    <a:endParaRPr lang="zh-CN" altLang="en-US" sz="2000" dirty="0">
                      <a:solidFill>
                        <a:schemeClr val="bg1"/>
                      </a:solidFill>
                      <a:latin typeface="Arial"/>
                      <a:ea typeface="微软雅黑"/>
                      <a:cs typeface="阿里巴巴普惠体 2.0 55 Regular" panose="00020600040101010101" pitchFamily="18" charset="-122"/>
                      <a:sym typeface="Arial"/>
                    </a:endParaRPr>
                  </a:p>
                </p:txBody>
              </p:sp>
            </p:grpSp>
          </p:grp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7DB4702-C4AC-D2CF-C623-1EB2ECB975F9}"/>
                  </a:ext>
                </a:extLst>
              </p:cNvPr>
              <p:cNvSpPr txBox="1"/>
              <p:nvPr/>
            </p:nvSpPr>
            <p:spPr>
              <a:xfrm>
                <a:off x="754854" y="4343285"/>
                <a:ext cx="2760796" cy="1040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1949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年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6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月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15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日，中国人民革命军事委员会发布命令，规定以“八一”两字作为中国人民解放军军旗和军徽的主要标志。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63EE566-ED90-A645-3DDB-F06938D9D43B}"/>
                </a:ext>
              </a:extLst>
            </p:cNvPr>
            <p:cNvGrpSpPr/>
            <p:nvPr/>
          </p:nvGrpSpPr>
          <p:grpSpPr>
            <a:xfrm>
              <a:off x="4745284" y="1770390"/>
              <a:ext cx="2760796" cy="3397941"/>
              <a:chOff x="4715602" y="1741716"/>
              <a:chExt cx="2760796" cy="3397941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406CEC06-F888-3AEF-AC55-1823CF0AEE0D}"/>
                  </a:ext>
                </a:extLst>
              </p:cNvPr>
              <p:cNvGrpSpPr/>
              <p:nvPr/>
            </p:nvGrpSpPr>
            <p:grpSpPr>
              <a:xfrm>
                <a:off x="4916747" y="1741716"/>
                <a:ext cx="2358505" cy="2358505"/>
                <a:chOff x="4916747" y="1741716"/>
                <a:chExt cx="2358505" cy="2358505"/>
              </a:xfrm>
            </p:grpSpPr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E0D57559-A62B-7A3B-1F83-26E40EAFEFC8}"/>
                    </a:ext>
                  </a:extLst>
                </p:cNvPr>
                <p:cNvSpPr/>
                <p:nvPr/>
              </p:nvSpPr>
              <p:spPr>
                <a:xfrm>
                  <a:off x="4916747" y="1741716"/>
                  <a:ext cx="2358505" cy="235850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  <a:effectLst>
                  <a:outerShdw blurRad="279400" sx="101000" sy="101000" algn="ctr" rotWithShape="0">
                    <a:prstClr val="black">
                      <a:alpha val="22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endParaRPr>
                </a:p>
              </p:txBody>
            </p:sp>
            <p:grpSp>
              <p:nvGrpSpPr>
                <p:cNvPr id="21" name="组合 20">
                  <a:extLst>
                    <a:ext uri="{FF2B5EF4-FFF2-40B4-BE49-F238E27FC236}">
                      <a16:creationId xmlns:a16="http://schemas.microsoft.com/office/drawing/2014/main" id="{23D84713-2D18-A144-F70E-09A234A7068E}"/>
                    </a:ext>
                  </a:extLst>
                </p:cNvPr>
                <p:cNvGrpSpPr/>
                <p:nvPr/>
              </p:nvGrpSpPr>
              <p:grpSpPr>
                <a:xfrm>
                  <a:off x="4916747" y="2423199"/>
                  <a:ext cx="2355623" cy="1404147"/>
                  <a:chOff x="957442" y="2234515"/>
                  <a:chExt cx="2355623" cy="1404147"/>
                </a:xfrm>
              </p:grpSpPr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5C519AB-7668-D8C6-24C9-3781E6CF428A}"/>
                      </a:ext>
                    </a:extLst>
                  </p:cNvPr>
                  <p:cNvSpPr txBox="1"/>
                  <p:nvPr/>
                </p:nvSpPr>
                <p:spPr>
                  <a:xfrm>
                    <a:off x="1155482" y="2234515"/>
                    <a:ext cx="1959542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3200" b="1" spc="-400" dirty="0">
                        <a:solidFill>
                          <a:schemeClr val="bg1"/>
                        </a:solidFill>
                        <a:uFillTx/>
                        <a:latin typeface="Arial"/>
                        <a:ea typeface="微软雅黑"/>
                        <a:cs typeface="阿里巴巴普惠体 2.0 55 Regular" panose="00020600040101010101" pitchFamily="18" charset="-122"/>
                        <a:sym typeface="Arial"/>
                      </a:rPr>
                      <a:t>节日庆祝</a:t>
                    </a:r>
                    <a:endParaRPr lang="zh-CN" altLang="en-US" sz="3200" b="1" dirty="0">
                      <a:solidFill>
                        <a:schemeClr val="bg1"/>
                      </a:solidFill>
                      <a:latin typeface="Arial"/>
                      <a:ea typeface="微软雅黑"/>
                      <a:cs typeface="阿里巴巴普惠体 2.0 55 Regular" panose="00020600040101010101" pitchFamily="18" charset="-122"/>
                      <a:sym typeface="Arial"/>
                    </a:endParaRPr>
                  </a:p>
                </p:txBody>
              </p:sp>
              <p:cxnSp>
                <p:nvCxnSpPr>
                  <p:cNvPr id="23" name="直接连接符 22">
                    <a:extLst>
                      <a:ext uri="{FF2B5EF4-FFF2-40B4-BE49-F238E27FC236}">
                        <a16:creationId xmlns:a16="http://schemas.microsoft.com/office/drawing/2014/main" id="{AEA91960-0482-19E9-560A-9AD8EB6491D4}"/>
                      </a:ext>
                    </a:extLst>
                  </p:cNvPr>
                  <p:cNvCxnSpPr/>
                  <p:nvPr/>
                </p:nvCxnSpPr>
                <p:spPr>
                  <a:xfrm>
                    <a:off x="957442" y="2888343"/>
                    <a:ext cx="2355623" cy="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0D0F137E-A5ED-6C42-CF2F-B947DB85B3CE}"/>
                      </a:ext>
                    </a:extLst>
                  </p:cNvPr>
                  <p:cNvSpPr txBox="1"/>
                  <p:nvPr/>
                </p:nvSpPr>
                <p:spPr>
                  <a:xfrm>
                    <a:off x="1445824" y="2930776"/>
                    <a:ext cx="1378857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dist"/>
                    <a:r>
                      <a:rPr lang="en-US" altLang="zh-CN" sz="2000" dirty="0">
                        <a:solidFill>
                          <a:schemeClr val="bg1"/>
                        </a:solidFill>
                        <a:latin typeface="Arial"/>
                        <a:ea typeface="微软雅黑"/>
                        <a:cs typeface="阿里巴巴普惠体 2.0 55 Regular" panose="00020600040101010101" pitchFamily="18" charset="-122"/>
                        <a:sym typeface="Arial"/>
                      </a:rPr>
                      <a:t>ADD TITLE</a:t>
                    </a:r>
                    <a:endParaRPr lang="zh-CN" altLang="en-US" sz="2000" dirty="0">
                      <a:solidFill>
                        <a:schemeClr val="bg1"/>
                      </a:solidFill>
                      <a:latin typeface="Arial"/>
                      <a:ea typeface="微软雅黑"/>
                      <a:cs typeface="阿里巴巴普惠体 2.0 55 Regular" panose="00020600040101010101" pitchFamily="18" charset="-122"/>
                      <a:sym typeface="Arial"/>
                    </a:endParaRPr>
                  </a:p>
                </p:txBody>
              </p:sp>
            </p:grpSp>
          </p:grp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CBDA03C-D1AB-78A7-38B9-E72D2651F6C5}"/>
                  </a:ext>
                </a:extLst>
              </p:cNvPr>
              <p:cNvSpPr txBox="1"/>
              <p:nvPr/>
            </p:nvSpPr>
            <p:spPr>
              <a:xfrm>
                <a:off x="4715602" y="4343285"/>
                <a:ext cx="2760796" cy="796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中华人民共和国成立后，将此纪念日改称为中国人民解放军建军节。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0106E94-B2B6-8BB7-EB18-3D8A79456CC9}"/>
                </a:ext>
              </a:extLst>
            </p:cNvPr>
            <p:cNvGrpSpPr/>
            <p:nvPr/>
          </p:nvGrpSpPr>
          <p:grpSpPr>
            <a:xfrm>
              <a:off x="8472264" y="1770390"/>
              <a:ext cx="2760796" cy="3404866"/>
              <a:chOff x="8676350" y="1741716"/>
              <a:chExt cx="2760796" cy="3404866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192C32D-7533-4808-D01F-ACD4565A6111}"/>
                  </a:ext>
                </a:extLst>
              </p:cNvPr>
              <p:cNvGrpSpPr/>
              <p:nvPr/>
            </p:nvGrpSpPr>
            <p:grpSpPr>
              <a:xfrm>
                <a:off x="8876053" y="1741716"/>
                <a:ext cx="2358505" cy="2358505"/>
                <a:chOff x="8876053" y="1741716"/>
                <a:chExt cx="2358505" cy="2358505"/>
              </a:xfrm>
            </p:grpSpPr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34589732-A763-BC89-DE9B-88144E273A26}"/>
                    </a:ext>
                  </a:extLst>
                </p:cNvPr>
                <p:cNvSpPr/>
                <p:nvPr/>
              </p:nvSpPr>
              <p:spPr>
                <a:xfrm>
                  <a:off x="8876053" y="1741716"/>
                  <a:ext cx="2358505" cy="235850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  <a:effectLst>
                  <a:outerShdw blurRad="279400" sx="101000" sy="101000" algn="ctr" rotWithShape="0">
                    <a:prstClr val="black">
                      <a:alpha val="22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endParaRPr>
                </a:p>
              </p:txBody>
            </p:sp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955CCF67-E9BC-95F9-CF45-A8119FB765F0}"/>
                    </a:ext>
                  </a:extLst>
                </p:cNvPr>
                <p:cNvGrpSpPr/>
                <p:nvPr/>
              </p:nvGrpSpPr>
              <p:grpSpPr>
                <a:xfrm>
                  <a:off x="8878935" y="2423199"/>
                  <a:ext cx="2355623" cy="1404147"/>
                  <a:chOff x="957442" y="2234515"/>
                  <a:chExt cx="2355623" cy="1404147"/>
                </a:xfrm>
              </p:grpSpPr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9DA479EE-2AB3-A5A8-4840-7FE235917A14}"/>
                      </a:ext>
                    </a:extLst>
                  </p:cNvPr>
                  <p:cNvSpPr txBox="1"/>
                  <p:nvPr/>
                </p:nvSpPr>
                <p:spPr>
                  <a:xfrm>
                    <a:off x="1155482" y="2234515"/>
                    <a:ext cx="1959542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3200" b="1" spc="-400" dirty="0">
                        <a:solidFill>
                          <a:schemeClr val="bg1"/>
                        </a:solidFill>
                        <a:uFillTx/>
                        <a:latin typeface="Arial"/>
                        <a:ea typeface="微软雅黑"/>
                        <a:cs typeface="阿里巴巴普惠体 2.0 55 Regular" panose="00020600040101010101" pitchFamily="18" charset="-122"/>
                        <a:sym typeface="Arial"/>
                      </a:rPr>
                      <a:t>节日庆祝</a:t>
                    </a:r>
                    <a:endParaRPr lang="zh-CN" altLang="en-US" sz="3200" b="1" dirty="0">
                      <a:solidFill>
                        <a:schemeClr val="bg1"/>
                      </a:solidFill>
                      <a:latin typeface="Arial"/>
                      <a:ea typeface="微软雅黑"/>
                      <a:cs typeface="阿里巴巴普惠体 2.0 55 Regular" panose="00020600040101010101" pitchFamily="18" charset="-122"/>
                      <a:sym typeface="Arial"/>
                    </a:endParaRPr>
                  </a:p>
                </p:txBody>
              </p:sp>
              <p:cxnSp>
                <p:nvCxnSpPr>
                  <p:cNvPr id="16" name="直接连接符 15">
                    <a:extLst>
                      <a:ext uri="{FF2B5EF4-FFF2-40B4-BE49-F238E27FC236}">
                        <a16:creationId xmlns:a16="http://schemas.microsoft.com/office/drawing/2014/main" id="{77CF701E-4B34-9209-C5AF-20E7AB2C41E8}"/>
                      </a:ext>
                    </a:extLst>
                  </p:cNvPr>
                  <p:cNvCxnSpPr/>
                  <p:nvPr/>
                </p:nvCxnSpPr>
                <p:spPr>
                  <a:xfrm>
                    <a:off x="957442" y="2888343"/>
                    <a:ext cx="2355623" cy="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77A84074-6280-0195-D7C4-65C7002BCB0B}"/>
                      </a:ext>
                    </a:extLst>
                  </p:cNvPr>
                  <p:cNvSpPr txBox="1"/>
                  <p:nvPr/>
                </p:nvSpPr>
                <p:spPr>
                  <a:xfrm>
                    <a:off x="1445824" y="2930776"/>
                    <a:ext cx="1378857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dist"/>
                    <a:r>
                      <a:rPr lang="en-US" altLang="zh-CN" sz="2000" b="1" dirty="0">
                        <a:solidFill>
                          <a:schemeClr val="bg1"/>
                        </a:solidFill>
                        <a:latin typeface="Arial"/>
                        <a:ea typeface="微软雅黑"/>
                        <a:cs typeface="阿里巴巴普惠体 2.0 55 Regular" panose="00020600040101010101" pitchFamily="18" charset="-122"/>
                        <a:sym typeface="Arial"/>
                      </a:rPr>
                      <a:t>ADD </a:t>
                    </a:r>
                  </a:p>
                  <a:p>
                    <a:pPr algn="dist"/>
                    <a:r>
                      <a:rPr lang="en-US" altLang="zh-CN" sz="2000" b="1" dirty="0">
                        <a:solidFill>
                          <a:schemeClr val="bg1"/>
                        </a:solidFill>
                        <a:latin typeface="Arial"/>
                        <a:ea typeface="微软雅黑"/>
                        <a:cs typeface="阿里巴巴普惠体 2.0 55 Regular" panose="00020600040101010101" pitchFamily="18" charset="-122"/>
                        <a:sym typeface="Arial"/>
                      </a:rPr>
                      <a:t>TITLE</a:t>
                    </a:r>
                    <a:endParaRPr lang="zh-CN" altLang="en-US" sz="2000" b="1" dirty="0">
                      <a:solidFill>
                        <a:schemeClr val="bg1"/>
                      </a:solidFill>
                      <a:latin typeface="Arial"/>
                      <a:ea typeface="微软雅黑"/>
                      <a:cs typeface="阿里巴巴普惠体 2.0 55 Regular" panose="00020600040101010101" pitchFamily="18" charset="-122"/>
                      <a:sym typeface="Arial"/>
                    </a:endParaRPr>
                  </a:p>
                </p:txBody>
              </p:sp>
            </p:grpSp>
          </p:grp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CEEC1E8-FC4C-76A3-DD58-BB9BEC5DDE78}"/>
                  </a:ext>
                </a:extLst>
              </p:cNvPr>
              <p:cNvSpPr txBox="1"/>
              <p:nvPr/>
            </p:nvSpPr>
            <p:spPr>
              <a:xfrm>
                <a:off x="8676350" y="4343285"/>
                <a:ext cx="2760796" cy="803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八一建军节诞生于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1933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年，她的XX个节日庆祝活动，是在中央苏区首府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——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江西瑞金举行的。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725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3431FD6-ED89-69CD-C391-79134E77E1B4}"/>
              </a:ext>
            </a:extLst>
          </p:cNvPr>
          <p:cNvPicPr>
            <a:picLocks noChangeAspect="1"/>
          </p:cNvPicPr>
          <p:nvPr/>
        </p:nvPicPr>
        <p:blipFill rotWithShape="1">
          <a:blip r:embed="R0b92891faf7e4f4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288689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70DC111-06C7-34F3-C3DB-F329BBDC8AEA}"/>
              </a:ext>
            </a:extLst>
          </p:cNvPr>
          <p:cNvPicPr>
            <a:picLocks noChangeAspect="1"/>
          </p:cNvPicPr>
          <p:nvPr/>
        </p:nvPicPr>
        <p:blipFill rotWithShape="1">
          <a:blip r:embed="R47dbcf7c09cb41ff" cstate="email">
            <a:extLst>
              <a:ext uri="{BEBA8EAE-BF5A-486C-A8C5-ECC9F3942E4B}">
                <a14:imgProps xmlns:a14="http://schemas.microsoft.com/office/drawing/2010/main">
                  <a14:imgLayer r:embed="Re044e235b5a34905">
                    <a14:imgEffect>
                      <a14:backgroundRemoval t="0" b="100000" l="0" r="100000">
                        <a14:foregroundMark x1="42857" y1="31852" x2="20408" y2="61481"/>
                        <a14:foregroundMark x1="38776" y1="16296" x2="63265" y2="14074"/>
                        <a14:foregroundMark x1="10884" y1="65185" x2="19728" y2="63704"/>
                        <a14:foregroundMark x1="21769" y1="65185" x2="46939" y2="36296"/>
                        <a14:foregroundMark x1="20408" y1="48889" x2="31293" y2="32593"/>
                        <a14:foregroundMark x1="8844" y1="84444" x2="84354" y2="83704"/>
                        <a14:foregroundMark x1="13605" y1="91111" x2="24490" y2="91852"/>
                        <a14:foregroundMark x1="74830" y1="90370" x2="82993" y2="90370"/>
                        <a14:foregroundMark x1="8844" y1="89630" x2="13605" y2="93333"/>
                        <a14:backgroundMark x1="59864" y1="0" x2="59864" y2="0"/>
                        <a14:backgroundMark x1="87755" y1="0" x2="99320" y2="14815"/>
                        <a14:backgroundMark x1="74830" y1="0" x2="99320" y2="18519"/>
                        <a14:backgroundMark x1="80272" y1="15556" x2="99320" y2="51111"/>
                        <a14:backgroundMark x1="55102" y1="50370" x2="42857" y2="66667"/>
                        <a14:backgroundMark x1="36735" y1="63704" x2="51020" y2="42963"/>
                        <a14:backgroundMark x1="59184" y1="55556" x2="57823" y2="36296"/>
                        <a14:backgroundMark x1="2041" y1="11111" x2="0" y2="21481"/>
                        <a14:backgroundMark x1="31973" y1="0" x2="0" y2="18519"/>
                        <a14:backgroundMark x1="29252" y1="0" x2="13605" y2="48148"/>
                        <a14:backgroundMark x1="31973" y1="22222" x2="31293" y2="18519"/>
                        <a14:backgroundMark x1="35374" y1="76296" x2="4082" y2="72593"/>
                        <a14:backgroundMark x1="71429" y1="2222" x2="85034" y2="25185"/>
                        <a14:backgroundMark x1="36735" y1="0" x2="20408" y2="5926"/>
                        <a14:backgroundMark x1="18367" y1="42963" x2="24490" y2="30370"/>
                        <a14:backgroundMark x1="29932" y1="8148" x2="25850" y2="28148"/>
                        <a14:backgroundMark x1="26531" y1="34815" x2="21769" y2="40000"/>
                        <a14:backgroundMark x1="55102" y1="25926" x2="56463" y2="36296"/>
                        <a14:backgroundMark x1="0" y1="90370" x2="2721" y2="99259"/>
                        <a14:backgroundMark x1="94558" y1="99259" x2="94558" y2="99259"/>
                        <a14:backgroundMark x1="4762" y1="88889" x2="10204" y2="95556"/>
                        <a14:backgroundMark x1="4082" y1="85926" x2="8844" y2="90370"/>
                        <a14:backgroundMark x1="11565" y1="71111" x2="15646" y2="7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6321" y="3408041"/>
            <a:ext cx="1368153" cy="12491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49C1381-1943-B28A-23B7-4B56D456E0EB}"/>
              </a:ext>
            </a:extLst>
          </p:cNvPr>
          <p:cNvPicPr>
            <a:picLocks noChangeAspect="1"/>
          </p:cNvPicPr>
          <p:nvPr/>
        </p:nvPicPr>
        <p:blipFill rotWithShape="1">
          <a:blip r:embed="Ra3d0ee7e15994f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39"/>
          <a:stretch/>
        </p:blipFill>
        <p:spPr>
          <a:xfrm>
            <a:off x="4151785" y="-243408"/>
            <a:ext cx="3512017" cy="8640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CB8137F-35E9-2BD6-5A49-5CE9F2907829}"/>
              </a:ext>
            </a:extLst>
          </p:cNvPr>
          <p:cNvSpPr txBox="1"/>
          <p:nvPr/>
        </p:nvSpPr>
        <p:spPr>
          <a:xfrm>
            <a:off x="263352" y="6351133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不忘初心 牢记使命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BFA0DA-A945-5ED2-1A55-0A7C34995CDB}"/>
              </a:ext>
            </a:extLst>
          </p:cNvPr>
          <p:cNvSpPr txBox="1"/>
          <p:nvPr/>
        </p:nvSpPr>
        <p:spPr>
          <a:xfrm>
            <a:off x="2312345" y="6381908"/>
            <a:ext cx="45696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NEVER FORGET YOUR ORIGINAL INTENTION, ALWAYS REMEMBER YOUR MISSION</a:t>
            </a:r>
            <a:endParaRPr lang="zh-CN" altLang="en-US" sz="600" dirty="0">
              <a:solidFill>
                <a:schemeClr val="bg1">
                  <a:lumMod val="95000"/>
                </a:schemeClr>
              </a:solidFill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BF160C-A2DC-FC3D-DB3D-C4C1D0F615F0}"/>
              </a:ext>
            </a:extLst>
          </p:cNvPr>
          <p:cNvSpPr txBox="1"/>
          <p:nvPr/>
        </p:nvSpPr>
        <p:spPr>
          <a:xfrm>
            <a:off x="11208568" y="26064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八月一日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F77B5E-AB3B-C253-0BFE-805C57E4F2BE}"/>
              </a:ext>
            </a:extLst>
          </p:cNvPr>
          <p:cNvSpPr txBox="1"/>
          <p:nvPr/>
        </p:nvSpPr>
        <p:spPr>
          <a:xfrm>
            <a:off x="11460220" y="547912"/>
            <a:ext cx="684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建军节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450A28-7303-77D1-0175-CA5EC595B114}"/>
              </a:ext>
            </a:extLst>
          </p:cNvPr>
          <p:cNvSpPr txBox="1"/>
          <p:nvPr/>
        </p:nvSpPr>
        <p:spPr>
          <a:xfrm>
            <a:off x="11692754" y="764569"/>
            <a:ext cx="451919" cy="792225"/>
          </a:xfrm>
          <a:prstGeom prst="rect">
            <a:avLst/>
          </a:prstGeom>
          <a:noFill/>
        </p:spPr>
        <p:txBody>
          <a:bodyPr vert="wordArtVertRtl"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Army Day</a:t>
            </a:r>
            <a:endParaRPr lang="zh-CN" altLang="en-US" sz="800" dirty="0">
              <a:solidFill>
                <a:srgbClr val="FDF4D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阿里巴巴普惠体 2.0 95 ExtraBold" panose="00020600040101010101" pitchFamily="18" charset="-122"/>
              <a:sym typeface="Arial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CC4A3A-CB29-4D94-F034-950402B14E24}"/>
              </a:ext>
            </a:extLst>
          </p:cNvPr>
          <p:cNvSpPr txBox="1"/>
          <p:nvPr/>
        </p:nvSpPr>
        <p:spPr>
          <a:xfrm>
            <a:off x="3205341" y="1556794"/>
            <a:ext cx="2520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Arial"/>
              </a:rPr>
              <a:t>第三节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CA6A4F-B0CB-FD10-2AD5-C7843B629BB7}"/>
              </a:ext>
            </a:extLst>
          </p:cNvPr>
          <p:cNvSpPr txBox="1"/>
          <p:nvPr/>
        </p:nvSpPr>
        <p:spPr>
          <a:xfrm>
            <a:off x="1297129" y="2509659"/>
            <a:ext cx="63367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阿里巴巴普惠体 2.0 75 SemiBold" panose="00020600040101010101" pitchFamily="18" charset="-122"/>
                <a:sym typeface="Arial"/>
              </a:rPr>
              <a:t>建军节的</a:t>
            </a:r>
            <a:r>
              <a:rPr lang="zh-CN" altLang="en-US" sz="66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阿里巴巴普惠体 2.0 65 Medium" panose="00020600040101010101" pitchFamily="18" charset="-122"/>
                <a:sym typeface="Arial"/>
              </a:rPr>
              <a:t>诞生</a:t>
            </a:r>
            <a:endParaRPr lang="zh-CN" altLang="en-US" sz="6600" dirty="0">
              <a:solidFill>
                <a:srgbClr val="FEF4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itchFamily="18" charset="-122"/>
              <a:ea typeface="思源宋体 CN Heavy" pitchFamily="18" charset="-122"/>
              <a:cs typeface="阿里巴巴普惠体 2.0 75 SemiBold" panose="00020600040101010101" pitchFamily="18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775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6EF2D30-8A56-A6AC-2115-32E1EE07FBB3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BCD3859-1289-CE31-9E77-12322B7DE120}"/>
                </a:ext>
              </a:extLst>
            </p:cNvPr>
            <p:cNvPicPr>
              <a:picLocks noChangeAspect="1"/>
            </p:cNvPicPr>
            <p:nvPr/>
          </p:nvPicPr>
          <p:blipFill>
            <a:blip r:embed="R993e13de65e84c0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506C781-3DB3-ED26-3DF0-A0B525600E47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6F94DC6-1125-01CE-B0BD-10AE831C711F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建军节的诞生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89933F-E0FC-FECA-3CC5-F51A693CDEBB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C72729F-AEDD-18EA-9B93-08D2E63BF5DB}"/>
              </a:ext>
            </a:extLst>
          </p:cNvPr>
          <p:cNvGrpSpPr/>
          <p:nvPr/>
        </p:nvGrpSpPr>
        <p:grpSpPr>
          <a:xfrm>
            <a:off x="646259" y="2185306"/>
            <a:ext cx="5801859" cy="584775"/>
            <a:chOff x="696686" y="1571746"/>
            <a:chExt cx="5801859" cy="584775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7052DF9-735D-D79A-C3A3-FF14977EDF9A}"/>
                </a:ext>
              </a:extLst>
            </p:cNvPr>
            <p:cNvGrpSpPr/>
            <p:nvPr/>
          </p:nvGrpSpPr>
          <p:grpSpPr>
            <a:xfrm>
              <a:off x="696686" y="1571746"/>
              <a:ext cx="5801859" cy="584775"/>
              <a:chOff x="696686" y="1571746"/>
              <a:chExt cx="5801859" cy="584775"/>
            </a:xfrm>
          </p:grpSpPr>
          <p:sp>
            <p:nvSpPr>
              <p:cNvPr id="10" name="箭头: 五边形 9">
                <a:extLst>
                  <a:ext uri="{FF2B5EF4-FFF2-40B4-BE49-F238E27FC236}">
                    <a16:creationId xmlns:a16="http://schemas.microsoft.com/office/drawing/2014/main" id="{BC5BF5B6-0E41-BBD4-139D-67E184731424}"/>
                  </a:ext>
                </a:extLst>
              </p:cNvPr>
              <p:cNvSpPr/>
              <p:nvPr/>
            </p:nvSpPr>
            <p:spPr>
              <a:xfrm>
                <a:off x="696686" y="1571746"/>
                <a:ext cx="5399314" cy="584775"/>
              </a:xfrm>
              <a:prstGeom prst="homePlat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11" name="箭头: V 形 10">
                <a:extLst>
                  <a:ext uri="{FF2B5EF4-FFF2-40B4-BE49-F238E27FC236}">
                    <a16:creationId xmlns:a16="http://schemas.microsoft.com/office/drawing/2014/main" id="{69C03B82-4810-0DC9-2822-BAB873550D75}"/>
                  </a:ext>
                </a:extLst>
              </p:cNvPr>
              <p:cNvSpPr/>
              <p:nvPr/>
            </p:nvSpPr>
            <p:spPr>
              <a:xfrm>
                <a:off x="5915705" y="1571746"/>
                <a:ext cx="360590" cy="584775"/>
              </a:xfrm>
              <a:prstGeom prst="chevron">
                <a:avLst>
                  <a:gd name="adj" fmla="val 70781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C000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12" name="箭头: V 形 11">
                <a:extLst>
                  <a:ext uri="{FF2B5EF4-FFF2-40B4-BE49-F238E27FC236}">
                    <a16:creationId xmlns:a16="http://schemas.microsoft.com/office/drawing/2014/main" id="{8E21A203-3BFC-7C39-1D80-EDD258851DD2}"/>
                  </a:ext>
                </a:extLst>
              </p:cNvPr>
              <p:cNvSpPr/>
              <p:nvPr/>
            </p:nvSpPr>
            <p:spPr>
              <a:xfrm>
                <a:off x="6137955" y="1571746"/>
                <a:ext cx="360590" cy="584775"/>
              </a:xfrm>
              <a:prstGeom prst="chevron">
                <a:avLst>
                  <a:gd name="adj" fmla="val 70781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C000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8BE680C-A26B-FC24-6CD9-B2752C9F7499}"/>
                </a:ext>
              </a:extLst>
            </p:cNvPr>
            <p:cNvSpPr txBox="1"/>
            <p:nvPr/>
          </p:nvSpPr>
          <p:spPr>
            <a:xfrm>
              <a:off x="717663" y="1664078"/>
              <a:ext cx="51770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百年奋斗风华正茂  初心不改服务人民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E135E6B-BB67-353E-1997-0EB3E8D35E51}"/>
              </a:ext>
            </a:extLst>
          </p:cNvPr>
          <p:cNvGrpSpPr/>
          <p:nvPr/>
        </p:nvGrpSpPr>
        <p:grpSpPr>
          <a:xfrm>
            <a:off x="593189" y="3429000"/>
            <a:ext cx="3446771" cy="2375210"/>
            <a:chOff x="593191" y="2866886"/>
            <a:chExt cx="3446770" cy="237521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30CFC715-B3B0-228C-31CF-2BA3FD8FC888}"/>
                </a:ext>
              </a:extLst>
            </p:cNvPr>
            <p:cNvSpPr/>
            <p:nvPr/>
          </p:nvSpPr>
          <p:spPr>
            <a:xfrm>
              <a:off x="593191" y="2866886"/>
              <a:ext cx="3446770" cy="2375210"/>
            </a:xfrm>
            <a:prstGeom prst="roundRect">
              <a:avLst>
                <a:gd name="adj" fmla="val 7277"/>
              </a:avLst>
            </a:prstGeom>
            <a:solidFill>
              <a:srgbClr val="C00000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A66B583E-B181-7E62-677D-83BDCC444F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ed89eef941684a51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943922" y="4445455"/>
              <a:ext cx="1096039" cy="796641"/>
            </a:xfrm>
            <a:prstGeom prst="rect">
              <a:avLst/>
            </a:prstGeom>
          </p:spPr>
        </p:pic>
        <p:sp>
          <p:nvSpPr>
            <p:cNvPr id="16" name="波形 15">
              <a:extLst>
                <a:ext uri="{FF2B5EF4-FFF2-40B4-BE49-F238E27FC236}">
                  <a16:creationId xmlns:a16="http://schemas.microsoft.com/office/drawing/2014/main" id="{5360F43B-37D6-13A3-6F47-32567A7A403F}"/>
                </a:ext>
              </a:extLst>
            </p:cNvPr>
            <p:cNvSpPr/>
            <p:nvPr/>
          </p:nvSpPr>
          <p:spPr>
            <a:xfrm>
              <a:off x="1612718" y="3091216"/>
              <a:ext cx="1407717" cy="691096"/>
            </a:xfrm>
            <a:prstGeom prst="wav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01</a:t>
              </a:r>
              <a:endParaRPr lang="zh-CN" altLang="en-US" sz="2400" dirty="0">
                <a:solidFill>
                  <a:schemeClr val="tx1"/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E45E66A-D482-6945-D4AE-98D6C81D549F}"/>
                </a:ext>
              </a:extLst>
            </p:cNvPr>
            <p:cNvSpPr txBox="1"/>
            <p:nvPr/>
          </p:nvSpPr>
          <p:spPr>
            <a:xfrm>
              <a:off x="936530" y="3812363"/>
              <a:ext cx="276009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1933</a:t>
              </a:r>
              <a:r>
                <a:rPr lang="zh-CN" altLang="en-US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年</a:t>
              </a:r>
              <a:r>
                <a:rPr lang="en-US" altLang="zh-CN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6</a:t>
              </a:r>
              <a:r>
                <a:rPr lang="zh-CN" altLang="en-US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26</a:t>
              </a:r>
              <a:r>
                <a:rPr lang="zh-CN" altLang="en-US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日，中共苏区中央局发出</a:t>
              </a:r>
              <a:r>
                <a:rPr lang="en-US" altLang="zh-CN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《</a:t>
              </a:r>
              <a:r>
                <a:rPr lang="zh-CN" altLang="en-US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关于“八一”国际反战争斗争日及中国工农红军成立纪念日的决定</a:t>
              </a:r>
              <a:r>
                <a:rPr lang="en-US" altLang="zh-CN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》</a:t>
              </a:r>
              <a:r>
                <a:rPr lang="zh-CN" altLang="en-US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。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0466259-FC35-415C-EB2C-146CC34EF66F}"/>
              </a:ext>
            </a:extLst>
          </p:cNvPr>
          <p:cNvGrpSpPr/>
          <p:nvPr/>
        </p:nvGrpSpPr>
        <p:grpSpPr>
          <a:xfrm>
            <a:off x="4372615" y="3429000"/>
            <a:ext cx="3446771" cy="2375210"/>
            <a:chOff x="4372616" y="2866886"/>
            <a:chExt cx="3446770" cy="2375210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C308A450-368D-4E48-233E-6B24BF639FD6}"/>
                </a:ext>
              </a:extLst>
            </p:cNvPr>
            <p:cNvSpPr/>
            <p:nvPr/>
          </p:nvSpPr>
          <p:spPr>
            <a:xfrm>
              <a:off x="4372616" y="2866886"/>
              <a:ext cx="3446770" cy="2375210"/>
            </a:xfrm>
            <a:prstGeom prst="roundRect">
              <a:avLst>
                <a:gd name="adj" fmla="val 7277"/>
              </a:avLst>
            </a:prstGeom>
            <a:solidFill>
              <a:srgbClr val="C00000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50D74AC-BF9F-5339-16B9-59B11A2B9D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ed89eef941684a51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723347" y="4437063"/>
              <a:ext cx="1096039" cy="796641"/>
            </a:xfrm>
            <a:prstGeom prst="rect">
              <a:avLst/>
            </a:prstGeom>
          </p:spPr>
        </p:pic>
        <p:sp>
          <p:nvSpPr>
            <p:cNvPr id="21" name="波形 20">
              <a:extLst>
                <a:ext uri="{FF2B5EF4-FFF2-40B4-BE49-F238E27FC236}">
                  <a16:creationId xmlns:a16="http://schemas.microsoft.com/office/drawing/2014/main" id="{BC817679-0EB1-A929-9B12-93BE179DB3B8}"/>
                </a:ext>
              </a:extLst>
            </p:cNvPr>
            <p:cNvSpPr/>
            <p:nvPr/>
          </p:nvSpPr>
          <p:spPr>
            <a:xfrm>
              <a:off x="5383669" y="3091216"/>
              <a:ext cx="1407717" cy="691096"/>
            </a:xfrm>
            <a:prstGeom prst="wav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02</a:t>
              </a:r>
              <a:endParaRPr lang="zh-CN" altLang="en-US" sz="2400" dirty="0">
                <a:solidFill>
                  <a:schemeClr val="tx1"/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3E1851B-307D-B072-14E6-A056120EF8CB}"/>
                </a:ext>
              </a:extLst>
            </p:cNvPr>
            <p:cNvSpPr txBox="1"/>
            <p:nvPr/>
          </p:nvSpPr>
          <p:spPr>
            <a:xfrm>
              <a:off x="4707480" y="3812363"/>
              <a:ext cx="276009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决定指出：“中央革命军事委员会为纪念</a:t>
              </a:r>
              <a:r>
                <a:rPr lang="en-US" altLang="zh-CN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1927</a:t>
              </a:r>
              <a:r>
                <a:rPr lang="zh-CN" altLang="en-US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年</a:t>
              </a:r>
              <a:r>
                <a:rPr lang="en-US" altLang="zh-CN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8</a:t>
              </a:r>
              <a:r>
                <a:rPr lang="zh-CN" altLang="en-US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</a:t>
              </a:r>
              <a:r>
                <a:rPr lang="zh-CN" altLang="en-US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日的南昌暴动，已确定‘八一’为中国工农红军纪念的日子。”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5CEEE26-DB6D-514D-00B5-17E07285A26C}"/>
              </a:ext>
            </a:extLst>
          </p:cNvPr>
          <p:cNvGrpSpPr/>
          <p:nvPr/>
        </p:nvGrpSpPr>
        <p:grpSpPr>
          <a:xfrm>
            <a:off x="8152039" y="3429000"/>
            <a:ext cx="3446771" cy="2375210"/>
            <a:chOff x="8152040" y="2866886"/>
            <a:chExt cx="3446770" cy="2375210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AA1B3FC-18EE-E755-938F-FB5C05E711E0}"/>
                </a:ext>
              </a:extLst>
            </p:cNvPr>
            <p:cNvSpPr/>
            <p:nvPr/>
          </p:nvSpPr>
          <p:spPr>
            <a:xfrm>
              <a:off x="8152040" y="2866886"/>
              <a:ext cx="3446770" cy="2375210"/>
            </a:xfrm>
            <a:prstGeom prst="roundRect">
              <a:avLst>
                <a:gd name="adj" fmla="val 7277"/>
              </a:avLst>
            </a:prstGeom>
            <a:solidFill>
              <a:srgbClr val="C00000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11610A62-A6AB-89C4-4B3C-387F534BC7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ed89eef941684a51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02770" y="4437062"/>
              <a:ext cx="1096039" cy="796641"/>
            </a:xfrm>
            <a:prstGeom prst="rect">
              <a:avLst/>
            </a:prstGeom>
          </p:spPr>
        </p:pic>
        <p:sp>
          <p:nvSpPr>
            <p:cNvPr id="26" name="波形 25">
              <a:extLst>
                <a:ext uri="{FF2B5EF4-FFF2-40B4-BE49-F238E27FC236}">
                  <a16:creationId xmlns:a16="http://schemas.microsoft.com/office/drawing/2014/main" id="{409A79BF-EE45-3CB7-A1D1-37872D83F634}"/>
                </a:ext>
              </a:extLst>
            </p:cNvPr>
            <p:cNvSpPr/>
            <p:nvPr/>
          </p:nvSpPr>
          <p:spPr>
            <a:xfrm>
              <a:off x="9245684" y="3091216"/>
              <a:ext cx="1407717" cy="691096"/>
            </a:xfrm>
            <a:prstGeom prst="wav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03</a:t>
              </a:r>
              <a:endParaRPr lang="zh-CN" altLang="en-US" sz="2400" dirty="0">
                <a:solidFill>
                  <a:schemeClr val="tx1"/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8CCC44F-2494-5DB9-DFBF-126D601CBD3A}"/>
                </a:ext>
              </a:extLst>
            </p:cNvPr>
            <p:cNvSpPr txBox="1"/>
            <p:nvPr/>
          </p:nvSpPr>
          <p:spPr>
            <a:xfrm>
              <a:off x="8569495" y="3812363"/>
              <a:ext cx="276009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尔后，中央革命军事委会员针对为什么确定“八一”为建军节作出这样的解释：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751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3E5339B-0D64-05A9-6D60-9C3321A3D945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B3F7825-FC92-C127-F32D-261691EFC019}"/>
                </a:ext>
              </a:extLst>
            </p:cNvPr>
            <p:cNvPicPr>
              <a:picLocks noChangeAspect="1"/>
            </p:cNvPicPr>
            <p:nvPr/>
          </p:nvPicPr>
          <p:blipFill>
            <a:blip r:embed="R577969b28cfb45a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E9238AA-A10F-A50C-BF25-2EFAC923186A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4C6CC4A-50E5-5DFE-777C-856FAFFB29B9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建军节的诞生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0AD328B-7171-090B-D0E3-855A8333CEB2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64B5EF94-444E-D923-2ED5-B8E414A0A48E}"/>
              </a:ext>
            </a:extLst>
          </p:cNvPr>
          <p:cNvPicPr>
            <a:picLocks noChangeAspect="1"/>
          </p:cNvPicPr>
          <p:nvPr/>
        </p:nvPicPr>
        <p:blipFill>
          <a:blip r:embed="Rbd0649991ca44d9a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4735" y="1983331"/>
            <a:ext cx="5099667" cy="33779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95A70DA6-7A2F-992E-F043-2813338C7448}"/>
              </a:ext>
            </a:extLst>
          </p:cNvPr>
          <p:cNvGrpSpPr/>
          <p:nvPr/>
        </p:nvGrpSpPr>
        <p:grpSpPr>
          <a:xfrm>
            <a:off x="6159970" y="1606249"/>
            <a:ext cx="5117629" cy="1164495"/>
            <a:chOff x="6159971" y="1682200"/>
            <a:chExt cx="5117629" cy="1164495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DF9F65E-3DDA-32DD-13C3-732A227C0571}"/>
                </a:ext>
              </a:extLst>
            </p:cNvPr>
            <p:cNvSpPr txBox="1"/>
            <p:nvPr/>
          </p:nvSpPr>
          <p:spPr>
            <a:xfrm>
              <a:off x="6159971" y="2108031"/>
              <a:ext cx="5117629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Clr>
                  <a:srgbClr val="BD2B27"/>
                </a:buClr>
                <a:buFont typeface="Wingdings" panose="05000000000000000000" pitchFamily="2" charset="2"/>
                <a:buChar char="u"/>
              </a:pP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“</a:t>
              </a:r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1927</a:t>
              </a: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年</a:t>
              </a:r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8</a:t>
              </a: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</a:t>
              </a: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日发生了无产阶级政党</a:t>
              </a:r>
              <a:r>
                <a:rPr lang="en-US" altLang="zh-CN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——</a:t>
              </a: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共产党领导的南昌暴动，这一暴动是反帝的土地革命的开始，是英勇的工农红军的来源。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9FED00C-E778-132B-2A01-4A2C3402AC39}"/>
                </a:ext>
              </a:extLst>
            </p:cNvPr>
            <p:cNvSpPr txBox="1"/>
            <p:nvPr/>
          </p:nvSpPr>
          <p:spPr>
            <a:xfrm>
              <a:off x="6159971" y="1682200"/>
              <a:ext cx="1713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节日诞生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C1F46FA-8D74-3E14-5715-5D533F7CAB94}"/>
              </a:ext>
            </a:extLst>
          </p:cNvPr>
          <p:cNvGrpSpPr/>
          <p:nvPr/>
        </p:nvGrpSpPr>
        <p:grpSpPr>
          <a:xfrm>
            <a:off x="6159970" y="2953377"/>
            <a:ext cx="5117629" cy="1200329"/>
            <a:chOff x="6159971" y="2810860"/>
            <a:chExt cx="5117629" cy="1200329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EB207BF-345E-7EBD-F8F6-7B343A213480}"/>
                </a:ext>
              </a:extLst>
            </p:cNvPr>
            <p:cNvSpPr txBox="1"/>
            <p:nvPr/>
          </p:nvSpPr>
          <p:spPr>
            <a:xfrm>
              <a:off x="6159971" y="3272525"/>
              <a:ext cx="5117629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Clr>
                  <a:srgbClr val="BD2B27"/>
                </a:buClr>
                <a:buFont typeface="Wingdings" panose="05000000000000000000" pitchFamily="2" charset="2"/>
                <a:buChar char="u"/>
              </a:pP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中国工农红军在历年的艰苦战争中，打破了帝国主义国民党的历次进攻，根本动摇了帝国主义国民党在中国的统治，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74B06DE-A114-F98F-7034-702B2B4B298F}"/>
                </a:ext>
              </a:extLst>
            </p:cNvPr>
            <p:cNvSpPr txBox="1"/>
            <p:nvPr/>
          </p:nvSpPr>
          <p:spPr>
            <a:xfrm>
              <a:off x="6208252" y="2810860"/>
              <a:ext cx="1713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节日诞生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22F6C9B-7C26-2831-CC95-C0AD5BD408C5}"/>
              </a:ext>
            </a:extLst>
          </p:cNvPr>
          <p:cNvGrpSpPr/>
          <p:nvPr/>
        </p:nvGrpSpPr>
        <p:grpSpPr>
          <a:xfrm>
            <a:off x="6159970" y="4336341"/>
            <a:ext cx="5117629" cy="1179884"/>
            <a:chOff x="6159971" y="3995800"/>
            <a:chExt cx="5117629" cy="1179884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A78DBDD-95EE-9F60-ACC4-A9DDEFA2D798}"/>
                </a:ext>
              </a:extLst>
            </p:cNvPr>
            <p:cNvSpPr txBox="1"/>
            <p:nvPr/>
          </p:nvSpPr>
          <p:spPr>
            <a:xfrm>
              <a:off x="6159971" y="4437020"/>
              <a:ext cx="5117629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Clr>
                  <a:srgbClr val="BD2B27"/>
                </a:buClr>
                <a:buFont typeface="Wingdings" panose="05000000000000000000" pitchFamily="2" charset="2"/>
                <a:buChar char="u"/>
              </a:pPr>
              <a:r>
                <a:rPr lang="zh-CN" altLang="en-US" sz="1400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已成了革命高涨的基本杠杆之一，成了中国劳苦群众革命斗争的组织者，是彻底进行民族革命战争的主力。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3C17633-D78F-DB83-599F-CAE79ECCA08E}"/>
                </a:ext>
              </a:extLst>
            </p:cNvPr>
            <p:cNvSpPr txBox="1"/>
            <p:nvPr/>
          </p:nvSpPr>
          <p:spPr>
            <a:xfrm>
              <a:off x="6177934" y="3995800"/>
              <a:ext cx="1713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节日诞生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533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062D460-4B22-C204-CD5D-6C7193E92814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25F931D-8CCE-69B5-AA16-EADF284EEFE3}"/>
                </a:ext>
              </a:extLst>
            </p:cNvPr>
            <p:cNvPicPr>
              <a:picLocks noChangeAspect="1"/>
            </p:cNvPicPr>
            <p:nvPr/>
          </p:nvPicPr>
          <p:blipFill>
            <a:blip r:embed="R178ed3ad4fdc40f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203445C-F4E1-3022-56F4-5692C6F5DB8A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FC747E3-3663-8268-7B72-94484638555F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建军节的诞生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291FE77-1658-F378-15B3-4F2C9E048790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2F46DA4-392C-38F6-7A59-F9C374E3D333}"/>
              </a:ext>
            </a:extLst>
          </p:cNvPr>
          <p:cNvGrpSpPr/>
          <p:nvPr/>
        </p:nvGrpSpPr>
        <p:grpSpPr>
          <a:xfrm>
            <a:off x="1087331" y="1872740"/>
            <a:ext cx="10017339" cy="812800"/>
            <a:chOff x="1139372" y="1676819"/>
            <a:chExt cx="10017339" cy="81280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101B7D1-378E-1C3B-D2BA-6948A129F2EF}"/>
                </a:ext>
              </a:extLst>
            </p:cNvPr>
            <p:cNvGrpSpPr/>
            <p:nvPr/>
          </p:nvGrpSpPr>
          <p:grpSpPr>
            <a:xfrm>
              <a:off x="1139372" y="1676819"/>
              <a:ext cx="9913257" cy="812800"/>
              <a:chOff x="725714" y="1676819"/>
              <a:chExt cx="9913257" cy="812800"/>
            </a:xfrm>
          </p:grpSpPr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93AE219C-3BB9-8E46-1BA7-01E11F7D604F}"/>
                  </a:ext>
                </a:extLst>
              </p:cNvPr>
              <p:cNvSpPr/>
              <p:nvPr/>
            </p:nvSpPr>
            <p:spPr>
              <a:xfrm>
                <a:off x="725714" y="1676819"/>
                <a:ext cx="1959429" cy="812800"/>
              </a:xfrm>
              <a:prstGeom prst="roundRect">
                <a:avLst>
                  <a:gd name="adj" fmla="val 2381"/>
                </a:avLst>
              </a:prstGeom>
              <a:solidFill>
                <a:srgbClr val="D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10B40CE-7441-A15C-3581-FAAC20DC864F}"/>
                  </a:ext>
                </a:extLst>
              </p:cNvPr>
              <p:cNvSpPr/>
              <p:nvPr/>
            </p:nvSpPr>
            <p:spPr>
              <a:xfrm>
                <a:off x="2685143" y="1676819"/>
                <a:ext cx="7953828" cy="812800"/>
              </a:xfrm>
              <a:prstGeom prst="rect">
                <a:avLst/>
              </a:prstGeom>
              <a:noFill/>
              <a:ln w="19050">
                <a:solidFill>
                  <a:srgbClr val="D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2584CB1-6317-8AE2-970E-6B16509B3664}"/>
                </a:ext>
              </a:extLst>
            </p:cNvPr>
            <p:cNvSpPr txBox="1"/>
            <p:nvPr/>
          </p:nvSpPr>
          <p:spPr>
            <a:xfrm>
              <a:off x="1366196" y="1852386"/>
              <a:ext cx="1505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节日诞生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754777C-5BCA-ACFB-7398-082629B062D5}"/>
                </a:ext>
              </a:extLst>
            </p:cNvPr>
            <p:cNvSpPr txBox="1"/>
            <p:nvPr/>
          </p:nvSpPr>
          <p:spPr>
            <a:xfrm>
              <a:off x="3202884" y="1727351"/>
              <a:ext cx="795382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本委会为纪念南昌暴动的胜利与红军的成立，特决定自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1933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年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8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日为中国工农红军成立纪念日。”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8C39DED-F834-6C3C-6E37-231B4598EEED}"/>
              </a:ext>
            </a:extLst>
          </p:cNvPr>
          <p:cNvGrpSpPr/>
          <p:nvPr/>
        </p:nvGrpSpPr>
        <p:grpSpPr>
          <a:xfrm>
            <a:off x="1087331" y="3396598"/>
            <a:ext cx="10017339" cy="812800"/>
            <a:chOff x="1139372" y="1676819"/>
            <a:chExt cx="10017339" cy="812800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6B153EE3-20CC-5C98-C6AB-7DC038BD9F5A}"/>
                </a:ext>
              </a:extLst>
            </p:cNvPr>
            <p:cNvGrpSpPr/>
            <p:nvPr/>
          </p:nvGrpSpPr>
          <p:grpSpPr>
            <a:xfrm>
              <a:off x="1139372" y="1676819"/>
              <a:ext cx="9913257" cy="812800"/>
              <a:chOff x="725714" y="1676819"/>
              <a:chExt cx="9913257" cy="812800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8E8486C4-F995-C65D-4DB6-B8E80F3FB1BB}"/>
                  </a:ext>
                </a:extLst>
              </p:cNvPr>
              <p:cNvSpPr/>
              <p:nvPr/>
            </p:nvSpPr>
            <p:spPr>
              <a:xfrm>
                <a:off x="725714" y="1676819"/>
                <a:ext cx="1959429" cy="812800"/>
              </a:xfrm>
              <a:prstGeom prst="roundRect">
                <a:avLst>
                  <a:gd name="adj" fmla="val 2381"/>
                </a:avLst>
              </a:prstGeom>
              <a:solidFill>
                <a:srgbClr val="D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92FA0BB-4870-47FE-5B9A-96044CE4529C}"/>
                  </a:ext>
                </a:extLst>
              </p:cNvPr>
              <p:cNvSpPr/>
              <p:nvPr/>
            </p:nvSpPr>
            <p:spPr>
              <a:xfrm>
                <a:off x="2685143" y="1676819"/>
                <a:ext cx="7953828" cy="812800"/>
              </a:xfrm>
              <a:prstGeom prst="rect">
                <a:avLst/>
              </a:prstGeom>
              <a:noFill/>
              <a:ln w="19050">
                <a:solidFill>
                  <a:srgbClr val="D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39E5B4C-0E4D-91DD-A809-0C9250A3BCF6}"/>
                </a:ext>
              </a:extLst>
            </p:cNvPr>
            <p:cNvSpPr txBox="1"/>
            <p:nvPr/>
          </p:nvSpPr>
          <p:spPr>
            <a:xfrm>
              <a:off x="1366196" y="1852386"/>
              <a:ext cx="1505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节日诞生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953AA75-9EDF-374E-1383-5AE11963B75C}"/>
                </a:ext>
              </a:extLst>
            </p:cNvPr>
            <p:cNvSpPr txBox="1"/>
            <p:nvPr/>
          </p:nvSpPr>
          <p:spPr>
            <a:xfrm>
              <a:off x="3202884" y="1727351"/>
              <a:ext cx="795382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7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日，中华苏维埃共和国临时中央政府作出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《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关于“八一”纪念运动苏区党、政、军领导纷纷作出动员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》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，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BC1BA8A-67BA-C50C-6F30-52986E5E4D98}"/>
              </a:ext>
            </a:extLst>
          </p:cNvPr>
          <p:cNvGrpSpPr/>
          <p:nvPr/>
        </p:nvGrpSpPr>
        <p:grpSpPr>
          <a:xfrm>
            <a:off x="1087331" y="4920456"/>
            <a:ext cx="10017339" cy="812800"/>
            <a:chOff x="1139372" y="1676819"/>
            <a:chExt cx="10017339" cy="81280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2BC785E-5214-8AC4-0A0E-0422FAD52DCB}"/>
                </a:ext>
              </a:extLst>
            </p:cNvPr>
            <p:cNvGrpSpPr/>
            <p:nvPr/>
          </p:nvGrpSpPr>
          <p:grpSpPr>
            <a:xfrm>
              <a:off x="1139372" y="1676819"/>
              <a:ext cx="9913257" cy="812800"/>
              <a:chOff x="725714" y="1676819"/>
              <a:chExt cx="9913257" cy="812800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6D5B94CF-B319-1ACB-6B04-9D99F1AF396F}"/>
                  </a:ext>
                </a:extLst>
              </p:cNvPr>
              <p:cNvSpPr/>
              <p:nvPr/>
            </p:nvSpPr>
            <p:spPr>
              <a:xfrm>
                <a:off x="725714" y="1676819"/>
                <a:ext cx="1959429" cy="812800"/>
              </a:xfrm>
              <a:prstGeom prst="roundRect">
                <a:avLst>
                  <a:gd name="adj" fmla="val 2381"/>
                </a:avLst>
              </a:prstGeom>
              <a:solidFill>
                <a:srgbClr val="D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E0A44A03-56A9-77B3-1871-169B0A4B6660}"/>
                  </a:ext>
                </a:extLst>
              </p:cNvPr>
              <p:cNvSpPr/>
              <p:nvPr/>
            </p:nvSpPr>
            <p:spPr>
              <a:xfrm>
                <a:off x="2685143" y="1676819"/>
                <a:ext cx="7953828" cy="812800"/>
              </a:xfrm>
              <a:prstGeom prst="rect">
                <a:avLst/>
              </a:prstGeom>
              <a:noFill/>
              <a:ln w="19050">
                <a:solidFill>
                  <a:srgbClr val="D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</p:grp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2848694-9030-9345-7D57-A6FACF8A1620}"/>
                </a:ext>
              </a:extLst>
            </p:cNvPr>
            <p:cNvSpPr txBox="1"/>
            <p:nvPr/>
          </p:nvSpPr>
          <p:spPr>
            <a:xfrm>
              <a:off x="1366196" y="1852386"/>
              <a:ext cx="1505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节日诞生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A3E7123-DC91-9113-E69D-0DE57A2FAD33}"/>
                </a:ext>
              </a:extLst>
            </p:cNvPr>
            <p:cNvSpPr txBox="1"/>
            <p:nvPr/>
          </p:nvSpPr>
          <p:spPr>
            <a:xfrm>
              <a:off x="3202884" y="1727351"/>
              <a:ext cx="795382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毛泽东专门撰写了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《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新的形势与新的任务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》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一文，发表在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7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29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日的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《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红色中华</a:t>
              </a:r>
              <a:r>
                <a:rPr lang="en-US" altLang="zh-CN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》</a:t>
              </a: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报上；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827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3431FD6-ED89-69CD-C391-79134E77E1B4}"/>
              </a:ext>
            </a:extLst>
          </p:cNvPr>
          <p:cNvPicPr>
            <a:picLocks noChangeAspect="1"/>
          </p:cNvPicPr>
          <p:nvPr/>
        </p:nvPicPr>
        <p:blipFill rotWithShape="1">
          <a:blip r:embed="R2163ecb4813d42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288689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70DC111-06C7-34F3-C3DB-F329BBDC8AEA}"/>
              </a:ext>
            </a:extLst>
          </p:cNvPr>
          <p:cNvPicPr>
            <a:picLocks noChangeAspect="1"/>
          </p:cNvPicPr>
          <p:nvPr/>
        </p:nvPicPr>
        <p:blipFill rotWithShape="1">
          <a:blip r:embed="R94422235e7cb48e5" cstate="email">
            <a:extLst>
              <a:ext uri="{BEBA8EAE-BF5A-486C-A8C5-ECC9F3942E4B}">
                <a14:imgProps xmlns:a14="http://schemas.microsoft.com/office/drawing/2010/main">
                  <a14:imgLayer r:embed="Rbea13b76a36c44ec">
                    <a14:imgEffect>
                      <a14:backgroundRemoval t="0" b="100000" l="0" r="100000">
                        <a14:foregroundMark x1="42857" y1="31852" x2="20408" y2="61481"/>
                        <a14:foregroundMark x1="38776" y1="16296" x2="63265" y2="14074"/>
                        <a14:foregroundMark x1="10884" y1="65185" x2="19728" y2="63704"/>
                        <a14:foregroundMark x1="21769" y1="65185" x2="46939" y2="36296"/>
                        <a14:foregroundMark x1="20408" y1="48889" x2="31293" y2="32593"/>
                        <a14:foregroundMark x1="8844" y1="84444" x2="84354" y2="83704"/>
                        <a14:foregroundMark x1="13605" y1="91111" x2="24490" y2="91852"/>
                        <a14:foregroundMark x1="74830" y1="90370" x2="82993" y2="90370"/>
                        <a14:foregroundMark x1="8844" y1="89630" x2="13605" y2="93333"/>
                        <a14:backgroundMark x1="59864" y1="0" x2="59864" y2="0"/>
                        <a14:backgroundMark x1="87755" y1="0" x2="99320" y2="14815"/>
                        <a14:backgroundMark x1="74830" y1="0" x2="99320" y2="18519"/>
                        <a14:backgroundMark x1="80272" y1="15556" x2="99320" y2="51111"/>
                        <a14:backgroundMark x1="55102" y1="50370" x2="42857" y2="66667"/>
                        <a14:backgroundMark x1="36735" y1="63704" x2="51020" y2="42963"/>
                        <a14:backgroundMark x1="59184" y1="55556" x2="57823" y2="36296"/>
                        <a14:backgroundMark x1="2041" y1="11111" x2="0" y2="21481"/>
                        <a14:backgroundMark x1="31973" y1="0" x2="0" y2="18519"/>
                        <a14:backgroundMark x1="29252" y1="0" x2="13605" y2="48148"/>
                        <a14:backgroundMark x1="31973" y1="22222" x2="31293" y2="18519"/>
                        <a14:backgroundMark x1="35374" y1="76296" x2="4082" y2="72593"/>
                        <a14:backgroundMark x1="71429" y1="2222" x2="85034" y2="25185"/>
                        <a14:backgroundMark x1="36735" y1="0" x2="20408" y2="5926"/>
                        <a14:backgroundMark x1="18367" y1="42963" x2="24490" y2="30370"/>
                        <a14:backgroundMark x1="29932" y1="8148" x2="25850" y2="28148"/>
                        <a14:backgroundMark x1="26531" y1="34815" x2="21769" y2="40000"/>
                        <a14:backgroundMark x1="55102" y1="25926" x2="56463" y2="36296"/>
                        <a14:backgroundMark x1="0" y1="90370" x2="2721" y2="99259"/>
                        <a14:backgroundMark x1="94558" y1="99259" x2="94558" y2="99259"/>
                        <a14:backgroundMark x1="4762" y1="88889" x2="10204" y2="95556"/>
                        <a14:backgroundMark x1="4082" y1="85926" x2="8844" y2="90370"/>
                        <a14:backgroundMark x1="11565" y1="71111" x2="15646" y2="7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6321" y="3408041"/>
            <a:ext cx="1368153" cy="12491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49C1381-1943-B28A-23B7-4B56D456E0EB}"/>
              </a:ext>
            </a:extLst>
          </p:cNvPr>
          <p:cNvPicPr>
            <a:picLocks noChangeAspect="1"/>
          </p:cNvPicPr>
          <p:nvPr/>
        </p:nvPicPr>
        <p:blipFill rotWithShape="1">
          <a:blip r:embed="R278592b5a58943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39"/>
          <a:stretch/>
        </p:blipFill>
        <p:spPr>
          <a:xfrm>
            <a:off x="4151785" y="-243408"/>
            <a:ext cx="3512017" cy="8640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CB8137F-35E9-2BD6-5A49-5CE9F2907829}"/>
              </a:ext>
            </a:extLst>
          </p:cNvPr>
          <p:cNvSpPr txBox="1"/>
          <p:nvPr/>
        </p:nvSpPr>
        <p:spPr>
          <a:xfrm>
            <a:off x="263352" y="6351133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不忘初心 牢记使命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BFA0DA-A945-5ED2-1A55-0A7C34995CDB}"/>
              </a:ext>
            </a:extLst>
          </p:cNvPr>
          <p:cNvSpPr txBox="1"/>
          <p:nvPr/>
        </p:nvSpPr>
        <p:spPr>
          <a:xfrm>
            <a:off x="2312345" y="6381908"/>
            <a:ext cx="45696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NEVER FORGET YOUR ORIGINAL INTENTION, ALWAYS REMEMBER YOUR MISSION</a:t>
            </a:r>
            <a:endParaRPr lang="zh-CN" altLang="en-US" sz="600" dirty="0">
              <a:solidFill>
                <a:schemeClr val="bg1">
                  <a:lumMod val="95000"/>
                </a:schemeClr>
              </a:solidFill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BF160C-A2DC-FC3D-DB3D-C4C1D0F615F0}"/>
              </a:ext>
            </a:extLst>
          </p:cNvPr>
          <p:cNvSpPr txBox="1"/>
          <p:nvPr/>
        </p:nvSpPr>
        <p:spPr>
          <a:xfrm>
            <a:off x="11208568" y="26064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八月一日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F77B5E-AB3B-C253-0BFE-805C57E4F2BE}"/>
              </a:ext>
            </a:extLst>
          </p:cNvPr>
          <p:cNvSpPr txBox="1"/>
          <p:nvPr/>
        </p:nvSpPr>
        <p:spPr>
          <a:xfrm>
            <a:off x="11460220" y="547912"/>
            <a:ext cx="684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建军节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450A28-7303-77D1-0175-CA5EC595B114}"/>
              </a:ext>
            </a:extLst>
          </p:cNvPr>
          <p:cNvSpPr txBox="1"/>
          <p:nvPr/>
        </p:nvSpPr>
        <p:spPr>
          <a:xfrm>
            <a:off x="11692754" y="764569"/>
            <a:ext cx="451919" cy="792225"/>
          </a:xfrm>
          <a:prstGeom prst="rect">
            <a:avLst/>
          </a:prstGeom>
          <a:noFill/>
        </p:spPr>
        <p:txBody>
          <a:bodyPr vert="wordArtVertRtl"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Army Day</a:t>
            </a:r>
            <a:endParaRPr lang="zh-CN" altLang="en-US" sz="800" dirty="0">
              <a:solidFill>
                <a:srgbClr val="FDF4D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阿里巴巴普惠体 2.0 95 ExtraBold" panose="00020600040101010101" pitchFamily="18" charset="-122"/>
              <a:sym typeface="Arial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CC4A3A-CB29-4D94-F034-950402B14E24}"/>
              </a:ext>
            </a:extLst>
          </p:cNvPr>
          <p:cNvSpPr txBox="1"/>
          <p:nvPr/>
        </p:nvSpPr>
        <p:spPr>
          <a:xfrm>
            <a:off x="3205341" y="1556794"/>
            <a:ext cx="2520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Arial"/>
              </a:rPr>
              <a:t>第四节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CA6A4F-B0CB-FD10-2AD5-C7843B629BB7}"/>
              </a:ext>
            </a:extLst>
          </p:cNvPr>
          <p:cNvSpPr txBox="1"/>
          <p:nvPr/>
        </p:nvSpPr>
        <p:spPr>
          <a:xfrm>
            <a:off x="1297129" y="2509659"/>
            <a:ext cx="63367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阿里巴巴普惠体 2.0 75 SemiBold" panose="00020600040101010101" pitchFamily="18" charset="-122"/>
                <a:sym typeface="Arial"/>
              </a:rPr>
              <a:t>建军节的</a:t>
            </a:r>
            <a:r>
              <a:rPr lang="zh-CN" altLang="en-US" sz="6600" dirty="0">
                <a:solidFill>
                  <a:srgbClr val="FEF4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阿里巴巴普惠体 2.0 65 Medium" panose="00020600040101010101" pitchFamily="18" charset="-122"/>
                <a:sym typeface="Arial"/>
              </a:rPr>
              <a:t>军旗</a:t>
            </a:r>
            <a:endParaRPr lang="zh-CN" altLang="en-US" sz="6600" dirty="0">
              <a:solidFill>
                <a:srgbClr val="FEF4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itchFamily="18" charset="-122"/>
              <a:ea typeface="思源宋体 CN Heavy" pitchFamily="18" charset="-122"/>
              <a:cs typeface="阿里巴巴普惠体 2.0 75 SemiBold" panose="00020600040101010101" pitchFamily="18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037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76CD448-429C-92A3-E671-1D4F041826C3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6C8B85B-361E-F16E-769E-AF1C8BDEB0E6}"/>
                </a:ext>
              </a:extLst>
            </p:cNvPr>
            <p:cNvPicPr>
              <a:picLocks noChangeAspect="1"/>
            </p:cNvPicPr>
            <p:nvPr/>
          </p:nvPicPr>
          <p:blipFill>
            <a:blip r:embed="R587c4cca1979439b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D72C39F-11D3-23D2-38BC-E166C070E92A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944CF6B-436C-FE5B-2FD6-94709C47B6E9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建军节的军旗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94C53FC-57F1-0520-6F40-6014DEECDFC8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7" name="图形">
            <a:extLst>
              <a:ext uri="{FF2B5EF4-FFF2-40B4-BE49-F238E27FC236}">
                <a16:creationId xmlns:a16="http://schemas.microsoft.com/office/drawing/2014/main" id="{76735673-6108-A0B6-B9D1-B3903AA28F8D}"/>
              </a:ext>
            </a:extLst>
          </p:cNvPr>
          <p:cNvGrpSpPr/>
          <p:nvPr/>
        </p:nvGrpSpPr>
        <p:grpSpPr>
          <a:xfrm>
            <a:off x="1266826" y="2025650"/>
            <a:ext cx="9632951" cy="3901440"/>
            <a:chOff x="1995" y="3190"/>
            <a:chExt cx="15170" cy="6144"/>
          </a:xfrm>
        </p:grpSpPr>
        <p:sp>
          <p:nvSpPr>
            <p:cNvPr id="8" name="图形">
              <a:extLst>
                <a:ext uri="{FF2B5EF4-FFF2-40B4-BE49-F238E27FC236}">
                  <a16:creationId xmlns:a16="http://schemas.microsoft.com/office/drawing/2014/main" id="{6E15F482-CDFC-4EAC-E984-B2E1DF12105D}"/>
                </a:ext>
              </a:extLst>
            </p:cNvPr>
            <p:cNvSpPr/>
            <p:nvPr>
              <p:custDataLst>
                <p:tags r:id="Rb6783b6ce0624076"/>
              </p:custDataLst>
            </p:nvPr>
          </p:nvSpPr>
          <p:spPr>
            <a:xfrm>
              <a:off x="3303" y="3712"/>
              <a:ext cx="1650" cy="1650"/>
            </a:xfrm>
            <a:prstGeom prst="ellipse">
              <a:avLst/>
            </a:prstGeom>
            <a:gradFill>
              <a:gsLst>
                <a:gs pos="5000">
                  <a:srgbClr val="D62730"/>
                </a:gs>
                <a:gs pos="100000">
                  <a:srgbClr val="E9381C"/>
                </a:gs>
              </a:gsLst>
              <a:lin ang="5400000" scaled="0"/>
            </a:gradFill>
            <a:ln w="12700" cap="flat" cmpd="sng" algn="ctr">
              <a:gradFill>
                <a:gsLst>
                  <a:gs pos="19000">
                    <a:srgbClr val="AF0102">
                      <a:alpha val="0"/>
                    </a:srgbClr>
                  </a:gs>
                  <a:gs pos="100000">
                    <a:srgbClr val="AF0102"/>
                  </a:gs>
                </a:gsLst>
                <a:lin ang="10800000" scaled="1"/>
              </a:gradFill>
              <a:prstDash val="solid"/>
              <a:miter lim="800000"/>
            </a:ln>
            <a:effectLst>
              <a:outerShdw blurRad="508000" dist="444500" dir="2700000" sx="85000" sy="85000" algn="tl" rotWithShape="0">
                <a:srgbClr val="E9381C"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9" name="图形">
              <a:extLst>
                <a:ext uri="{FF2B5EF4-FFF2-40B4-BE49-F238E27FC236}">
                  <a16:creationId xmlns:a16="http://schemas.microsoft.com/office/drawing/2014/main" id="{32377793-08CD-6DFE-5E73-FAFA4C33E2CB}"/>
                </a:ext>
              </a:extLst>
            </p:cNvPr>
            <p:cNvSpPr>
              <a:spLocks noEditPoints="1"/>
            </p:cNvSpPr>
            <p:nvPr>
              <p:custDataLst>
                <p:tags r:id="R14d5d2a368c14265"/>
              </p:custDataLst>
            </p:nvPr>
          </p:nvSpPr>
          <p:spPr bwMode="auto">
            <a:xfrm>
              <a:off x="2710" y="3190"/>
              <a:ext cx="2836" cy="2693"/>
            </a:xfrm>
            <a:custGeom>
              <a:avLst/>
              <a:gdLst>
                <a:gd name="T0" fmla="*/ 185 w 555"/>
                <a:gd name="T1" fmla="*/ 477 h 527"/>
                <a:gd name="T2" fmla="*/ 148 w 555"/>
                <a:gd name="T3" fmla="*/ 458 h 527"/>
                <a:gd name="T4" fmla="*/ 126 w 555"/>
                <a:gd name="T5" fmla="*/ 404 h 527"/>
                <a:gd name="T6" fmla="*/ 98 w 555"/>
                <a:gd name="T7" fmla="*/ 345 h 527"/>
                <a:gd name="T8" fmla="*/ 63 w 555"/>
                <a:gd name="T9" fmla="*/ 338 h 527"/>
                <a:gd name="T10" fmla="*/ 49 w 555"/>
                <a:gd name="T11" fmla="*/ 318 h 527"/>
                <a:gd name="T12" fmla="*/ 42 w 555"/>
                <a:gd name="T13" fmla="*/ 245 h 527"/>
                <a:gd name="T14" fmla="*/ 75 w 555"/>
                <a:gd name="T15" fmla="*/ 199 h 527"/>
                <a:gd name="T16" fmla="*/ 110 w 555"/>
                <a:gd name="T17" fmla="*/ 146 h 527"/>
                <a:gd name="T18" fmla="*/ 104 w 555"/>
                <a:gd name="T19" fmla="*/ 112 h 527"/>
                <a:gd name="T20" fmla="*/ 113 w 555"/>
                <a:gd name="T21" fmla="*/ 91 h 527"/>
                <a:gd name="T22" fmla="*/ 146 w 555"/>
                <a:gd name="T23" fmla="*/ 64 h 527"/>
                <a:gd name="T24" fmla="*/ 202 w 555"/>
                <a:gd name="T25" fmla="*/ 36 h 527"/>
                <a:gd name="T26" fmla="*/ 199 w 555"/>
                <a:gd name="T27" fmla="*/ 27 h 527"/>
                <a:gd name="T28" fmla="*/ 156 w 555"/>
                <a:gd name="T29" fmla="*/ 16 h 527"/>
                <a:gd name="T30" fmla="*/ 115 w 555"/>
                <a:gd name="T31" fmla="*/ 40 h 527"/>
                <a:gd name="T32" fmla="*/ 72 w 555"/>
                <a:gd name="T33" fmla="*/ 96 h 527"/>
                <a:gd name="T34" fmla="*/ 61 w 555"/>
                <a:gd name="T35" fmla="*/ 157 h 527"/>
                <a:gd name="T36" fmla="*/ 39 w 555"/>
                <a:gd name="T37" fmla="*/ 228 h 527"/>
                <a:gd name="T38" fmla="*/ 29 w 555"/>
                <a:gd name="T39" fmla="*/ 256 h 527"/>
                <a:gd name="T40" fmla="*/ 0 w 555"/>
                <a:gd name="T41" fmla="*/ 292 h 527"/>
                <a:gd name="T42" fmla="*/ 30 w 555"/>
                <a:gd name="T43" fmla="*/ 361 h 527"/>
                <a:gd name="T44" fmla="*/ 79 w 555"/>
                <a:gd name="T45" fmla="*/ 400 h 527"/>
                <a:gd name="T46" fmla="*/ 127 w 555"/>
                <a:gd name="T47" fmla="*/ 451 h 527"/>
                <a:gd name="T48" fmla="*/ 163 w 555"/>
                <a:gd name="T49" fmla="*/ 475 h 527"/>
                <a:gd name="T50" fmla="*/ 186 w 555"/>
                <a:gd name="T51" fmla="*/ 494 h 527"/>
                <a:gd name="T52" fmla="*/ 253 w 555"/>
                <a:gd name="T53" fmla="*/ 495 h 527"/>
                <a:gd name="T54" fmla="*/ 517 w 555"/>
                <a:gd name="T55" fmla="*/ 282 h 527"/>
                <a:gd name="T56" fmla="*/ 540 w 555"/>
                <a:gd name="T57" fmla="*/ 224 h 527"/>
                <a:gd name="T58" fmla="*/ 531 w 555"/>
                <a:gd name="T59" fmla="*/ 150 h 527"/>
                <a:gd name="T60" fmla="*/ 489 w 555"/>
                <a:gd name="T61" fmla="*/ 132 h 527"/>
                <a:gd name="T62" fmla="*/ 467 w 555"/>
                <a:gd name="T63" fmla="*/ 114 h 527"/>
                <a:gd name="T64" fmla="*/ 430 w 555"/>
                <a:gd name="T65" fmla="*/ 77 h 527"/>
                <a:gd name="T66" fmla="*/ 374 w 555"/>
                <a:gd name="T67" fmla="*/ 43 h 527"/>
                <a:gd name="T68" fmla="*/ 336 w 555"/>
                <a:gd name="T69" fmla="*/ 23 h 527"/>
                <a:gd name="T70" fmla="*/ 333 w 555"/>
                <a:gd name="T71" fmla="*/ 64 h 527"/>
                <a:gd name="T72" fmla="*/ 391 w 555"/>
                <a:gd name="T73" fmla="*/ 81 h 527"/>
                <a:gd name="T74" fmla="*/ 420 w 555"/>
                <a:gd name="T75" fmla="*/ 104 h 527"/>
                <a:gd name="T76" fmla="*/ 471 w 555"/>
                <a:gd name="T77" fmla="*/ 126 h 527"/>
                <a:gd name="T78" fmla="*/ 504 w 555"/>
                <a:gd name="T79" fmla="*/ 195 h 527"/>
                <a:gd name="T80" fmla="*/ 502 w 555"/>
                <a:gd name="T81" fmla="*/ 221 h 527"/>
                <a:gd name="T82" fmla="*/ 477 w 555"/>
                <a:gd name="T83" fmla="*/ 247 h 527"/>
                <a:gd name="T84" fmla="*/ 482 w 555"/>
                <a:gd name="T85" fmla="*/ 310 h 527"/>
                <a:gd name="T86" fmla="*/ 488 w 555"/>
                <a:gd name="T87" fmla="*/ 365 h 527"/>
                <a:gd name="T88" fmla="*/ 447 w 555"/>
                <a:gd name="T89" fmla="*/ 424 h 527"/>
                <a:gd name="T90" fmla="*/ 425 w 555"/>
                <a:gd name="T91" fmla="*/ 434 h 527"/>
                <a:gd name="T92" fmla="*/ 392 w 555"/>
                <a:gd name="T93" fmla="*/ 457 h 527"/>
                <a:gd name="T94" fmla="*/ 360 w 555"/>
                <a:gd name="T95" fmla="*/ 438 h 527"/>
                <a:gd name="T96" fmla="*/ 338 w 555"/>
                <a:gd name="T97" fmla="*/ 496 h 527"/>
                <a:gd name="T98" fmla="*/ 404 w 555"/>
                <a:gd name="T99" fmla="*/ 499 h 527"/>
                <a:gd name="T100" fmla="*/ 443 w 555"/>
                <a:gd name="T101" fmla="*/ 473 h 527"/>
                <a:gd name="T102" fmla="*/ 505 w 555"/>
                <a:gd name="T103" fmla="*/ 427 h 527"/>
                <a:gd name="T104" fmla="*/ 496 w 555"/>
                <a:gd name="T105" fmla="*/ 380 h 527"/>
                <a:gd name="T106" fmla="*/ 501 w 555"/>
                <a:gd name="T107" fmla="*/ 352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55" h="527">
                  <a:moveTo>
                    <a:pt x="224" y="490"/>
                  </a:moveTo>
                  <a:cubicBezTo>
                    <a:pt x="225" y="484"/>
                    <a:pt x="225" y="473"/>
                    <a:pt x="219" y="459"/>
                  </a:cubicBezTo>
                  <a:cubicBezTo>
                    <a:pt x="213" y="444"/>
                    <a:pt x="194" y="438"/>
                    <a:pt x="194" y="438"/>
                  </a:cubicBezTo>
                  <a:cubicBezTo>
                    <a:pt x="194" y="438"/>
                    <a:pt x="190" y="460"/>
                    <a:pt x="199" y="474"/>
                  </a:cubicBezTo>
                  <a:cubicBezTo>
                    <a:pt x="201" y="479"/>
                    <a:pt x="207" y="483"/>
                    <a:pt x="212" y="487"/>
                  </a:cubicBezTo>
                  <a:cubicBezTo>
                    <a:pt x="204" y="485"/>
                    <a:pt x="195" y="481"/>
                    <a:pt x="185" y="477"/>
                  </a:cubicBezTo>
                  <a:cubicBezTo>
                    <a:pt x="186" y="472"/>
                    <a:pt x="188" y="460"/>
                    <a:pt x="185" y="447"/>
                  </a:cubicBezTo>
                  <a:cubicBezTo>
                    <a:pt x="182" y="431"/>
                    <a:pt x="165" y="421"/>
                    <a:pt x="165" y="421"/>
                  </a:cubicBezTo>
                  <a:cubicBezTo>
                    <a:pt x="165" y="421"/>
                    <a:pt x="156" y="442"/>
                    <a:pt x="163" y="457"/>
                  </a:cubicBezTo>
                  <a:cubicBezTo>
                    <a:pt x="165" y="462"/>
                    <a:pt x="169" y="468"/>
                    <a:pt x="174" y="472"/>
                  </a:cubicBezTo>
                  <a:cubicBezTo>
                    <a:pt x="168" y="469"/>
                    <a:pt x="163" y="467"/>
                    <a:pt x="157" y="463"/>
                  </a:cubicBezTo>
                  <a:cubicBezTo>
                    <a:pt x="154" y="462"/>
                    <a:pt x="151" y="460"/>
                    <a:pt x="148" y="458"/>
                  </a:cubicBezTo>
                  <a:cubicBezTo>
                    <a:pt x="150" y="453"/>
                    <a:pt x="154" y="442"/>
                    <a:pt x="154" y="428"/>
                  </a:cubicBezTo>
                  <a:cubicBezTo>
                    <a:pt x="153" y="412"/>
                    <a:pt x="138" y="400"/>
                    <a:pt x="138" y="400"/>
                  </a:cubicBezTo>
                  <a:cubicBezTo>
                    <a:pt x="138" y="400"/>
                    <a:pt x="127" y="419"/>
                    <a:pt x="130" y="434"/>
                  </a:cubicBezTo>
                  <a:cubicBezTo>
                    <a:pt x="131" y="440"/>
                    <a:pt x="135" y="447"/>
                    <a:pt x="139" y="452"/>
                  </a:cubicBezTo>
                  <a:cubicBezTo>
                    <a:pt x="131" y="446"/>
                    <a:pt x="123" y="439"/>
                    <a:pt x="115" y="432"/>
                  </a:cubicBezTo>
                  <a:cubicBezTo>
                    <a:pt x="118" y="428"/>
                    <a:pt x="124" y="418"/>
                    <a:pt x="126" y="404"/>
                  </a:cubicBezTo>
                  <a:cubicBezTo>
                    <a:pt x="128" y="389"/>
                    <a:pt x="116" y="375"/>
                    <a:pt x="116" y="375"/>
                  </a:cubicBezTo>
                  <a:cubicBezTo>
                    <a:pt x="116" y="375"/>
                    <a:pt x="101" y="390"/>
                    <a:pt x="102" y="406"/>
                  </a:cubicBezTo>
                  <a:cubicBezTo>
                    <a:pt x="102" y="412"/>
                    <a:pt x="105" y="419"/>
                    <a:pt x="107" y="424"/>
                  </a:cubicBezTo>
                  <a:cubicBezTo>
                    <a:pt x="101" y="417"/>
                    <a:pt x="94" y="409"/>
                    <a:pt x="88" y="401"/>
                  </a:cubicBezTo>
                  <a:cubicBezTo>
                    <a:pt x="92" y="397"/>
                    <a:pt x="99" y="388"/>
                    <a:pt x="103" y="376"/>
                  </a:cubicBezTo>
                  <a:cubicBezTo>
                    <a:pt x="107" y="361"/>
                    <a:pt x="98" y="345"/>
                    <a:pt x="98" y="345"/>
                  </a:cubicBezTo>
                  <a:cubicBezTo>
                    <a:pt x="98" y="345"/>
                    <a:pt x="81" y="358"/>
                    <a:pt x="79" y="374"/>
                  </a:cubicBezTo>
                  <a:cubicBezTo>
                    <a:pt x="78" y="379"/>
                    <a:pt x="80" y="385"/>
                    <a:pt x="81" y="391"/>
                  </a:cubicBezTo>
                  <a:cubicBezTo>
                    <a:pt x="76" y="383"/>
                    <a:pt x="71" y="374"/>
                    <a:pt x="66" y="365"/>
                  </a:cubicBezTo>
                  <a:cubicBezTo>
                    <a:pt x="71" y="362"/>
                    <a:pt x="79" y="356"/>
                    <a:pt x="85" y="344"/>
                  </a:cubicBezTo>
                  <a:cubicBezTo>
                    <a:pt x="92" y="331"/>
                    <a:pt x="85" y="314"/>
                    <a:pt x="85" y="314"/>
                  </a:cubicBezTo>
                  <a:cubicBezTo>
                    <a:pt x="85" y="314"/>
                    <a:pt x="67" y="323"/>
                    <a:pt x="63" y="338"/>
                  </a:cubicBezTo>
                  <a:cubicBezTo>
                    <a:pt x="61" y="343"/>
                    <a:pt x="61" y="350"/>
                    <a:pt x="62" y="356"/>
                  </a:cubicBezTo>
                  <a:cubicBezTo>
                    <a:pt x="58" y="347"/>
                    <a:pt x="54" y="337"/>
                    <a:pt x="51" y="327"/>
                  </a:cubicBezTo>
                  <a:cubicBezTo>
                    <a:pt x="56" y="325"/>
                    <a:pt x="65" y="320"/>
                    <a:pt x="73" y="310"/>
                  </a:cubicBezTo>
                  <a:cubicBezTo>
                    <a:pt x="82" y="298"/>
                    <a:pt x="79" y="281"/>
                    <a:pt x="79" y="281"/>
                  </a:cubicBezTo>
                  <a:cubicBezTo>
                    <a:pt x="79" y="281"/>
                    <a:pt x="60" y="287"/>
                    <a:pt x="53" y="300"/>
                  </a:cubicBezTo>
                  <a:cubicBezTo>
                    <a:pt x="50" y="305"/>
                    <a:pt x="49" y="312"/>
                    <a:pt x="49" y="318"/>
                  </a:cubicBezTo>
                  <a:cubicBezTo>
                    <a:pt x="46" y="308"/>
                    <a:pt x="44" y="298"/>
                    <a:pt x="43" y="287"/>
                  </a:cubicBezTo>
                  <a:cubicBezTo>
                    <a:pt x="48" y="286"/>
                    <a:pt x="58" y="283"/>
                    <a:pt x="67" y="274"/>
                  </a:cubicBezTo>
                  <a:cubicBezTo>
                    <a:pt x="78" y="264"/>
                    <a:pt x="78" y="247"/>
                    <a:pt x="78" y="247"/>
                  </a:cubicBezTo>
                  <a:cubicBezTo>
                    <a:pt x="78" y="247"/>
                    <a:pt x="58" y="249"/>
                    <a:pt x="49" y="261"/>
                  </a:cubicBezTo>
                  <a:cubicBezTo>
                    <a:pt x="46" y="265"/>
                    <a:pt x="44" y="272"/>
                    <a:pt x="42" y="278"/>
                  </a:cubicBezTo>
                  <a:cubicBezTo>
                    <a:pt x="41" y="267"/>
                    <a:pt x="41" y="256"/>
                    <a:pt x="42" y="245"/>
                  </a:cubicBezTo>
                  <a:cubicBezTo>
                    <a:pt x="46" y="245"/>
                    <a:pt x="57" y="243"/>
                    <a:pt x="68" y="236"/>
                  </a:cubicBezTo>
                  <a:cubicBezTo>
                    <a:pt x="80" y="229"/>
                    <a:pt x="82" y="212"/>
                    <a:pt x="82" y="212"/>
                  </a:cubicBezTo>
                  <a:cubicBezTo>
                    <a:pt x="82" y="212"/>
                    <a:pt x="63" y="211"/>
                    <a:pt x="53" y="221"/>
                  </a:cubicBezTo>
                  <a:cubicBezTo>
                    <a:pt x="48" y="225"/>
                    <a:pt x="45" y="232"/>
                    <a:pt x="42" y="237"/>
                  </a:cubicBezTo>
                  <a:cubicBezTo>
                    <a:pt x="44" y="226"/>
                    <a:pt x="46" y="214"/>
                    <a:pt x="49" y="203"/>
                  </a:cubicBezTo>
                  <a:cubicBezTo>
                    <a:pt x="53" y="203"/>
                    <a:pt x="63" y="204"/>
                    <a:pt x="75" y="199"/>
                  </a:cubicBezTo>
                  <a:cubicBezTo>
                    <a:pt x="88" y="194"/>
                    <a:pt x="93" y="178"/>
                    <a:pt x="93" y="178"/>
                  </a:cubicBezTo>
                  <a:cubicBezTo>
                    <a:pt x="93" y="178"/>
                    <a:pt x="75" y="174"/>
                    <a:pt x="63" y="181"/>
                  </a:cubicBezTo>
                  <a:cubicBezTo>
                    <a:pt x="58" y="184"/>
                    <a:pt x="54" y="190"/>
                    <a:pt x="51" y="195"/>
                  </a:cubicBezTo>
                  <a:cubicBezTo>
                    <a:pt x="54" y="184"/>
                    <a:pt x="58" y="173"/>
                    <a:pt x="63" y="163"/>
                  </a:cubicBezTo>
                  <a:cubicBezTo>
                    <a:pt x="67" y="164"/>
                    <a:pt x="77" y="166"/>
                    <a:pt x="89" y="164"/>
                  </a:cubicBezTo>
                  <a:cubicBezTo>
                    <a:pt x="102" y="161"/>
                    <a:pt x="110" y="146"/>
                    <a:pt x="110" y="146"/>
                  </a:cubicBezTo>
                  <a:cubicBezTo>
                    <a:pt x="110" y="146"/>
                    <a:pt x="93" y="140"/>
                    <a:pt x="80" y="145"/>
                  </a:cubicBezTo>
                  <a:cubicBezTo>
                    <a:pt x="75" y="147"/>
                    <a:pt x="70" y="152"/>
                    <a:pt x="66" y="156"/>
                  </a:cubicBezTo>
                  <a:cubicBezTo>
                    <a:pt x="71" y="145"/>
                    <a:pt x="77" y="135"/>
                    <a:pt x="83" y="126"/>
                  </a:cubicBezTo>
                  <a:cubicBezTo>
                    <a:pt x="87" y="128"/>
                    <a:pt x="96" y="132"/>
                    <a:pt x="109" y="131"/>
                  </a:cubicBezTo>
                  <a:cubicBezTo>
                    <a:pt x="122" y="131"/>
                    <a:pt x="132" y="118"/>
                    <a:pt x="132" y="118"/>
                  </a:cubicBezTo>
                  <a:cubicBezTo>
                    <a:pt x="132" y="118"/>
                    <a:pt x="117" y="109"/>
                    <a:pt x="104" y="112"/>
                  </a:cubicBezTo>
                  <a:cubicBezTo>
                    <a:pt x="98" y="113"/>
                    <a:pt x="91" y="118"/>
                    <a:pt x="87" y="121"/>
                  </a:cubicBezTo>
                  <a:cubicBezTo>
                    <a:pt x="94" y="111"/>
                    <a:pt x="102" y="102"/>
                    <a:pt x="110" y="94"/>
                  </a:cubicBezTo>
                  <a:cubicBezTo>
                    <a:pt x="113" y="96"/>
                    <a:pt x="121" y="102"/>
                    <a:pt x="134" y="104"/>
                  </a:cubicBezTo>
                  <a:cubicBezTo>
                    <a:pt x="147" y="105"/>
                    <a:pt x="159" y="95"/>
                    <a:pt x="159" y="95"/>
                  </a:cubicBezTo>
                  <a:cubicBezTo>
                    <a:pt x="159" y="95"/>
                    <a:pt x="146" y="83"/>
                    <a:pt x="133" y="84"/>
                  </a:cubicBezTo>
                  <a:cubicBezTo>
                    <a:pt x="126" y="84"/>
                    <a:pt x="118" y="88"/>
                    <a:pt x="113" y="91"/>
                  </a:cubicBezTo>
                  <a:cubicBezTo>
                    <a:pt x="117" y="86"/>
                    <a:pt x="122" y="82"/>
                    <a:pt x="127" y="79"/>
                  </a:cubicBezTo>
                  <a:cubicBezTo>
                    <a:pt x="132" y="74"/>
                    <a:pt x="137" y="71"/>
                    <a:pt x="142" y="67"/>
                  </a:cubicBezTo>
                  <a:cubicBezTo>
                    <a:pt x="144" y="70"/>
                    <a:pt x="151" y="77"/>
                    <a:pt x="164" y="81"/>
                  </a:cubicBezTo>
                  <a:cubicBezTo>
                    <a:pt x="176" y="84"/>
                    <a:pt x="189" y="76"/>
                    <a:pt x="189" y="76"/>
                  </a:cubicBezTo>
                  <a:cubicBezTo>
                    <a:pt x="189" y="76"/>
                    <a:pt x="178" y="63"/>
                    <a:pt x="165" y="61"/>
                  </a:cubicBezTo>
                  <a:cubicBezTo>
                    <a:pt x="159" y="60"/>
                    <a:pt x="151" y="63"/>
                    <a:pt x="146" y="64"/>
                  </a:cubicBezTo>
                  <a:cubicBezTo>
                    <a:pt x="157" y="57"/>
                    <a:pt x="168" y="51"/>
                    <a:pt x="177" y="46"/>
                  </a:cubicBezTo>
                  <a:cubicBezTo>
                    <a:pt x="179" y="49"/>
                    <a:pt x="184" y="57"/>
                    <a:pt x="196" y="63"/>
                  </a:cubicBezTo>
                  <a:cubicBezTo>
                    <a:pt x="207" y="69"/>
                    <a:pt x="221" y="64"/>
                    <a:pt x="221" y="64"/>
                  </a:cubicBezTo>
                  <a:cubicBezTo>
                    <a:pt x="221" y="64"/>
                    <a:pt x="213" y="49"/>
                    <a:pt x="201" y="45"/>
                  </a:cubicBezTo>
                  <a:cubicBezTo>
                    <a:pt x="195" y="43"/>
                    <a:pt x="185" y="44"/>
                    <a:pt x="180" y="45"/>
                  </a:cubicBezTo>
                  <a:cubicBezTo>
                    <a:pt x="188" y="41"/>
                    <a:pt x="196" y="38"/>
                    <a:pt x="202" y="36"/>
                  </a:cubicBezTo>
                  <a:cubicBezTo>
                    <a:pt x="204" y="37"/>
                    <a:pt x="213" y="41"/>
                    <a:pt x="220" y="38"/>
                  </a:cubicBezTo>
                  <a:cubicBezTo>
                    <a:pt x="232" y="34"/>
                    <a:pt x="238" y="27"/>
                    <a:pt x="238" y="27"/>
                  </a:cubicBezTo>
                  <a:cubicBezTo>
                    <a:pt x="238" y="27"/>
                    <a:pt x="226" y="22"/>
                    <a:pt x="219" y="23"/>
                  </a:cubicBezTo>
                  <a:cubicBezTo>
                    <a:pt x="210" y="25"/>
                    <a:pt x="203" y="33"/>
                    <a:pt x="201" y="35"/>
                  </a:cubicBezTo>
                  <a:cubicBezTo>
                    <a:pt x="196" y="37"/>
                    <a:pt x="190" y="39"/>
                    <a:pt x="184" y="42"/>
                  </a:cubicBezTo>
                  <a:cubicBezTo>
                    <a:pt x="188" y="39"/>
                    <a:pt x="196" y="33"/>
                    <a:pt x="199" y="27"/>
                  </a:cubicBezTo>
                  <a:cubicBezTo>
                    <a:pt x="205" y="16"/>
                    <a:pt x="200" y="0"/>
                    <a:pt x="200" y="0"/>
                  </a:cubicBezTo>
                  <a:cubicBezTo>
                    <a:pt x="200" y="0"/>
                    <a:pt x="186" y="5"/>
                    <a:pt x="182" y="17"/>
                  </a:cubicBezTo>
                  <a:cubicBezTo>
                    <a:pt x="178" y="30"/>
                    <a:pt x="180" y="40"/>
                    <a:pt x="181" y="43"/>
                  </a:cubicBezTo>
                  <a:cubicBezTo>
                    <a:pt x="171" y="47"/>
                    <a:pt x="160" y="53"/>
                    <a:pt x="148" y="60"/>
                  </a:cubicBezTo>
                  <a:cubicBezTo>
                    <a:pt x="152" y="56"/>
                    <a:pt x="158" y="50"/>
                    <a:pt x="160" y="44"/>
                  </a:cubicBezTo>
                  <a:cubicBezTo>
                    <a:pt x="164" y="31"/>
                    <a:pt x="156" y="16"/>
                    <a:pt x="156" y="16"/>
                  </a:cubicBezTo>
                  <a:cubicBezTo>
                    <a:pt x="156" y="16"/>
                    <a:pt x="143" y="24"/>
                    <a:pt x="142" y="37"/>
                  </a:cubicBezTo>
                  <a:cubicBezTo>
                    <a:pt x="140" y="50"/>
                    <a:pt x="143" y="60"/>
                    <a:pt x="144" y="63"/>
                  </a:cubicBezTo>
                  <a:cubicBezTo>
                    <a:pt x="138" y="67"/>
                    <a:pt x="132" y="71"/>
                    <a:pt x="125" y="77"/>
                  </a:cubicBezTo>
                  <a:cubicBezTo>
                    <a:pt x="122" y="79"/>
                    <a:pt x="119" y="81"/>
                    <a:pt x="116" y="84"/>
                  </a:cubicBezTo>
                  <a:cubicBezTo>
                    <a:pt x="119" y="79"/>
                    <a:pt x="123" y="72"/>
                    <a:pt x="124" y="67"/>
                  </a:cubicBezTo>
                  <a:cubicBezTo>
                    <a:pt x="126" y="54"/>
                    <a:pt x="115" y="40"/>
                    <a:pt x="115" y="40"/>
                  </a:cubicBezTo>
                  <a:cubicBezTo>
                    <a:pt x="115" y="40"/>
                    <a:pt x="104" y="50"/>
                    <a:pt x="104" y="63"/>
                  </a:cubicBezTo>
                  <a:cubicBezTo>
                    <a:pt x="105" y="76"/>
                    <a:pt x="109" y="85"/>
                    <a:pt x="111" y="88"/>
                  </a:cubicBezTo>
                  <a:cubicBezTo>
                    <a:pt x="103" y="96"/>
                    <a:pt x="95" y="104"/>
                    <a:pt x="88" y="114"/>
                  </a:cubicBezTo>
                  <a:cubicBezTo>
                    <a:pt x="90" y="109"/>
                    <a:pt x="93" y="102"/>
                    <a:pt x="92" y="97"/>
                  </a:cubicBezTo>
                  <a:cubicBezTo>
                    <a:pt x="92" y="83"/>
                    <a:pt x="79" y="70"/>
                    <a:pt x="79" y="70"/>
                  </a:cubicBezTo>
                  <a:cubicBezTo>
                    <a:pt x="79" y="70"/>
                    <a:pt x="69" y="83"/>
                    <a:pt x="72" y="96"/>
                  </a:cubicBezTo>
                  <a:cubicBezTo>
                    <a:pt x="74" y="109"/>
                    <a:pt x="81" y="117"/>
                    <a:pt x="83" y="120"/>
                  </a:cubicBezTo>
                  <a:cubicBezTo>
                    <a:pt x="77" y="129"/>
                    <a:pt x="70" y="140"/>
                    <a:pt x="65" y="150"/>
                  </a:cubicBezTo>
                  <a:cubicBezTo>
                    <a:pt x="66" y="145"/>
                    <a:pt x="67" y="137"/>
                    <a:pt x="66" y="132"/>
                  </a:cubicBezTo>
                  <a:cubicBezTo>
                    <a:pt x="63" y="118"/>
                    <a:pt x="48" y="108"/>
                    <a:pt x="48" y="108"/>
                  </a:cubicBezTo>
                  <a:cubicBezTo>
                    <a:pt x="48" y="108"/>
                    <a:pt x="41" y="122"/>
                    <a:pt x="45" y="135"/>
                  </a:cubicBezTo>
                  <a:cubicBezTo>
                    <a:pt x="50" y="147"/>
                    <a:pt x="58" y="154"/>
                    <a:pt x="61" y="157"/>
                  </a:cubicBezTo>
                  <a:cubicBezTo>
                    <a:pt x="56" y="167"/>
                    <a:pt x="52" y="178"/>
                    <a:pt x="48" y="189"/>
                  </a:cubicBezTo>
                  <a:cubicBezTo>
                    <a:pt x="49" y="183"/>
                    <a:pt x="48" y="176"/>
                    <a:pt x="46" y="171"/>
                  </a:cubicBezTo>
                  <a:cubicBezTo>
                    <a:pt x="41" y="158"/>
                    <a:pt x="24" y="150"/>
                    <a:pt x="24" y="150"/>
                  </a:cubicBezTo>
                  <a:cubicBezTo>
                    <a:pt x="24" y="150"/>
                    <a:pt x="19" y="166"/>
                    <a:pt x="26" y="178"/>
                  </a:cubicBezTo>
                  <a:cubicBezTo>
                    <a:pt x="33" y="189"/>
                    <a:pt x="42" y="195"/>
                    <a:pt x="46" y="197"/>
                  </a:cubicBezTo>
                  <a:cubicBezTo>
                    <a:pt x="43" y="207"/>
                    <a:pt x="40" y="218"/>
                    <a:pt x="39" y="228"/>
                  </a:cubicBezTo>
                  <a:cubicBezTo>
                    <a:pt x="38" y="223"/>
                    <a:pt x="37" y="217"/>
                    <a:pt x="34" y="213"/>
                  </a:cubicBezTo>
                  <a:cubicBezTo>
                    <a:pt x="26" y="201"/>
                    <a:pt x="8" y="196"/>
                    <a:pt x="8" y="196"/>
                  </a:cubicBezTo>
                  <a:cubicBezTo>
                    <a:pt x="8" y="196"/>
                    <a:pt x="6" y="213"/>
                    <a:pt x="15" y="224"/>
                  </a:cubicBezTo>
                  <a:cubicBezTo>
                    <a:pt x="24" y="233"/>
                    <a:pt x="33" y="238"/>
                    <a:pt x="37" y="239"/>
                  </a:cubicBezTo>
                  <a:cubicBezTo>
                    <a:pt x="36" y="250"/>
                    <a:pt x="36" y="260"/>
                    <a:pt x="37" y="271"/>
                  </a:cubicBezTo>
                  <a:cubicBezTo>
                    <a:pt x="35" y="266"/>
                    <a:pt x="32" y="260"/>
                    <a:pt x="29" y="256"/>
                  </a:cubicBezTo>
                  <a:cubicBezTo>
                    <a:pt x="19" y="245"/>
                    <a:pt x="0" y="244"/>
                    <a:pt x="0" y="244"/>
                  </a:cubicBezTo>
                  <a:cubicBezTo>
                    <a:pt x="0" y="244"/>
                    <a:pt x="1" y="261"/>
                    <a:pt x="12" y="270"/>
                  </a:cubicBezTo>
                  <a:cubicBezTo>
                    <a:pt x="22" y="279"/>
                    <a:pt x="33" y="281"/>
                    <a:pt x="37" y="282"/>
                  </a:cubicBezTo>
                  <a:cubicBezTo>
                    <a:pt x="38" y="292"/>
                    <a:pt x="39" y="302"/>
                    <a:pt x="41" y="312"/>
                  </a:cubicBezTo>
                  <a:cubicBezTo>
                    <a:pt x="39" y="307"/>
                    <a:pt x="35" y="302"/>
                    <a:pt x="32" y="299"/>
                  </a:cubicBezTo>
                  <a:cubicBezTo>
                    <a:pt x="20" y="290"/>
                    <a:pt x="0" y="292"/>
                    <a:pt x="0" y="292"/>
                  </a:cubicBezTo>
                  <a:cubicBezTo>
                    <a:pt x="0" y="292"/>
                    <a:pt x="4" y="309"/>
                    <a:pt x="17" y="316"/>
                  </a:cubicBezTo>
                  <a:cubicBezTo>
                    <a:pt x="28" y="323"/>
                    <a:pt x="39" y="323"/>
                    <a:pt x="44" y="323"/>
                  </a:cubicBezTo>
                  <a:cubicBezTo>
                    <a:pt x="47" y="333"/>
                    <a:pt x="50" y="343"/>
                    <a:pt x="54" y="352"/>
                  </a:cubicBezTo>
                  <a:cubicBezTo>
                    <a:pt x="50" y="348"/>
                    <a:pt x="46" y="343"/>
                    <a:pt x="41" y="341"/>
                  </a:cubicBezTo>
                  <a:cubicBezTo>
                    <a:pt x="28" y="334"/>
                    <a:pt x="8" y="339"/>
                    <a:pt x="8" y="339"/>
                  </a:cubicBezTo>
                  <a:cubicBezTo>
                    <a:pt x="8" y="339"/>
                    <a:pt x="15" y="356"/>
                    <a:pt x="30" y="361"/>
                  </a:cubicBezTo>
                  <a:cubicBezTo>
                    <a:pt x="42" y="365"/>
                    <a:pt x="54" y="364"/>
                    <a:pt x="58" y="363"/>
                  </a:cubicBezTo>
                  <a:cubicBezTo>
                    <a:pt x="63" y="372"/>
                    <a:pt x="68" y="381"/>
                    <a:pt x="73" y="390"/>
                  </a:cubicBezTo>
                  <a:cubicBezTo>
                    <a:pt x="68" y="386"/>
                    <a:pt x="63" y="382"/>
                    <a:pt x="58" y="380"/>
                  </a:cubicBezTo>
                  <a:cubicBezTo>
                    <a:pt x="43" y="375"/>
                    <a:pt x="25" y="384"/>
                    <a:pt x="25" y="384"/>
                  </a:cubicBezTo>
                  <a:cubicBezTo>
                    <a:pt x="25" y="384"/>
                    <a:pt x="35" y="400"/>
                    <a:pt x="50" y="402"/>
                  </a:cubicBezTo>
                  <a:cubicBezTo>
                    <a:pt x="64" y="404"/>
                    <a:pt x="75" y="401"/>
                    <a:pt x="79" y="400"/>
                  </a:cubicBezTo>
                  <a:cubicBezTo>
                    <a:pt x="85" y="408"/>
                    <a:pt x="91" y="415"/>
                    <a:pt x="97" y="423"/>
                  </a:cubicBezTo>
                  <a:cubicBezTo>
                    <a:pt x="92" y="420"/>
                    <a:pt x="87" y="417"/>
                    <a:pt x="82" y="417"/>
                  </a:cubicBezTo>
                  <a:cubicBezTo>
                    <a:pt x="66" y="414"/>
                    <a:pt x="49" y="427"/>
                    <a:pt x="49" y="427"/>
                  </a:cubicBezTo>
                  <a:cubicBezTo>
                    <a:pt x="49" y="427"/>
                    <a:pt x="62" y="441"/>
                    <a:pt x="78" y="440"/>
                  </a:cubicBezTo>
                  <a:cubicBezTo>
                    <a:pt x="91" y="440"/>
                    <a:pt x="101" y="435"/>
                    <a:pt x="106" y="433"/>
                  </a:cubicBezTo>
                  <a:cubicBezTo>
                    <a:pt x="113" y="439"/>
                    <a:pt x="120" y="446"/>
                    <a:pt x="127" y="451"/>
                  </a:cubicBezTo>
                  <a:cubicBezTo>
                    <a:pt x="122" y="450"/>
                    <a:pt x="116" y="448"/>
                    <a:pt x="112" y="448"/>
                  </a:cubicBezTo>
                  <a:cubicBezTo>
                    <a:pt x="96" y="449"/>
                    <a:pt x="81" y="464"/>
                    <a:pt x="81" y="464"/>
                  </a:cubicBezTo>
                  <a:cubicBezTo>
                    <a:pt x="81" y="464"/>
                    <a:pt x="96" y="476"/>
                    <a:pt x="112" y="473"/>
                  </a:cubicBezTo>
                  <a:cubicBezTo>
                    <a:pt x="125" y="470"/>
                    <a:pt x="134" y="464"/>
                    <a:pt x="139" y="460"/>
                  </a:cubicBezTo>
                  <a:cubicBezTo>
                    <a:pt x="144" y="464"/>
                    <a:pt x="149" y="467"/>
                    <a:pt x="154" y="470"/>
                  </a:cubicBezTo>
                  <a:cubicBezTo>
                    <a:pt x="157" y="471"/>
                    <a:pt x="160" y="473"/>
                    <a:pt x="163" y="475"/>
                  </a:cubicBezTo>
                  <a:cubicBezTo>
                    <a:pt x="157" y="474"/>
                    <a:pt x="151" y="473"/>
                    <a:pt x="147" y="474"/>
                  </a:cubicBezTo>
                  <a:cubicBezTo>
                    <a:pt x="131" y="478"/>
                    <a:pt x="118" y="496"/>
                    <a:pt x="118" y="496"/>
                  </a:cubicBezTo>
                  <a:cubicBezTo>
                    <a:pt x="118" y="496"/>
                    <a:pt x="136" y="505"/>
                    <a:pt x="151" y="499"/>
                  </a:cubicBezTo>
                  <a:cubicBezTo>
                    <a:pt x="164" y="494"/>
                    <a:pt x="172" y="486"/>
                    <a:pt x="176" y="482"/>
                  </a:cubicBezTo>
                  <a:cubicBezTo>
                    <a:pt x="185" y="486"/>
                    <a:pt x="194" y="489"/>
                    <a:pt x="202" y="492"/>
                  </a:cubicBezTo>
                  <a:cubicBezTo>
                    <a:pt x="196" y="492"/>
                    <a:pt x="190" y="492"/>
                    <a:pt x="186" y="494"/>
                  </a:cubicBezTo>
                  <a:cubicBezTo>
                    <a:pt x="170" y="501"/>
                    <a:pt x="161" y="521"/>
                    <a:pt x="161" y="521"/>
                  </a:cubicBezTo>
                  <a:cubicBezTo>
                    <a:pt x="161" y="521"/>
                    <a:pt x="180" y="527"/>
                    <a:pt x="194" y="518"/>
                  </a:cubicBezTo>
                  <a:cubicBezTo>
                    <a:pt x="206" y="511"/>
                    <a:pt x="213" y="501"/>
                    <a:pt x="216" y="496"/>
                  </a:cubicBezTo>
                  <a:cubicBezTo>
                    <a:pt x="239" y="502"/>
                    <a:pt x="253" y="503"/>
                    <a:pt x="253" y="503"/>
                  </a:cubicBezTo>
                  <a:cubicBezTo>
                    <a:pt x="253" y="499"/>
                    <a:pt x="253" y="499"/>
                    <a:pt x="253" y="499"/>
                  </a:cubicBezTo>
                  <a:cubicBezTo>
                    <a:pt x="253" y="495"/>
                    <a:pt x="253" y="495"/>
                    <a:pt x="253" y="495"/>
                  </a:cubicBezTo>
                  <a:cubicBezTo>
                    <a:pt x="253" y="495"/>
                    <a:pt x="243" y="494"/>
                    <a:pt x="224" y="490"/>
                  </a:cubicBezTo>
                  <a:close/>
                  <a:moveTo>
                    <a:pt x="538" y="316"/>
                  </a:moveTo>
                  <a:cubicBezTo>
                    <a:pt x="551" y="309"/>
                    <a:pt x="555" y="292"/>
                    <a:pt x="555" y="292"/>
                  </a:cubicBezTo>
                  <a:cubicBezTo>
                    <a:pt x="555" y="292"/>
                    <a:pt x="535" y="290"/>
                    <a:pt x="523" y="299"/>
                  </a:cubicBezTo>
                  <a:cubicBezTo>
                    <a:pt x="519" y="302"/>
                    <a:pt x="516" y="307"/>
                    <a:pt x="513" y="312"/>
                  </a:cubicBezTo>
                  <a:cubicBezTo>
                    <a:pt x="515" y="302"/>
                    <a:pt x="517" y="292"/>
                    <a:pt x="517" y="282"/>
                  </a:cubicBezTo>
                  <a:cubicBezTo>
                    <a:pt x="522" y="281"/>
                    <a:pt x="532" y="279"/>
                    <a:pt x="543" y="270"/>
                  </a:cubicBezTo>
                  <a:cubicBezTo>
                    <a:pt x="554" y="261"/>
                    <a:pt x="555" y="244"/>
                    <a:pt x="555" y="244"/>
                  </a:cubicBezTo>
                  <a:cubicBezTo>
                    <a:pt x="555" y="244"/>
                    <a:pt x="535" y="245"/>
                    <a:pt x="526" y="256"/>
                  </a:cubicBezTo>
                  <a:cubicBezTo>
                    <a:pt x="522" y="260"/>
                    <a:pt x="520" y="266"/>
                    <a:pt x="518" y="271"/>
                  </a:cubicBezTo>
                  <a:cubicBezTo>
                    <a:pt x="519" y="260"/>
                    <a:pt x="518" y="250"/>
                    <a:pt x="517" y="239"/>
                  </a:cubicBezTo>
                  <a:cubicBezTo>
                    <a:pt x="522" y="238"/>
                    <a:pt x="531" y="233"/>
                    <a:pt x="540" y="224"/>
                  </a:cubicBezTo>
                  <a:cubicBezTo>
                    <a:pt x="549" y="213"/>
                    <a:pt x="547" y="196"/>
                    <a:pt x="547" y="196"/>
                  </a:cubicBezTo>
                  <a:cubicBezTo>
                    <a:pt x="547" y="196"/>
                    <a:pt x="528" y="201"/>
                    <a:pt x="521" y="213"/>
                  </a:cubicBezTo>
                  <a:cubicBezTo>
                    <a:pt x="518" y="217"/>
                    <a:pt x="517" y="223"/>
                    <a:pt x="516" y="228"/>
                  </a:cubicBezTo>
                  <a:cubicBezTo>
                    <a:pt x="514" y="218"/>
                    <a:pt x="512" y="207"/>
                    <a:pt x="509" y="197"/>
                  </a:cubicBezTo>
                  <a:cubicBezTo>
                    <a:pt x="513" y="195"/>
                    <a:pt x="522" y="189"/>
                    <a:pt x="528" y="178"/>
                  </a:cubicBezTo>
                  <a:cubicBezTo>
                    <a:pt x="536" y="166"/>
                    <a:pt x="531" y="150"/>
                    <a:pt x="531" y="150"/>
                  </a:cubicBezTo>
                  <a:cubicBezTo>
                    <a:pt x="531" y="150"/>
                    <a:pt x="514" y="158"/>
                    <a:pt x="508" y="171"/>
                  </a:cubicBezTo>
                  <a:cubicBezTo>
                    <a:pt x="506" y="176"/>
                    <a:pt x="506" y="183"/>
                    <a:pt x="506" y="189"/>
                  </a:cubicBezTo>
                  <a:cubicBezTo>
                    <a:pt x="503" y="178"/>
                    <a:pt x="498" y="167"/>
                    <a:pt x="493" y="157"/>
                  </a:cubicBezTo>
                  <a:cubicBezTo>
                    <a:pt x="496" y="154"/>
                    <a:pt x="504" y="147"/>
                    <a:pt x="509" y="135"/>
                  </a:cubicBezTo>
                  <a:cubicBezTo>
                    <a:pt x="514" y="122"/>
                    <a:pt x="507" y="108"/>
                    <a:pt x="507" y="108"/>
                  </a:cubicBezTo>
                  <a:cubicBezTo>
                    <a:pt x="507" y="108"/>
                    <a:pt x="492" y="118"/>
                    <a:pt x="489" y="132"/>
                  </a:cubicBezTo>
                  <a:cubicBezTo>
                    <a:pt x="487" y="137"/>
                    <a:pt x="489" y="145"/>
                    <a:pt x="490" y="150"/>
                  </a:cubicBezTo>
                  <a:cubicBezTo>
                    <a:pt x="484" y="140"/>
                    <a:pt x="478" y="129"/>
                    <a:pt x="471" y="120"/>
                  </a:cubicBezTo>
                  <a:cubicBezTo>
                    <a:pt x="474" y="117"/>
                    <a:pt x="480" y="109"/>
                    <a:pt x="483" y="96"/>
                  </a:cubicBezTo>
                  <a:cubicBezTo>
                    <a:pt x="485" y="83"/>
                    <a:pt x="476" y="70"/>
                    <a:pt x="476" y="70"/>
                  </a:cubicBezTo>
                  <a:cubicBezTo>
                    <a:pt x="476" y="70"/>
                    <a:pt x="463" y="83"/>
                    <a:pt x="462" y="97"/>
                  </a:cubicBezTo>
                  <a:cubicBezTo>
                    <a:pt x="462" y="102"/>
                    <a:pt x="465" y="109"/>
                    <a:pt x="467" y="114"/>
                  </a:cubicBezTo>
                  <a:cubicBezTo>
                    <a:pt x="459" y="104"/>
                    <a:pt x="451" y="96"/>
                    <a:pt x="443" y="88"/>
                  </a:cubicBezTo>
                  <a:cubicBezTo>
                    <a:pt x="445" y="85"/>
                    <a:pt x="450" y="76"/>
                    <a:pt x="450" y="63"/>
                  </a:cubicBezTo>
                  <a:cubicBezTo>
                    <a:pt x="451" y="50"/>
                    <a:pt x="439" y="40"/>
                    <a:pt x="439" y="40"/>
                  </a:cubicBezTo>
                  <a:cubicBezTo>
                    <a:pt x="439" y="40"/>
                    <a:pt x="429" y="54"/>
                    <a:pt x="431" y="67"/>
                  </a:cubicBezTo>
                  <a:cubicBezTo>
                    <a:pt x="431" y="72"/>
                    <a:pt x="435" y="79"/>
                    <a:pt x="438" y="84"/>
                  </a:cubicBezTo>
                  <a:cubicBezTo>
                    <a:pt x="436" y="81"/>
                    <a:pt x="433" y="79"/>
                    <a:pt x="430" y="77"/>
                  </a:cubicBezTo>
                  <a:cubicBezTo>
                    <a:pt x="423" y="71"/>
                    <a:pt x="417" y="67"/>
                    <a:pt x="410" y="63"/>
                  </a:cubicBezTo>
                  <a:cubicBezTo>
                    <a:pt x="411" y="60"/>
                    <a:pt x="415" y="50"/>
                    <a:pt x="413" y="37"/>
                  </a:cubicBezTo>
                  <a:cubicBezTo>
                    <a:pt x="411" y="24"/>
                    <a:pt x="398" y="16"/>
                    <a:pt x="398" y="16"/>
                  </a:cubicBezTo>
                  <a:cubicBezTo>
                    <a:pt x="398" y="16"/>
                    <a:pt x="391" y="31"/>
                    <a:pt x="395" y="44"/>
                  </a:cubicBezTo>
                  <a:cubicBezTo>
                    <a:pt x="397" y="50"/>
                    <a:pt x="403" y="56"/>
                    <a:pt x="407" y="60"/>
                  </a:cubicBezTo>
                  <a:cubicBezTo>
                    <a:pt x="395" y="53"/>
                    <a:pt x="384" y="47"/>
                    <a:pt x="374" y="43"/>
                  </a:cubicBezTo>
                  <a:cubicBezTo>
                    <a:pt x="375" y="40"/>
                    <a:pt x="377" y="30"/>
                    <a:pt x="372" y="17"/>
                  </a:cubicBezTo>
                  <a:cubicBezTo>
                    <a:pt x="368" y="5"/>
                    <a:pt x="354" y="0"/>
                    <a:pt x="354" y="0"/>
                  </a:cubicBezTo>
                  <a:cubicBezTo>
                    <a:pt x="354" y="0"/>
                    <a:pt x="350" y="16"/>
                    <a:pt x="356" y="27"/>
                  </a:cubicBezTo>
                  <a:cubicBezTo>
                    <a:pt x="359" y="33"/>
                    <a:pt x="367" y="39"/>
                    <a:pt x="371" y="42"/>
                  </a:cubicBezTo>
                  <a:cubicBezTo>
                    <a:pt x="364" y="39"/>
                    <a:pt x="358" y="37"/>
                    <a:pt x="354" y="35"/>
                  </a:cubicBezTo>
                  <a:cubicBezTo>
                    <a:pt x="352" y="33"/>
                    <a:pt x="345" y="25"/>
                    <a:pt x="336" y="23"/>
                  </a:cubicBezTo>
                  <a:cubicBezTo>
                    <a:pt x="329" y="22"/>
                    <a:pt x="317" y="27"/>
                    <a:pt x="317" y="27"/>
                  </a:cubicBezTo>
                  <a:cubicBezTo>
                    <a:pt x="317" y="27"/>
                    <a:pt x="323" y="34"/>
                    <a:pt x="334" y="38"/>
                  </a:cubicBezTo>
                  <a:cubicBezTo>
                    <a:pt x="342" y="41"/>
                    <a:pt x="350" y="37"/>
                    <a:pt x="353" y="36"/>
                  </a:cubicBezTo>
                  <a:cubicBezTo>
                    <a:pt x="359" y="38"/>
                    <a:pt x="366" y="41"/>
                    <a:pt x="375" y="45"/>
                  </a:cubicBezTo>
                  <a:cubicBezTo>
                    <a:pt x="370" y="44"/>
                    <a:pt x="360" y="43"/>
                    <a:pt x="354" y="45"/>
                  </a:cubicBezTo>
                  <a:cubicBezTo>
                    <a:pt x="341" y="49"/>
                    <a:pt x="333" y="64"/>
                    <a:pt x="333" y="64"/>
                  </a:cubicBezTo>
                  <a:cubicBezTo>
                    <a:pt x="333" y="64"/>
                    <a:pt x="348" y="69"/>
                    <a:pt x="359" y="63"/>
                  </a:cubicBezTo>
                  <a:cubicBezTo>
                    <a:pt x="370" y="57"/>
                    <a:pt x="376" y="49"/>
                    <a:pt x="378" y="46"/>
                  </a:cubicBezTo>
                  <a:cubicBezTo>
                    <a:pt x="387" y="51"/>
                    <a:pt x="398" y="57"/>
                    <a:pt x="409" y="64"/>
                  </a:cubicBezTo>
                  <a:cubicBezTo>
                    <a:pt x="404" y="63"/>
                    <a:pt x="395" y="60"/>
                    <a:pt x="389" y="61"/>
                  </a:cubicBezTo>
                  <a:cubicBezTo>
                    <a:pt x="376" y="63"/>
                    <a:pt x="366" y="76"/>
                    <a:pt x="366" y="76"/>
                  </a:cubicBezTo>
                  <a:cubicBezTo>
                    <a:pt x="366" y="76"/>
                    <a:pt x="379" y="84"/>
                    <a:pt x="391" y="81"/>
                  </a:cubicBezTo>
                  <a:cubicBezTo>
                    <a:pt x="403" y="77"/>
                    <a:pt x="410" y="70"/>
                    <a:pt x="413" y="67"/>
                  </a:cubicBezTo>
                  <a:cubicBezTo>
                    <a:pt x="418" y="71"/>
                    <a:pt x="423" y="74"/>
                    <a:pt x="428" y="79"/>
                  </a:cubicBezTo>
                  <a:cubicBezTo>
                    <a:pt x="433" y="82"/>
                    <a:pt x="437" y="86"/>
                    <a:pt x="442" y="91"/>
                  </a:cubicBezTo>
                  <a:cubicBezTo>
                    <a:pt x="437" y="88"/>
                    <a:pt x="428" y="84"/>
                    <a:pt x="422" y="84"/>
                  </a:cubicBezTo>
                  <a:cubicBezTo>
                    <a:pt x="409" y="83"/>
                    <a:pt x="396" y="95"/>
                    <a:pt x="396" y="95"/>
                  </a:cubicBezTo>
                  <a:cubicBezTo>
                    <a:pt x="396" y="95"/>
                    <a:pt x="408" y="105"/>
                    <a:pt x="420" y="104"/>
                  </a:cubicBezTo>
                  <a:cubicBezTo>
                    <a:pt x="433" y="102"/>
                    <a:pt x="442" y="96"/>
                    <a:pt x="445" y="94"/>
                  </a:cubicBezTo>
                  <a:cubicBezTo>
                    <a:pt x="453" y="102"/>
                    <a:pt x="461" y="111"/>
                    <a:pt x="468" y="121"/>
                  </a:cubicBezTo>
                  <a:cubicBezTo>
                    <a:pt x="463" y="118"/>
                    <a:pt x="456" y="113"/>
                    <a:pt x="451" y="112"/>
                  </a:cubicBezTo>
                  <a:cubicBezTo>
                    <a:pt x="437" y="109"/>
                    <a:pt x="422" y="118"/>
                    <a:pt x="422" y="118"/>
                  </a:cubicBezTo>
                  <a:cubicBezTo>
                    <a:pt x="422" y="118"/>
                    <a:pt x="432" y="131"/>
                    <a:pt x="445" y="131"/>
                  </a:cubicBezTo>
                  <a:cubicBezTo>
                    <a:pt x="458" y="132"/>
                    <a:pt x="468" y="128"/>
                    <a:pt x="471" y="126"/>
                  </a:cubicBezTo>
                  <a:cubicBezTo>
                    <a:pt x="478" y="135"/>
                    <a:pt x="483" y="145"/>
                    <a:pt x="489" y="156"/>
                  </a:cubicBezTo>
                  <a:cubicBezTo>
                    <a:pt x="485" y="152"/>
                    <a:pt x="479" y="147"/>
                    <a:pt x="474" y="145"/>
                  </a:cubicBezTo>
                  <a:cubicBezTo>
                    <a:pt x="461" y="140"/>
                    <a:pt x="444" y="146"/>
                    <a:pt x="444" y="146"/>
                  </a:cubicBezTo>
                  <a:cubicBezTo>
                    <a:pt x="444" y="146"/>
                    <a:pt x="452" y="161"/>
                    <a:pt x="465" y="164"/>
                  </a:cubicBezTo>
                  <a:cubicBezTo>
                    <a:pt x="478" y="166"/>
                    <a:pt x="488" y="164"/>
                    <a:pt x="492" y="163"/>
                  </a:cubicBezTo>
                  <a:cubicBezTo>
                    <a:pt x="497" y="173"/>
                    <a:pt x="501" y="184"/>
                    <a:pt x="504" y="195"/>
                  </a:cubicBezTo>
                  <a:cubicBezTo>
                    <a:pt x="501" y="190"/>
                    <a:pt x="496" y="184"/>
                    <a:pt x="492" y="181"/>
                  </a:cubicBezTo>
                  <a:cubicBezTo>
                    <a:pt x="480" y="174"/>
                    <a:pt x="461" y="178"/>
                    <a:pt x="461" y="178"/>
                  </a:cubicBezTo>
                  <a:cubicBezTo>
                    <a:pt x="461" y="178"/>
                    <a:pt x="467" y="194"/>
                    <a:pt x="479" y="199"/>
                  </a:cubicBezTo>
                  <a:cubicBezTo>
                    <a:pt x="491" y="204"/>
                    <a:pt x="502" y="203"/>
                    <a:pt x="506" y="203"/>
                  </a:cubicBezTo>
                  <a:cubicBezTo>
                    <a:pt x="509" y="214"/>
                    <a:pt x="511" y="226"/>
                    <a:pt x="512" y="237"/>
                  </a:cubicBezTo>
                  <a:cubicBezTo>
                    <a:pt x="510" y="232"/>
                    <a:pt x="506" y="225"/>
                    <a:pt x="502" y="221"/>
                  </a:cubicBezTo>
                  <a:cubicBezTo>
                    <a:pt x="491" y="211"/>
                    <a:pt x="472" y="212"/>
                    <a:pt x="472" y="212"/>
                  </a:cubicBezTo>
                  <a:cubicBezTo>
                    <a:pt x="472" y="212"/>
                    <a:pt x="475" y="229"/>
                    <a:pt x="487" y="236"/>
                  </a:cubicBezTo>
                  <a:cubicBezTo>
                    <a:pt x="498" y="243"/>
                    <a:pt x="508" y="245"/>
                    <a:pt x="513" y="245"/>
                  </a:cubicBezTo>
                  <a:cubicBezTo>
                    <a:pt x="514" y="256"/>
                    <a:pt x="513" y="267"/>
                    <a:pt x="512" y="278"/>
                  </a:cubicBezTo>
                  <a:cubicBezTo>
                    <a:pt x="511" y="272"/>
                    <a:pt x="509" y="265"/>
                    <a:pt x="505" y="261"/>
                  </a:cubicBezTo>
                  <a:cubicBezTo>
                    <a:pt x="496" y="249"/>
                    <a:pt x="477" y="247"/>
                    <a:pt x="477" y="247"/>
                  </a:cubicBezTo>
                  <a:cubicBezTo>
                    <a:pt x="477" y="247"/>
                    <a:pt x="477" y="264"/>
                    <a:pt x="487" y="274"/>
                  </a:cubicBezTo>
                  <a:cubicBezTo>
                    <a:pt x="497" y="283"/>
                    <a:pt x="507" y="286"/>
                    <a:pt x="512" y="287"/>
                  </a:cubicBezTo>
                  <a:cubicBezTo>
                    <a:pt x="511" y="298"/>
                    <a:pt x="509" y="308"/>
                    <a:pt x="506" y="318"/>
                  </a:cubicBezTo>
                  <a:cubicBezTo>
                    <a:pt x="506" y="312"/>
                    <a:pt x="505" y="305"/>
                    <a:pt x="502" y="300"/>
                  </a:cubicBezTo>
                  <a:cubicBezTo>
                    <a:pt x="495" y="287"/>
                    <a:pt x="476" y="281"/>
                    <a:pt x="476" y="281"/>
                  </a:cubicBezTo>
                  <a:cubicBezTo>
                    <a:pt x="476" y="281"/>
                    <a:pt x="473" y="298"/>
                    <a:pt x="482" y="310"/>
                  </a:cubicBezTo>
                  <a:cubicBezTo>
                    <a:pt x="490" y="320"/>
                    <a:pt x="499" y="325"/>
                    <a:pt x="504" y="327"/>
                  </a:cubicBezTo>
                  <a:cubicBezTo>
                    <a:pt x="501" y="337"/>
                    <a:pt x="497" y="347"/>
                    <a:pt x="493" y="356"/>
                  </a:cubicBezTo>
                  <a:cubicBezTo>
                    <a:pt x="493" y="350"/>
                    <a:pt x="494" y="343"/>
                    <a:pt x="492" y="338"/>
                  </a:cubicBezTo>
                  <a:cubicBezTo>
                    <a:pt x="487" y="323"/>
                    <a:pt x="469" y="314"/>
                    <a:pt x="469" y="314"/>
                  </a:cubicBezTo>
                  <a:cubicBezTo>
                    <a:pt x="469" y="314"/>
                    <a:pt x="463" y="331"/>
                    <a:pt x="470" y="344"/>
                  </a:cubicBezTo>
                  <a:cubicBezTo>
                    <a:pt x="476" y="356"/>
                    <a:pt x="484" y="362"/>
                    <a:pt x="488" y="365"/>
                  </a:cubicBezTo>
                  <a:cubicBezTo>
                    <a:pt x="484" y="374"/>
                    <a:pt x="479" y="383"/>
                    <a:pt x="473" y="391"/>
                  </a:cubicBezTo>
                  <a:cubicBezTo>
                    <a:pt x="475" y="385"/>
                    <a:pt x="476" y="379"/>
                    <a:pt x="475" y="374"/>
                  </a:cubicBezTo>
                  <a:cubicBezTo>
                    <a:pt x="473" y="358"/>
                    <a:pt x="457" y="345"/>
                    <a:pt x="457" y="345"/>
                  </a:cubicBezTo>
                  <a:cubicBezTo>
                    <a:pt x="457" y="345"/>
                    <a:pt x="447" y="361"/>
                    <a:pt x="452" y="376"/>
                  </a:cubicBezTo>
                  <a:cubicBezTo>
                    <a:pt x="456" y="388"/>
                    <a:pt x="463" y="397"/>
                    <a:pt x="467" y="401"/>
                  </a:cubicBezTo>
                  <a:cubicBezTo>
                    <a:pt x="461" y="409"/>
                    <a:pt x="454" y="417"/>
                    <a:pt x="447" y="424"/>
                  </a:cubicBezTo>
                  <a:cubicBezTo>
                    <a:pt x="450" y="419"/>
                    <a:pt x="452" y="412"/>
                    <a:pt x="453" y="406"/>
                  </a:cubicBezTo>
                  <a:cubicBezTo>
                    <a:pt x="453" y="390"/>
                    <a:pt x="439" y="375"/>
                    <a:pt x="439" y="375"/>
                  </a:cubicBezTo>
                  <a:cubicBezTo>
                    <a:pt x="439" y="375"/>
                    <a:pt x="427" y="389"/>
                    <a:pt x="429" y="404"/>
                  </a:cubicBezTo>
                  <a:cubicBezTo>
                    <a:pt x="430" y="418"/>
                    <a:pt x="436" y="428"/>
                    <a:pt x="439" y="432"/>
                  </a:cubicBezTo>
                  <a:cubicBezTo>
                    <a:pt x="432" y="439"/>
                    <a:pt x="424" y="446"/>
                    <a:pt x="416" y="452"/>
                  </a:cubicBezTo>
                  <a:cubicBezTo>
                    <a:pt x="419" y="447"/>
                    <a:pt x="423" y="440"/>
                    <a:pt x="425" y="434"/>
                  </a:cubicBezTo>
                  <a:cubicBezTo>
                    <a:pt x="428" y="419"/>
                    <a:pt x="417" y="400"/>
                    <a:pt x="417" y="400"/>
                  </a:cubicBezTo>
                  <a:cubicBezTo>
                    <a:pt x="417" y="400"/>
                    <a:pt x="402" y="412"/>
                    <a:pt x="401" y="428"/>
                  </a:cubicBezTo>
                  <a:cubicBezTo>
                    <a:pt x="400" y="442"/>
                    <a:pt x="404" y="453"/>
                    <a:pt x="407" y="458"/>
                  </a:cubicBezTo>
                  <a:cubicBezTo>
                    <a:pt x="404" y="460"/>
                    <a:pt x="400" y="462"/>
                    <a:pt x="397" y="463"/>
                  </a:cubicBezTo>
                  <a:cubicBezTo>
                    <a:pt x="392" y="467"/>
                    <a:pt x="386" y="469"/>
                    <a:pt x="381" y="472"/>
                  </a:cubicBezTo>
                  <a:cubicBezTo>
                    <a:pt x="385" y="468"/>
                    <a:pt x="390" y="462"/>
                    <a:pt x="392" y="457"/>
                  </a:cubicBezTo>
                  <a:cubicBezTo>
                    <a:pt x="398" y="442"/>
                    <a:pt x="390" y="421"/>
                    <a:pt x="390" y="421"/>
                  </a:cubicBezTo>
                  <a:cubicBezTo>
                    <a:pt x="390" y="421"/>
                    <a:pt x="373" y="431"/>
                    <a:pt x="369" y="447"/>
                  </a:cubicBezTo>
                  <a:cubicBezTo>
                    <a:pt x="366" y="460"/>
                    <a:pt x="368" y="472"/>
                    <a:pt x="370" y="477"/>
                  </a:cubicBezTo>
                  <a:cubicBezTo>
                    <a:pt x="360" y="481"/>
                    <a:pt x="351" y="485"/>
                    <a:pt x="343" y="487"/>
                  </a:cubicBezTo>
                  <a:cubicBezTo>
                    <a:pt x="348" y="483"/>
                    <a:pt x="353" y="479"/>
                    <a:pt x="356" y="474"/>
                  </a:cubicBezTo>
                  <a:cubicBezTo>
                    <a:pt x="365" y="460"/>
                    <a:pt x="360" y="438"/>
                    <a:pt x="360" y="438"/>
                  </a:cubicBezTo>
                  <a:cubicBezTo>
                    <a:pt x="360" y="438"/>
                    <a:pt x="341" y="444"/>
                    <a:pt x="335" y="459"/>
                  </a:cubicBezTo>
                  <a:cubicBezTo>
                    <a:pt x="330" y="473"/>
                    <a:pt x="330" y="484"/>
                    <a:pt x="330" y="490"/>
                  </a:cubicBezTo>
                  <a:cubicBezTo>
                    <a:pt x="312" y="494"/>
                    <a:pt x="301" y="495"/>
                    <a:pt x="301" y="495"/>
                  </a:cubicBezTo>
                  <a:cubicBezTo>
                    <a:pt x="302" y="499"/>
                    <a:pt x="302" y="499"/>
                    <a:pt x="302" y="499"/>
                  </a:cubicBezTo>
                  <a:cubicBezTo>
                    <a:pt x="302" y="503"/>
                    <a:pt x="302" y="503"/>
                    <a:pt x="302" y="503"/>
                  </a:cubicBezTo>
                  <a:cubicBezTo>
                    <a:pt x="302" y="503"/>
                    <a:pt x="316" y="502"/>
                    <a:pt x="338" y="496"/>
                  </a:cubicBezTo>
                  <a:cubicBezTo>
                    <a:pt x="341" y="501"/>
                    <a:pt x="348" y="511"/>
                    <a:pt x="361" y="518"/>
                  </a:cubicBezTo>
                  <a:cubicBezTo>
                    <a:pt x="375" y="527"/>
                    <a:pt x="394" y="521"/>
                    <a:pt x="394" y="521"/>
                  </a:cubicBezTo>
                  <a:cubicBezTo>
                    <a:pt x="394" y="521"/>
                    <a:pt x="385" y="501"/>
                    <a:pt x="369" y="494"/>
                  </a:cubicBezTo>
                  <a:cubicBezTo>
                    <a:pt x="365" y="492"/>
                    <a:pt x="359" y="492"/>
                    <a:pt x="353" y="492"/>
                  </a:cubicBezTo>
                  <a:cubicBezTo>
                    <a:pt x="361" y="489"/>
                    <a:pt x="370" y="486"/>
                    <a:pt x="379" y="482"/>
                  </a:cubicBezTo>
                  <a:cubicBezTo>
                    <a:pt x="382" y="486"/>
                    <a:pt x="391" y="494"/>
                    <a:pt x="404" y="499"/>
                  </a:cubicBezTo>
                  <a:cubicBezTo>
                    <a:pt x="419" y="505"/>
                    <a:pt x="436" y="496"/>
                    <a:pt x="436" y="496"/>
                  </a:cubicBezTo>
                  <a:cubicBezTo>
                    <a:pt x="436" y="496"/>
                    <a:pt x="424" y="478"/>
                    <a:pt x="408" y="474"/>
                  </a:cubicBezTo>
                  <a:cubicBezTo>
                    <a:pt x="403" y="473"/>
                    <a:pt x="397" y="474"/>
                    <a:pt x="392" y="475"/>
                  </a:cubicBezTo>
                  <a:cubicBezTo>
                    <a:pt x="395" y="473"/>
                    <a:pt x="398" y="471"/>
                    <a:pt x="401" y="470"/>
                  </a:cubicBezTo>
                  <a:cubicBezTo>
                    <a:pt x="406" y="467"/>
                    <a:pt x="411" y="464"/>
                    <a:pt x="416" y="460"/>
                  </a:cubicBezTo>
                  <a:cubicBezTo>
                    <a:pt x="420" y="464"/>
                    <a:pt x="430" y="470"/>
                    <a:pt x="443" y="473"/>
                  </a:cubicBezTo>
                  <a:cubicBezTo>
                    <a:pt x="459" y="476"/>
                    <a:pt x="474" y="464"/>
                    <a:pt x="474" y="464"/>
                  </a:cubicBezTo>
                  <a:cubicBezTo>
                    <a:pt x="474" y="464"/>
                    <a:pt x="459" y="449"/>
                    <a:pt x="443" y="448"/>
                  </a:cubicBezTo>
                  <a:cubicBezTo>
                    <a:pt x="438" y="448"/>
                    <a:pt x="433" y="450"/>
                    <a:pt x="428" y="451"/>
                  </a:cubicBezTo>
                  <a:cubicBezTo>
                    <a:pt x="435" y="446"/>
                    <a:pt x="442" y="439"/>
                    <a:pt x="448" y="433"/>
                  </a:cubicBezTo>
                  <a:cubicBezTo>
                    <a:pt x="453" y="435"/>
                    <a:pt x="463" y="440"/>
                    <a:pt x="477" y="440"/>
                  </a:cubicBezTo>
                  <a:cubicBezTo>
                    <a:pt x="493" y="441"/>
                    <a:pt x="505" y="427"/>
                    <a:pt x="505" y="427"/>
                  </a:cubicBezTo>
                  <a:cubicBezTo>
                    <a:pt x="505" y="427"/>
                    <a:pt x="488" y="414"/>
                    <a:pt x="472" y="417"/>
                  </a:cubicBezTo>
                  <a:cubicBezTo>
                    <a:pt x="468" y="417"/>
                    <a:pt x="462" y="420"/>
                    <a:pt x="458" y="423"/>
                  </a:cubicBezTo>
                  <a:cubicBezTo>
                    <a:pt x="464" y="415"/>
                    <a:pt x="470" y="408"/>
                    <a:pt x="475" y="400"/>
                  </a:cubicBezTo>
                  <a:cubicBezTo>
                    <a:pt x="480" y="401"/>
                    <a:pt x="491" y="404"/>
                    <a:pt x="505" y="402"/>
                  </a:cubicBezTo>
                  <a:cubicBezTo>
                    <a:pt x="520" y="400"/>
                    <a:pt x="530" y="384"/>
                    <a:pt x="530" y="384"/>
                  </a:cubicBezTo>
                  <a:cubicBezTo>
                    <a:pt x="530" y="384"/>
                    <a:pt x="511" y="375"/>
                    <a:pt x="496" y="380"/>
                  </a:cubicBezTo>
                  <a:cubicBezTo>
                    <a:pt x="492" y="382"/>
                    <a:pt x="486" y="386"/>
                    <a:pt x="482" y="390"/>
                  </a:cubicBezTo>
                  <a:cubicBezTo>
                    <a:pt x="487" y="381"/>
                    <a:pt x="492" y="372"/>
                    <a:pt x="496" y="363"/>
                  </a:cubicBezTo>
                  <a:cubicBezTo>
                    <a:pt x="501" y="364"/>
                    <a:pt x="512" y="365"/>
                    <a:pt x="525" y="361"/>
                  </a:cubicBezTo>
                  <a:cubicBezTo>
                    <a:pt x="539" y="356"/>
                    <a:pt x="546" y="339"/>
                    <a:pt x="546" y="339"/>
                  </a:cubicBezTo>
                  <a:cubicBezTo>
                    <a:pt x="546" y="339"/>
                    <a:pt x="527" y="334"/>
                    <a:pt x="513" y="341"/>
                  </a:cubicBezTo>
                  <a:cubicBezTo>
                    <a:pt x="509" y="343"/>
                    <a:pt x="505" y="348"/>
                    <a:pt x="501" y="352"/>
                  </a:cubicBezTo>
                  <a:cubicBezTo>
                    <a:pt x="505" y="343"/>
                    <a:pt x="508" y="333"/>
                    <a:pt x="510" y="323"/>
                  </a:cubicBezTo>
                  <a:cubicBezTo>
                    <a:pt x="515" y="323"/>
                    <a:pt x="526" y="323"/>
                    <a:pt x="538" y="316"/>
                  </a:cubicBezTo>
                  <a:close/>
                </a:path>
              </a:pathLst>
            </a:custGeom>
            <a:gradFill>
              <a:gsLst>
                <a:gs pos="5000">
                  <a:srgbClr val="D62730"/>
                </a:gs>
                <a:gs pos="100000">
                  <a:srgbClr val="E9381C"/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217E17B6-9F4D-92BA-46B0-75294A27B827}"/>
                </a:ext>
              </a:extLst>
            </p:cNvPr>
            <p:cNvSpPr/>
            <p:nvPr>
              <p:custDataLst>
                <p:tags r:id="Rce255217b7ad41f7"/>
              </p:custDataLst>
            </p:nvPr>
          </p:nvSpPr>
          <p:spPr>
            <a:xfrm>
              <a:off x="8756" y="3713"/>
              <a:ext cx="1650" cy="1650"/>
            </a:xfrm>
            <a:prstGeom prst="ellipse">
              <a:avLst/>
            </a:prstGeom>
            <a:gradFill>
              <a:gsLst>
                <a:gs pos="5000">
                  <a:srgbClr val="D62730"/>
                </a:gs>
                <a:gs pos="100000">
                  <a:srgbClr val="E9381C"/>
                </a:gs>
              </a:gsLst>
              <a:lin ang="5400000" scaled="0"/>
            </a:gradFill>
            <a:ln w="12700" cap="flat" cmpd="sng" algn="ctr">
              <a:gradFill>
                <a:gsLst>
                  <a:gs pos="19000">
                    <a:srgbClr val="AF0102">
                      <a:alpha val="0"/>
                    </a:srgbClr>
                  </a:gs>
                  <a:gs pos="100000">
                    <a:srgbClr val="AF0102"/>
                  </a:gs>
                </a:gsLst>
                <a:lin ang="10800000" scaled="1"/>
              </a:gradFill>
              <a:prstDash val="solid"/>
              <a:miter lim="800000"/>
            </a:ln>
            <a:effectLst>
              <a:outerShdw blurRad="508000" dist="444500" dir="2700000" sx="85000" sy="85000" algn="tl" rotWithShape="0">
                <a:srgbClr val="E9381C"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76C83263-CE3A-F3E1-01C3-EBC87623B619}"/>
                </a:ext>
              </a:extLst>
            </p:cNvPr>
            <p:cNvSpPr>
              <a:spLocks noEditPoints="1"/>
            </p:cNvSpPr>
            <p:nvPr>
              <p:custDataLst>
                <p:tags r:id="R16242db7824b4e93"/>
              </p:custDataLst>
            </p:nvPr>
          </p:nvSpPr>
          <p:spPr bwMode="auto">
            <a:xfrm>
              <a:off x="8163" y="3191"/>
              <a:ext cx="2836" cy="2693"/>
            </a:xfrm>
            <a:custGeom>
              <a:avLst/>
              <a:gdLst>
                <a:gd name="T0" fmla="*/ 185 w 555"/>
                <a:gd name="T1" fmla="*/ 477 h 527"/>
                <a:gd name="T2" fmla="*/ 148 w 555"/>
                <a:gd name="T3" fmla="*/ 458 h 527"/>
                <a:gd name="T4" fmla="*/ 126 w 555"/>
                <a:gd name="T5" fmla="*/ 404 h 527"/>
                <a:gd name="T6" fmla="*/ 98 w 555"/>
                <a:gd name="T7" fmla="*/ 345 h 527"/>
                <a:gd name="T8" fmla="*/ 63 w 555"/>
                <a:gd name="T9" fmla="*/ 338 h 527"/>
                <a:gd name="T10" fmla="*/ 49 w 555"/>
                <a:gd name="T11" fmla="*/ 318 h 527"/>
                <a:gd name="T12" fmla="*/ 42 w 555"/>
                <a:gd name="T13" fmla="*/ 245 h 527"/>
                <a:gd name="T14" fmla="*/ 75 w 555"/>
                <a:gd name="T15" fmla="*/ 199 h 527"/>
                <a:gd name="T16" fmla="*/ 110 w 555"/>
                <a:gd name="T17" fmla="*/ 146 h 527"/>
                <a:gd name="T18" fmla="*/ 104 w 555"/>
                <a:gd name="T19" fmla="*/ 112 h 527"/>
                <a:gd name="T20" fmla="*/ 113 w 555"/>
                <a:gd name="T21" fmla="*/ 91 h 527"/>
                <a:gd name="T22" fmla="*/ 146 w 555"/>
                <a:gd name="T23" fmla="*/ 64 h 527"/>
                <a:gd name="T24" fmla="*/ 202 w 555"/>
                <a:gd name="T25" fmla="*/ 36 h 527"/>
                <a:gd name="T26" fmla="*/ 199 w 555"/>
                <a:gd name="T27" fmla="*/ 27 h 527"/>
                <a:gd name="T28" fmla="*/ 156 w 555"/>
                <a:gd name="T29" fmla="*/ 16 h 527"/>
                <a:gd name="T30" fmla="*/ 115 w 555"/>
                <a:gd name="T31" fmla="*/ 40 h 527"/>
                <a:gd name="T32" fmla="*/ 72 w 555"/>
                <a:gd name="T33" fmla="*/ 96 h 527"/>
                <a:gd name="T34" fmla="*/ 61 w 555"/>
                <a:gd name="T35" fmla="*/ 157 h 527"/>
                <a:gd name="T36" fmla="*/ 39 w 555"/>
                <a:gd name="T37" fmla="*/ 228 h 527"/>
                <a:gd name="T38" fmla="*/ 29 w 555"/>
                <a:gd name="T39" fmla="*/ 256 h 527"/>
                <a:gd name="T40" fmla="*/ 0 w 555"/>
                <a:gd name="T41" fmla="*/ 292 h 527"/>
                <a:gd name="T42" fmla="*/ 30 w 555"/>
                <a:gd name="T43" fmla="*/ 361 h 527"/>
                <a:gd name="T44" fmla="*/ 79 w 555"/>
                <a:gd name="T45" fmla="*/ 400 h 527"/>
                <a:gd name="T46" fmla="*/ 127 w 555"/>
                <a:gd name="T47" fmla="*/ 451 h 527"/>
                <a:gd name="T48" fmla="*/ 163 w 555"/>
                <a:gd name="T49" fmla="*/ 475 h 527"/>
                <a:gd name="T50" fmla="*/ 186 w 555"/>
                <a:gd name="T51" fmla="*/ 494 h 527"/>
                <a:gd name="T52" fmla="*/ 253 w 555"/>
                <a:gd name="T53" fmla="*/ 495 h 527"/>
                <a:gd name="T54" fmla="*/ 517 w 555"/>
                <a:gd name="T55" fmla="*/ 282 h 527"/>
                <a:gd name="T56" fmla="*/ 540 w 555"/>
                <a:gd name="T57" fmla="*/ 224 h 527"/>
                <a:gd name="T58" fmla="*/ 531 w 555"/>
                <a:gd name="T59" fmla="*/ 150 h 527"/>
                <a:gd name="T60" fmla="*/ 489 w 555"/>
                <a:gd name="T61" fmla="*/ 132 h 527"/>
                <a:gd name="T62" fmla="*/ 467 w 555"/>
                <a:gd name="T63" fmla="*/ 114 h 527"/>
                <a:gd name="T64" fmla="*/ 430 w 555"/>
                <a:gd name="T65" fmla="*/ 77 h 527"/>
                <a:gd name="T66" fmla="*/ 374 w 555"/>
                <a:gd name="T67" fmla="*/ 43 h 527"/>
                <a:gd name="T68" fmla="*/ 336 w 555"/>
                <a:gd name="T69" fmla="*/ 23 h 527"/>
                <a:gd name="T70" fmla="*/ 333 w 555"/>
                <a:gd name="T71" fmla="*/ 64 h 527"/>
                <a:gd name="T72" fmla="*/ 391 w 555"/>
                <a:gd name="T73" fmla="*/ 81 h 527"/>
                <a:gd name="T74" fmla="*/ 420 w 555"/>
                <a:gd name="T75" fmla="*/ 104 h 527"/>
                <a:gd name="T76" fmla="*/ 471 w 555"/>
                <a:gd name="T77" fmla="*/ 126 h 527"/>
                <a:gd name="T78" fmla="*/ 504 w 555"/>
                <a:gd name="T79" fmla="*/ 195 h 527"/>
                <a:gd name="T80" fmla="*/ 502 w 555"/>
                <a:gd name="T81" fmla="*/ 221 h 527"/>
                <a:gd name="T82" fmla="*/ 477 w 555"/>
                <a:gd name="T83" fmla="*/ 247 h 527"/>
                <a:gd name="T84" fmla="*/ 482 w 555"/>
                <a:gd name="T85" fmla="*/ 310 h 527"/>
                <a:gd name="T86" fmla="*/ 488 w 555"/>
                <a:gd name="T87" fmla="*/ 365 h 527"/>
                <a:gd name="T88" fmla="*/ 447 w 555"/>
                <a:gd name="T89" fmla="*/ 424 h 527"/>
                <a:gd name="T90" fmla="*/ 425 w 555"/>
                <a:gd name="T91" fmla="*/ 434 h 527"/>
                <a:gd name="T92" fmla="*/ 392 w 555"/>
                <a:gd name="T93" fmla="*/ 457 h 527"/>
                <a:gd name="T94" fmla="*/ 360 w 555"/>
                <a:gd name="T95" fmla="*/ 438 h 527"/>
                <a:gd name="T96" fmla="*/ 338 w 555"/>
                <a:gd name="T97" fmla="*/ 496 h 527"/>
                <a:gd name="T98" fmla="*/ 404 w 555"/>
                <a:gd name="T99" fmla="*/ 499 h 527"/>
                <a:gd name="T100" fmla="*/ 443 w 555"/>
                <a:gd name="T101" fmla="*/ 473 h 527"/>
                <a:gd name="T102" fmla="*/ 505 w 555"/>
                <a:gd name="T103" fmla="*/ 427 h 527"/>
                <a:gd name="T104" fmla="*/ 496 w 555"/>
                <a:gd name="T105" fmla="*/ 380 h 527"/>
                <a:gd name="T106" fmla="*/ 501 w 555"/>
                <a:gd name="T107" fmla="*/ 352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55" h="527">
                  <a:moveTo>
                    <a:pt x="224" y="490"/>
                  </a:moveTo>
                  <a:cubicBezTo>
                    <a:pt x="225" y="484"/>
                    <a:pt x="225" y="473"/>
                    <a:pt x="219" y="459"/>
                  </a:cubicBezTo>
                  <a:cubicBezTo>
                    <a:pt x="213" y="444"/>
                    <a:pt x="194" y="438"/>
                    <a:pt x="194" y="438"/>
                  </a:cubicBezTo>
                  <a:cubicBezTo>
                    <a:pt x="194" y="438"/>
                    <a:pt x="190" y="460"/>
                    <a:pt x="199" y="474"/>
                  </a:cubicBezTo>
                  <a:cubicBezTo>
                    <a:pt x="201" y="479"/>
                    <a:pt x="207" y="483"/>
                    <a:pt x="212" y="487"/>
                  </a:cubicBezTo>
                  <a:cubicBezTo>
                    <a:pt x="204" y="485"/>
                    <a:pt x="195" y="481"/>
                    <a:pt x="185" y="477"/>
                  </a:cubicBezTo>
                  <a:cubicBezTo>
                    <a:pt x="186" y="472"/>
                    <a:pt x="188" y="460"/>
                    <a:pt x="185" y="447"/>
                  </a:cubicBezTo>
                  <a:cubicBezTo>
                    <a:pt x="182" y="431"/>
                    <a:pt x="165" y="421"/>
                    <a:pt x="165" y="421"/>
                  </a:cubicBezTo>
                  <a:cubicBezTo>
                    <a:pt x="165" y="421"/>
                    <a:pt x="156" y="442"/>
                    <a:pt x="163" y="457"/>
                  </a:cubicBezTo>
                  <a:cubicBezTo>
                    <a:pt x="165" y="462"/>
                    <a:pt x="169" y="468"/>
                    <a:pt x="174" y="472"/>
                  </a:cubicBezTo>
                  <a:cubicBezTo>
                    <a:pt x="168" y="469"/>
                    <a:pt x="163" y="467"/>
                    <a:pt x="157" y="463"/>
                  </a:cubicBezTo>
                  <a:cubicBezTo>
                    <a:pt x="154" y="462"/>
                    <a:pt x="151" y="460"/>
                    <a:pt x="148" y="458"/>
                  </a:cubicBezTo>
                  <a:cubicBezTo>
                    <a:pt x="150" y="453"/>
                    <a:pt x="154" y="442"/>
                    <a:pt x="154" y="428"/>
                  </a:cubicBezTo>
                  <a:cubicBezTo>
                    <a:pt x="153" y="412"/>
                    <a:pt x="138" y="400"/>
                    <a:pt x="138" y="400"/>
                  </a:cubicBezTo>
                  <a:cubicBezTo>
                    <a:pt x="138" y="400"/>
                    <a:pt x="127" y="419"/>
                    <a:pt x="130" y="434"/>
                  </a:cubicBezTo>
                  <a:cubicBezTo>
                    <a:pt x="131" y="440"/>
                    <a:pt x="135" y="447"/>
                    <a:pt x="139" y="452"/>
                  </a:cubicBezTo>
                  <a:cubicBezTo>
                    <a:pt x="131" y="446"/>
                    <a:pt x="123" y="439"/>
                    <a:pt x="115" y="432"/>
                  </a:cubicBezTo>
                  <a:cubicBezTo>
                    <a:pt x="118" y="428"/>
                    <a:pt x="124" y="418"/>
                    <a:pt x="126" y="404"/>
                  </a:cubicBezTo>
                  <a:cubicBezTo>
                    <a:pt x="128" y="389"/>
                    <a:pt x="116" y="375"/>
                    <a:pt x="116" y="375"/>
                  </a:cubicBezTo>
                  <a:cubicBezTo>
                    <a:pt x="116" y="375"/>
                    <a:pt x="101" y="390"/>
                    <a:pt x="102" y="406"/>
                  </a:cubicBezTo>
                  <a:cubicBezTo>
                    <a:pt x="102" y="412"/>
                    <a:pt x="105" y="419"/>
                    <a:pt x="107" y="424"/>
                  </a:cubicBezTo>
                  <a:cubicBezTo>
                    <a:pt x="101" y="417"/>
                    <a:pt x="94" y="409"/>
                    <a:pt x="88" y="401"/>
                  </a:cubicBezTo>
                  <a:cubicBezTo>
                    <a:pt x="92" y="397"/>
                    <a:pt x="99" y="388"/>
                    <a:pt x="103" y="376"/>
                  </a:cubicBezTo>
                  <a:cubicBezTo>
                    <a:pt x="107" y="361"/>
                    <a:pt x="98" y="345"/>
                    <a:pt x="98" y="345"/>
                  </a:cubicBezTo>
                  <a:cubicBezTo>
                    <a:pt x="98" y="345"/>
                    <a:pt x="81" y="358"/>
                    <a:pt x="79" y="374"/>
                  </a:cubicBezTo>
                  <a:cubicBezTo>
                    <a:pt x="78" y="379"/>
                    <a:pt x="80" y="385"/>
                    <a:pt x="81" y="391"/>
                  </a:cubicBezTo>
                  <a:cubicBezTo>
                    <a:pt x="76" y="383"/>
                    <a:pt x="71" y="374"/>
                    <a:pt x="66" y="365"/>
                  </a:cubicBezTo>
                  <a:cubicBezTo>
                    <a:pt x="71" y="362"/>
                    <a:pt x="79" y="356"/>
                    <a:pt x="85" y="344"/>
                  </a:cubicBezTo>
                  <a:cubicBezTo>
                    <a:pt x="92" y="331"/>
                    <a:pt x="85" y="314"/>
                    <a:pt x="85" y="314"/>
                  </a:cubicBezTo>
                  <a:cubicBezTo>
                    <a:pt x="85" y="314"/>
                    <a:pt x="67" y="323"/>
                    <a:pt x="63" y="338"/>
                  </a:cubicBezTo>
                  <a:cubicBezTo>
                    <a:pt x="61" y="343"/>
                    <a:pt x="61" y="350"/>
                    <a:pt x="62" y="356"/>
                  </a:cubicBezTo>
                  <a:cubicBezTo>
                    <a:pt x="58" y="347"/>
                    <a:pt x="54" y="337"/>
                    <a:pt x="51" y="327"/>
                  </a:cubicBezTo>
                  <a:cubicBezTo>
                    <a:pt x="56" y="325"/>
                    <a:pt x="65" y="320"/>
                    <a:pt x="73" y="310"/>
                  </a:cubicBezTo>
                  <a:cubicBezTo>
                    <a:pt x="82" y="298"/>
                    <a:pt x="79" y="281"/>
                    <a:pt x="79" y="281"/>
                  </a:cubicBezTo>
                  <a:cubicBezTo>
                    <a:pt x="79" y="281"/>
                    <a:pt x="60" y="287"/>
                    <a:pt x="53" y="300"/>
                  </a:cubicBezTo>
                  <a:cubicBezTo>
                    <a:pt x="50" y="305"/>
                    <a:pt x="49" y="312"/>
                    <a:pt x="49" y="318"/>
                  </a:cubicBezTo>
                  <a:cubicBezTo>
                    <a:pt x="46" y="308"/>
                    <a:pt x="44" y="298"/>
                    <a:pt x="43" y="287"/>
                  </a:cubicBezTo>
                  <a:cubicBezTo>
                    <a:pt x="48" y="286"/>
                    <a:pt x="58" y="283"/>
                    <a:pt x="67" y="274"/>
                  </a:cubicBezTo>
                  <a:cubicBezTo>
                    <a:pt x="78" y="264"/>
                    <a:pt x="78" y="247"/>
                    <a:pt x="78" y="247"/>
                  </a:cubicBezTo>
                  <a:cubicBezTo>
                    <a:pt x="78" y="247"/>
                    <a:pt x="58" y="249"/>
                    <a:pt x="49" y="261"/>
                  </a:cubicBezTo>
                  <a:cubicBezTo>
                    <a:pt x="46" y="265"/>
                    <a:pt x="44" y="272"/>
                    <a:pt x="42" y="278"/>
                  </a:cubicBezTo>
                  <a:cubicBezTo>
                    <a:pt x="41" y="267"/>
                    <a:pt x="41" y="256"/>
                    <a:pt x="42" y="245"/>
                  </a:cubicBezTo>
                  <a:cubicBezTo>
                    <a:pt x="46" y="245"/>
                    <a:pt x="57" y="243"/>
                    <a:pt x="68" y="236"/>
                  </a:cubicBezTo>
                  <a:cubicBezTo>
                    <a:pt x="80" y="229"/>
                    <a:pt x="82" y="212"/>
                    <a:pt x="82" y="212"/>
                  </a:cubicBezTo>
                  <a:cubicBezTo>
                    <a:pt x="82" y="212"/>
                    <a:pt x="63" y="211"/>
                    <a:pt x="53" y="221"/>
                  </a:cubicBezTo>
                  <a:cubicBezTo>
                    <a:pt x="48" y="225"/>
                    <a:pt x="45" y="232"/>
                    <a:pt x="42" y="237"/>
                  </a:cubicBezTo>
                  <a:cubicBezTo>
                    <a:pt x="44" y="226"/>
                    <a:pt x="46" y="214"/>
                    <a:pt x="49" y="203"/>
                  </a:cubicBezTo>
                  <a:cubicBezTo>
                    <a:pt x="53" y="203"/>
                    <a:pt x="63" y="204"/>
                    <a:pt x="75" y="199"/>
                  </a:cubicBezTo>
                  <a:cubicBezTo>
                    <a:pt x="88" y="194"/>
                    <a:pt x="93" y="178"/>
                    <a:pt x="93" y="178"/>
                  </a:cubicBezTo>
                  <a:cubicBezTo>
                    <a:pt x="93" y="178"/>
                    <a:pt x="75" y="174"/>
                    <a:pt x="63" y="181"/>
                  </a:cubicBezTo>
                  <a:cubicBezTo>
                    <a:pt x="58" y="184"/>
                    <a:pt x="54" y="190"/>
                    <a:pt x="51" y="195"/>
                  </a:cubicBezTo>
                  <a:cubicBezTo>
                    <a:pt x="54" y="184"/>
                    <a:pt x="58" y="173"/>
                    <a:pt x="63" y="163"/>
                  </a:cubicBezTo>
                  <a:cubicBezTo>
                    <a:pt x="67" y="164"/>
                    <a:pt x="77" y="166"/>
                    <a:pt x="89" y="164"/>
                  </a:cubicBezTo>
                  <a:cubicBezTo>
                    <a:pt x="102" y="161"/>
                    <a:pt x="110" y="146"/>
                    <a:pt x="110" y="146"/>
                  </a:cubicBezTo>
                  <a:cubicBezTo>
                    <a:pt x="110" y="146"/>
                    <a:pt x="93" y="140"/>
                    <a:pt x="80" y="145"/>
                  </a:cubicBezTo>
                  <a:cubicBezTo>
                    <a:pt x="75" y="147"/>
                    <a:pt x="70" y="152"/>
                    <a:pt x="66" y="156"/>
                  </a:cubicBezTo>
                  <a:cubicBezTo>
                    <a:pt x="71" y="145"/>
                    <a:pt x="77" y="135"/>
                    <a:pt x="83" y="126"/>
                  </a:cubicBezTo>
                  <a:cubicBezTo>
                    <a:pt x="87" y="128"/>
                    <a:pt x="96" y="132"/>
                    <a:pt x="109" y="131"/>
                  </a:cubicBezTo>
                  <a:cubicBezTo>
                    <a:pt x="122" y="131"/>
                    <a:pt x="132" y="118"/>
                    <a:pt x="132" y="118"/>
                  </a:cubicBezTo>
                  <a:cubicBezTo>
                    <a:pt x="132" y="118"/>
                    <a:pt x="117" y="109"/>
                    <a:pt x="104" y="112"/>
                  </a:cubicBezTo>
                  <a:cubicBezTo>
                    <a:pt x="98" y="113"/>
                    <a:pt x="91" y="118"/>
                    <a:pt x="87" y="121"/>
                  </a:cubicBezTo>
                  <a:cubicBezTo>
                    <a:pt x="94" y="111"/>
                    <a:pt x="102" y="102"/>
                    <a:pt x="110" y="94"/>
                  </a:cubicBezTo>
                  <a:cubicBezTo>
                    <a:pt x="113" y="96"/>
                    <a:pt x="121" y="102"/>
                    <a:pt x="134" y="104"/>
                  </a:cubicBezTo>
                  <a:cubicBezTo>
                    <a:pt x="147" y="105"/>
                    <a:pt x="159" y="95"/>
                    <a:pt x="159" y="95"/>
                  </a:cubicBezTo>
                  <a:cubicBezTo>
                    <a:pt x="159" y="95"/>
                    <a:pt x="146" y="83"/>
                    <a:pt x="133" y="84"/>
                  </a:cubicBezTo>
                  <a:cubicBezTo>
                    <a:pt x="126" y="84"/>
                    <a:pt x="118" y="88"/>
                    <a:pt x="113" y="91"/>
                  </a:cubicBezTo>
                  <a:cubicBezTo>
                    <a:pt x="117" y="86"/>
                    <a:pt x="122" y="82"/>
                    <a:pt x="127" y="79"/>
                  </a:cubicBezTo>
                  <a:cubicBezTo>
                    <a:pt x="132" y="74"/>
                    <a:pt x="137" y="71"/>
                    <a:pt x="142" y="67"/>
                  </a:cubicBezTo>
                  <a:cubicBezTo>
                    <a:pt x="144" y="70"/>
                    <a:pt x="151" y="77"/>
                    <a:pt x="164" y="81"/>
                  </a:cubicBezTo>
                  <a:cubicBezTo>
                    <a:pt x="176" y="84"/>
                    <a:pt x="189" y="76"/>
                    <a:pt x="189" y="76"/>
                  </a:cubicBezTo>
                  <a:cubicBezTo>
                    <a:pt x="189" y="76"/>
                    <a:pt x="178" y="63"/>
                    <a:pt x="165" y="61"/>
                  </a:cubicBezTo>
                  <a:cubicBezTo>
                    <a:pt x="159" y="60"/>
                    <a:pt x="151" y="63"/>
                    <a:pt x="146" y="64"/>
                  </a:cubicBezTo>
                  <a:cubicBezTo>
                    <a:pt x="157" y="57"/>
                    <a:pt x="168" y="51"/>
                    <a:pt x="177" y="46"/>
                  </a:cubicBezTo>
                  <a:cubicBezTo>
                    <a:pt x="179" y="49"/>
                    <a:pt x="184" y="57"/>
                    <a:pt x="196" y="63"/>
                  </a:cubicBezTo>
                  <a:cubicBezTo>
                    <a:pt x="207" y="69"/>
                    <a:pt x="221" y="64"/>
                    <a:pt x="221" y="64"/>
                  </a:cubicBezTo>
                  <a:cubicBezTo>
                    <a:pt x="221" y="64"/>
                    <a:pt x="213" y="49"/>
                    <a:pt x="201" y="45"/>
                  </a:cubicBezTo>
                  <a:cubicBezTo>
                    <a:pt x="195" y="43"/>
                    <a:pt x="185" y="44"/>
                    <a:pt x="180" y="45"/>
                  </a:cubicBezTo>
                  <a:cubicBezTo>
                    <a:pt x="188" y="41"/>
                    <a:pt x="196" y="38"/>
                    <a:pt x="202" y="36"/>
                  </a:cubicBezTo>
                  <a:cubicBezTo>
                    <a:pt x="204" y="37"/>
                    <a:pt x="213" y="41"/>
                    <a:pt x="220" y="38"/>
                  </a:cubicBezTo>
                  <a:cubicBezTo>
                    <a:pt x="232" y="34"/>
                    <a:pt x="238" y="27"/>
                    <a:pt x="238" y="27"/>
                  </a:cubicBezTo>
                  <a:cubicBezTo>
                    <a:pt x="238" y="27"/>
                    <a:pt x="226" y="22"/>
                    <a:pt x="219" y="23"/>
                  </a:cubicBezTo>
                  <a:cubicBezTo>
                    <a:pt x="210" y="25"/>
                    <a:pt x="203" y="33"/>
                    <a:pt x="201" y="35"/>
                  </a:cubicBezTo>
                  <a:cubicBezTo>
                    <a:pt x="196" y="37"/>
                    <a:pt x="190" y="39"/>
                    <a:pt x="184" y="42"/>
                  </a:cubicBezTo>
                  <a:cubicBezTo>
                    <a:pt x="188" y="39"/>
                    <a:pt x="196" y="33"/>
                    <a:pt x="199" y="27"/>
                  </a:cubicBezTo>
                  <a:cubicBezTo>
                    <a:pt x="205" y="16"/>
                    <a:pt x="200" y="0"/>
                    <a:pt x="200" y="0"/>
                  </a:cubicBezTo>
                  <a:cubicBezTo>
                    <a:pt x="200" y="0"/>
                    <a:pt x="186" y="5"/>
                    <a:pt x="182" y="17"/>
                  </a:cubicBezTo>
                  <a:cubicBezTo>
                    <a:pt x="178" y="30"/>
                    <a:pt x="180" y="40"/>
                    <a:pt x="181" y="43"/>
                  </a:cubicBezTo>
                  <a:cubicBezTo>
                    <a:pt x="171" y="47"/>
                    <a:pt x="160" y="53"/>
                    <a:pt x="148" y="60"/>
                  </a:cubicBezTo>
                  <a:cubicBezTo>
                    <a:pt x="152" y="56"/>
                    <a:pt x="158" y="50"/>
                    <a:pt x="160" y="44"/>
                  </a:cubicBezTo>
                  <a:cubicBezTo>
                    <a:pt x="164" y="31"/>
                    <a:pt x="156" y="16"/>
                    <a:pt x="156" y="16"/>
                  </a:cubicBezTo>
                  <a:cubicBezTo>
                    <a:pt x="156" y="16"/>
                    <a:pt x="143" y="24"/>
                    <a:pt x="142" y="37"/>
                  </a:cubicBezTo>
                  <a:cubicBezTo>
                    <a:pt x="140" y="50"/>
                    <a:pt x="143" y="60"/>
                    <a:pt x="144" y="63"/>
                  </a:cubicBezTo>
                  <a:cubicBezTo>
                    <a:pt x="138" y="67"/>
                    <a:pt x="132" y="71"/>
                    <a:pt x="125" y="77"/>
                  </a:cubicBezTo>
                  <a:cubicBezTo>
                    <a:pt x="122" y="79"/>
                    <a:pt x="119" y="81"/>
                    <a:pt x="116" y="84"/>
                  </a:cubicBezTo>
                  <a:cubicBezTo>
                    <a:pt x="119" y="79"/>
                    <a:pt x="123" y="72"/>
                    <a:pt x="124" y="67"/>
                  </a:cubicBezTo>
                  <a:cubicBezTo>
                    <a:pt x="126" y="54"/>
                    <a:pt x="115" y="40"/>
                    <a:pt x="115" y="40"/>
                  </a:cubicBezTo>
                  <a:cubicBezTo>
                    <a:pt x="115" y="40"/>
                    <a:pt x="104" y="50"/>
                    <a:pt x="104" y="63"/>
                  </a:cubicBezTo>
                  <a:cubicBezTo>
                    <a:pt x="105" y="76"/>
                    <a:pt x="109" y="85"/>
                    <a:pt x="111" y="88"/>
                  </a:cubicBezTo>
                  <a:cubicBezTo>
                    <a:pt x="103" y="96"/>
                    <a:pt x="95" y="104"/>
                    <a:pt x="88" y="114"/>
                  </a:cubicBezTo>
                  <a:cubicBezTo>
                    <a:pt x="90" y="109"/>
                    <a:pt x="93" y="102"/>
                    <a:pt x="92" y="97"/>
                  </a:cubicBezTo>
                  <a:cubicBezTo>
                    <a:pt x="92" y="83"/>
                    <a:pt x="79" y="70"/>
                    <a:pt x="79" y="70"/>
                  </a:cubicBezTo>
                  <a:cubicBezTo>
                    <a:pt x="79" y="70"/>
                    <a:pt x="69" y="83"/>
                    <a:pt x="72" y="96"/>
                  </a:cubicBezTo>
                  <a:cubicBezTo>
                    <a:pt x="74" y="109"/>
                    <a:pt x="81" y="117"/>
                    <a:pt x="83" y="120"/>
                  </a:cubicBezTo>
                  <a:cubicBezTo>
                    <a:pt x="77" y="129"/>
                    <a:pt x="70" y="140"/>
                    <a:pt x="65" y="150"/>
                  </a:cubicBezTo>
                  <a:cubicBezTo>
                    <a:pt x="66" y="145"/>
                    <a:pt x="67" y="137"/>
                    <a:pt x="66" y="132"/>
                  </a:cubicBezTo>
                  <a:cubicBezTo>
                    <a:pt x="63" y="118"/>
                    <a:pt x="48" y="108"/>
                    <a:pt x="48" y="108"/>
                  </a:cubicBezTo>
                  <a:cubicBezTo>
                    <a:pt x="48" y="108"/>
                    <a:pt x="41" y="122"/>
                    <a:pt x="45" y="135"/>
                  </a:cubicBezTo>
                  <a:cubicBezTo>
                    <a:pt x="50" y="147"/>
                    <a:pt x="58" y="154"/>
                    <a:pt x="61" y="157"/>
                  </a:cubicBezTo>
                  <a:cubicBezTo>
                    <a:pt x="56" y="167"/>
                    <a:pt x="52" y="178"/>
                    <a:pt x="48" y="189"/>
                  </a:cubicBezTo>
                  <a:cubicBezTo>
                    <a:pt x="49" y="183"/>
                    <a:pt x="48" y="176"/>
                    <a:pt x="46" y="171"/>
                  </a:cubicBezTo>
                  <a:cubicBezTo>
                    <a:pt x="41" y="158"/>
                    <a:pt x="24" y="150"/>
                    <a:pt x="24" y="150"/>
                  </a:cubicBezTo>
                  <a:cubicBezTo>
                    <a:pt x="24" y="150"/>
                    <a:pt x="19" y="166"/>
                    <a:pt x="26" y="178"/>
                  </a:cubicBezTo>
                  <a:cubicBezTo>
                    <a:pt x="33" y="189"/>
                    <a:pt x="42" y="195"/>
                    <a:pt x="46" y="197"/>
                  </a:cubicBezTo>
                  <a:cubicBezTo>
                    <a:pt x="43" y="207"/>
                    <a:pt x="40" y="218"/>
                    <a:pt x="39" y="228"/>
                  </a:cubicBezTo>
                  <a:cubicBezTo>
                    <a:pt x="38" y="223"/>
                    <a:pt x="37" y="217"/>
                    <a:pt x="34" y="213"/>
                  </a:cubicBezTo>
                  <a:cubicBezTo>
                    <a:pt x="26" y="201"/>
                    <a:pt x="8" y="196"/>
                    <a:pt x="8" y="196"/>
                  </a:cubicBezTo>
                  <a:cubicBezTo>
                    <a:pt x="8" y="196"/>
                    <a:pt x="6" y="213"/>
                    <a:pt x="15" y="224"/>
                  </a:cubicBezTo>
                  <a:cubicBezTo>
                    <a:pt x="24" y="233"/>
                    <a:pt x="33" y="238"/>
                    <a:pt x="37" y="239"/>
                  </a:cubicBezTo>
                  <a:cubicBezTo>
                    <a:pt x="36" y="250"/>
                    <a:pt x="36" y="260"/>
                    <a:pt x="37" y="271"/>
                  </a:cubicBezTo>
                  <a:cubicBezTo>
                    <a:pt x="35" y="266"/>
                    <a:pt x="32" y="260"/>
                    <a:pt x="29" y="256"/>
                  </a:cubicBezTo>
                  <a:cubicBezTo>
                    <a:pt x="19" y="245"/>
                    <a:pt x="0" y="244"/>
                    <a:pt x="0" y="244"/>
                  </a:cubicBezTo>
                  <a:cubicBezTo>
                    <a:pt x="0" y="244"/>
                    <a:pt x="1" y="261"/>
                    <a:pt x="12" y="270"/>
                  </a:cubicBezTo>
                  <a:cubicBezTo>
                    <a:pt x="22" y="279"/>
                    <a:pt x="33" y="281"/>
                    <a:pt x="37" y="282"/>
                  </a:cubicBezTo>
                  <a:cubicBezTo>
                    <a:pt x="38" y="292"/>
                    <a:pt x="39" y="302"/>
                    <a:pt x="41" y="312"/>
                  </a:cubicBezTo>
                  <a:cubicBezTo>
                    <a:pt x="39" y="307"/>
                    <a:pt x="35" y="302"/>
                    <a:pt x="32" y="299"/>
                  </a:cubicBezTo>
                  <a:cubicBezTo>
                    <a:pt x="20" y="290"/>
                    <a:pt x="0" y="292"/>
                    <a:pt x="0" y="292"/>
                  </a:cubicBezTo>
                  <a:cubicBezTo>
                    <a:pt x="0" y="292"/>
                    <a:pt x="4" y="309"/>
                    <a:pt x="17" y="316"/>
                  </a:cubicBezTo>
                  <a:cubicBezTo>
                    <a:pt x="28" y="323"/>
                    <a:pt x="39" y="323"/>
                    <a:pt x="44" y="323"/>
                  </a:cubicBezTo>
                  <a:cubicBezTo>
                    <a:pt x="47" y="333"/>
                    <a:pt x="50" y="343"/>
                    <a:pt x="54" y="352"/>
                  </a:cubicBezTo>
                  <a:cubicBezTo>
                    <a:pt x="50" y="348"/>
                    <a:pt x="46" y="343"/>
                    <a:pt x="41" y="341"/>
                  </a:cubicBezTo>
                  <a:cubicBezTo>
                    <a:pt x="28" y="334"/>
                    <a:pt x="8" y="339"/>
                    <a:pt x="8" y="339"/>
                  </a:cubicBezTo>
                  <a:cubicBezTo>
                    <a:pt x="8" y="339"/>
                    <a:pt x="15" y="356"/>
                    <a:pt x="30" y="361"/>
                  </a:cubicBezTo>
                  <a:cubicBezTo>
                    <a:pt x="42" y="365"/>
                    <a:pt x="54" y="364"/>
                    <a:pt x="58" y="363"/>
                  </a:cubicBezTo>
                  <a:cubicBezTo>
                    <a:pt x="63" y="372"/>
                    <a:pt x="68" y="381"/>
                    <a:pt x="73" y="390"/>
                  </a:cubicBezTo>
                  <a:cubicBezTo>
                    <a:pt x="68" y="386"/>
                    <a:pt x="63" y="382"/>
                    <a:pt x="58" y="380"/>
                  </a:cubicBezTo>
                  <a:cubicBezTo>
                    <a:pt x="43" y="375"/>
                    <a:pt x="25" y="384"/>
                    <a:pt x="25" y="384"/>
                  </a:cubicBezTo>
                  <a:cubicBezTo>
                    <a:pt x="25" y="384"/>
                    <a:pt x="35" y="400"/>
                    <a:pt x="50" y="402"/>
                  </a:cubicBezTo>
                  <a:cubicBezTo>
                    <a:pt x="64" y="404"/>
                    <a:pt x="75" y="401"/>
                    <a:pt x="79" y="400"/>
                  </a:cubicBezTo>
                  <a:cubicBezTo>
                    <a:pt x="85" y="408"/>
                    <a:pt x="91" y="415"/>
                    <a:pt x="97" y="423"/>
                  </a:cubicBezTo>
                  <a:cubicBezTo>
                    <a:pt x="92" y="420"/>
                    <a:pt x="87" y="417"/>
                    <a:pt x="82" y="417"/>
                  </a:cubicBezTo>
                  <a:cubicBezTo>
                    <a:pt x="66" y="414"/>
                    <a:pt x="49" y="427"/>
                    <a:pt x="49" y="427"/>
                  </a:cubicBezTo>
                  <a:cubicBezTo>
                    <a:pt x="49" y="427"/>
                    <a:pt x="62" y="441"/>
                    <a:pt x="78" y="440"/>
                  </a:cubicBezTo>
                  <a:cubicBezTo>
                    <a:pt x="91" y="440"/>
                    <a:pt x="101" y="435"/>
                    <a:pt x="106" y="433"/>
                  </a:cubicBezTo>
                  <a:cubicBezTo>
                    <a:pt x="113" y="439"/>
                    <a:pt x="120" y="446"/>
                    <a:pt x="127" y="451"/>
                  </a:cubicBezTo>
                  <a:cubicBezTo>
                    <a:pt x="122" y="450"/>
                    <a:pt x="116" y="448"/>
                    <a:pt x="112" y="448"/>
                  </a:cubicBezTo>
                  <a:cubicBezTo>
                    <a:pt x="96" y="449"/>
                    <a:pt x="81" y="464"/>
                    <a:pt x="81" y="464"/>
                  </a:cubicBezTo>
                  <a:cubicBezTo>
                    <a:pt x="81" y="464"/>
                    <a:pt x="96" y="476"/>
                    <a:pt x="112" y="473"/>
                  </a:cubicBezTo>
                  <a:cubicBezTo>
                    <a:pt x="125" y="470"/>
                    <a:pt x="134" y="464"/>
                    <a:pt x="139" y="460"/>
                  </a:cubicBezTo>
                  <a:cubicBezTo>
                    <a:pt x="144" y="464"/>
                    <a:pt x="149" y="467"/>
                    <a:pt x="154" y="470"/>
                  </a:cubicBezTo>
                  <a:cubicBezTo>
                    <a:pt x="157" y="471"/>
                    <a:pt x="160" y="473"/>
                    <a:pt x="163" y="475"/>
                  </a:cubicBezTo>
                  <a:cubicBezTo>
                    <a:pt x="157" y="474"/>
                    <a:pt x="151" y="473"/>
                    <a:pt x="147" y="474"/>
                  </a:cubicBezTo>
                  <a:cubicBezTo>
                    <a:pt x="131" y="478"/>
                    <a:pt x="118" y="496"/>
                    <a:pt x="118" y="496"/>
                  </a:cubicBezTo>
                  <a:cubicBezTo>
                    <a:pt x="118" y="496"/>
                    <a:pt x="136" y="505"/>
                    <a:pt x="151" y="499"/>
                  </a:cubicBezTo>
                  <a:cubicBezTo>
                    <a:pt x="164" y="494"/>
                    <a:pt x="172" y="486"/>
                    <a:pt x="176" y="482"/>
                  </a:cubicBezTo>
                  <a:cubicBezTo>
                    <a:pt x="185" y="486"/>
                    <a:pt x="194" y="489"/>
                    <a:pt x="202" y="492"/>
                  </a:cubicBezTo>
                  <a:cubicBezTo>
                    <a:pt x="196" y="492"/>
                    <a:pt x="190" y="492"/>
                    <a:pt x="186" y="494"/>
                  </a:cubicBezTo>
                  <a:cubicBezTo>
                    <a:pt x="170" y="501"/>
                    <a:pt x="161" y="521"/>
                    <a:pt x="161" y="521"/>
                  </a:cubicBezTo>
                  <a:cubicBezTo>
                    <a:pt x="161" y="521"/>
                    <a:pt x="180" y="527"/>
                    <a:pt x="194" y="518"/>
                  </a:cubicBezTo>
                  <a:cubicBezTo>
                    <a:pt x="206" y="511"/>
                    <a:pt x="213" y="501"/>
                    <a:pt x="216" y="496"/>
                  </a:cubicBezTo>
                  <a:cubicBezTo>
                    <a:pt x="239" y="502"/>
                    <a:pt x="253" y="503"/>
                    <a:pt x="253" y="503"/>
                  </a:cubicBezTo>
                  <a:cubicBezTo>
                    <a:pt x="253" y="499"/>
                    <a:pt x="253" y="499"/>
                    <a:pt x="253" y="499"/>
                  </a:cubicBezTo>
                  <a:cubicBezTo>
                    <a:pt x="253" y="495"/>
                    <a:pt x="253" y="495"/>
                    <a:pt x="253" y="495"/>
                  </a:cubicBezTo>
                  <a:cubicBezTo>
                    <a:pt x="253" y="495"/>
                    <a:pt x="243" y="494"/>
                    <a:pt x="224" y="490"/>
                  </a:cubicBezTo>
                  <a:close/>
                  <a:moveTo>
                    <a:pt x="538" y="316"/>
                  </a:moveTo>
                  <a:cubicBezTo>
                    <a:pt x="551" y="309"/>
                    <a:pt x="555" y="292"/>
                    <a:pt x="555" y="292"/>
                  </a:cubicBezTo>
                  <a:cubicBezTo>
                    <a:pt x="555" y="292"/>
                    <a:pt x="535" y="290"/>
                    <a:pt x="523" y="299"/>
                  </a:cubicBezTo>
                  <a:cubicBezTo>
                    <a:pt x="519" y="302"/>
                    <a:pt x="516" y="307"/>
                    <a:pt x="513" y="312"/>
                  </a:cubicBezTo>
                  <a:cubicBezTo>
                    <a:pt x="515" y="302"/>
                    <a:pt x="517" y="292"/>
                    <a:pt x="517" y="282"/>
                  </a:cubicBezTo>
                  <a:cubicBezTo>
                    <a:pt x="522" y="281"/>
                    <a:pt x="532" y="279"/>
                    <a:pt x="543" y="270"/>
                  </a:cubicBezTo>
                  <a:cubicBezTo>
                    <a:pt x="554" y="261"/>
                    <a:pt x="555" y="244"/>
                    <a:pt x="555" y="244"/>
                  </a:cubicBezTo>
                  <a:cubicBezTo>
                    <a:pt x="555" y="244"/>
                    <a:pt x="535" y="245"/>
                    <a:pt x="526" y="256"/>
                  </a:cubicBezTo>
                  <a:cubicBezTo>
                    <a:pt x="522" y="260"/>
                    <a:pt x="520" y="266"/>
                    <a:pt x="518" y="271"/>
                  </a:cubicBezTo>
                  <a:cubicBezTo>
                    <a:pt x="519" y="260"/>
                    <a:pt x="518" y="250"/>
                    <a:pt x="517" y="239"/>
                  </a:cubicBezTo>
                  <a:cubicBezTo>
                    <a:pt x="522" y="238"/>
                    <a:pt x="531" y="233"/>
                    <a:pt x="540" y="224"/>
                  </a:cubicBezTo>
                  <a:cubicBezTo>
                    <a:pt x="549" y="213"/>
                    <a:pt x="547" y="196"/>
                    <a:pt x="547" y="196"/>
                  </a:cubicBezTo>
                  <a:cubicBezTo>
                    <a:pt x="547" y="196"/>
                    <a:pt x="528" y="201"/>
                    <a:pt x="521" y="213"/>
                  </a:cubicBezTo>
                  <a:cubicBezTo>
                    <a:pt x="518" y="217"/>
                    <a:pt x="517" y="223"/>
                    <a:pt x="516" y="228"/>
                  </a:cubicBezTo>
                  <a:cubicBezTo>
                    <a:pt x="514" y="218"/>
                    <a:pt x="512" y="207"/>
                    <a:pt x="509" y="197"/>
                  </a:cubicBezTo>
                  <a:cubicBezTo>
                    <a:pt x="513" y="195"/>
                    <a:pt x="522" y="189"/>
                    <a:pt x="528" y="178"/>
                  </a:cubicBezTo>
                  <a:cubicBezTo>
                    <a:pt x="536" y="166"/>
                    <a:pt x="531" y="150"/>
                    <a:pt x="531" y="150"/>
                  </a:cubicBezTo>
                  <a:cubicBezTo>
                    <a:pt x="531" y="150"/>
                    <a:pt x="514" y="158"/>
                    <a:pt x="508" y="171"/>
                  </a:cubicBezTo>
                  <a:cubicBezTo>
                    <a:pt x="506" y="176"/>
                    <a:pt x="506" y="183"/>
                    <a:pt x="506" y="189"/>
                  </a:cubicBezTo>
                  <a:cubicBezTo>
                    <a:pt x="503" y="178"/>
                    <a:pt x="498" y="167"/>
                    <a:pt x="493" y="157"/>
                  </a:cubicBezTo>
                  <a:cubicBezTo>
                    <a:pt x="496" y="154"/>
                    <a:pt x="504" y="147"/>
                    <a:pt x="509" y="135"/>
                  </a:cubicBezTo>
                  <a:cubicBezTo>
                    <a:pt x="514" y="122"/>
                    <a:pt x="507" y="108"/>
                    <a:pt x="507" y="108"/>
                  </a:cubicBezTo>
                  <a:cubicBezTo>
                    <a:pt x="507" y="108"/>
                    <a:pt x="492" y="118"/>
                    <a:pt x="489" y="132"/>
                  </a:cubicBezTo>
                  <a:cubicBezTo>
                    <a:pt x="487" y="137"/>
                    <a:pt x="489" y="145"/>
                    <a:pt x="490" y="150"/>
                  </a:cubicBezTo>
                  <a:cubicBezTo>
                    <a:pt x="484" y="140"/>
                    <a:pt x="478" y="129"/>
                    <a:pt x="471" y="120"/>
                  </a:cubicBezTo>
                  <a:cubicBezTo>
                    <a:pt x="474" y="117"/>
                    <a:pt x="480" y="109"/>
                    <a:pt x="483" y="96"/>
                  </a:cubicBezTo>
                  <a:cubicBezTo>
                    <a:pt x="485" y="83"/>
                    <a:pt x="476" y="70"/>
                    <a:pt x="476" y="70"/>
                  </a:cubicBezTo>
                  <a:cubicBezTo>
                    <a:pt x="476" y="70"/>
                    <a:pt x="463" y="83"/>
                    <a:pt x="462" y="97"/>
                  </a:cubicBezTo>
                  <a:cubicBezTo>
                    <a:pt x="462" y="102"/>
                    <a:pt x="465" y="109"/>
                    <a:pt x="467" y="114"/>
                  </a:cubicBezTo>
                  <a:cubicBezTo>
                    <a:pt x="459" y="104"/>
                    <a:pt x="451" y="96"/>
                    <a:pt x="443" y="88"/>
                  </a:cubicBezTo>
                  <a:cubicBezTo>
                    <a:pt x="445" y="85"/>
                    <a:pt x="450" y="76"/>
                    <a:pt x="450" y="63"/>
                  </a:cubicBezTo>
                  <a:cubicBezTo>
                    <a:pt x="451" y="50"/>
                    <a:pt x="439" y="40"/>
                    <a:pt x="439" y="40"/>
                  </a:cubicBezTo>
                  <a:cubicBezTo>
                    <a:pt x="439" y="40"/>
                    <a:pt x="429" y="54"/>
                    <a:pt x="431" y="67"/>
                  </a:cubicBezTo>
                  <a:cubicBezTo>
                    <a:pt x="431" y="72"/>
                    <a:pt x="435" y="79"/>
                    <a:pt x="438" y="84"/>
                  </a:cubicBezTo>
                  <a:cubicBezTo>
                    <a:pt x="436" y="81"/>
                    <a:pt x="433" y="79"/>
                    <a:pt x="430" y="77"/>
                  </a:cubicBezTo>
                  <a:cubicBezTo>
                    <a:pt x="423" y="71"/>
                    <a:pt x="417" y="67"/>
                    <a:pt x="410" y="63"/>
                  </a:cubicBezTo>
                  <a:cubicBezTo>
                    <a:pt x="411" y="60"/>
                    <a:pt x="415" y="50"/>
                    <a:pt x="413" y="37"/>
                  </a:cubicBezTo>
                  <a:cubicBezTo>
                    <a:pt x="411" y="24"/>
                    <a:pt x="398" y="16"/>
                    <a:pt x="398" y="16"/>
                  </a:cubicBezTo>
                  <a:cubicBezTo>
                    <a:pt x="398" y="16"/>
                    <a:pt x="391" y="31"/>
                    <a:pt x="395" y="44"/>
                  </a:cubicBezTo>
                  <a:cubicBezTo>
                    <a:pt x="397" y="50"/>
                    <a:pt x="403" y="56"/>
                    <a:pt x="407" y="60"/>
                  </a:cubicBezTo>
                  <a:cubicBezTo>
                    <a:pt x="395" y="53"/>
                    <a:pt x="384" y="47"/>
                    <a:pt x="374" y="43"/>
                  </a:cubicBezTo>
                  <a:cubicBezTo>
                    <a:pt x="375" y="40"/>
                    <a:pt x="377" y="30"/>
                    <a:pt x="372" y="17"/>
                  </a:cubicBezTo>
                  <a:cubicBezTo>
                    <a:pt x="368" y="5"/>
                    <a:pt x="354" y="0"/>
                    <a:pt x="354" y="0"/>
                  </a:cubicBezTo>
                  <a:cubicBezTo>
                    <a:pt x="354" y="0"/>
                    <a:pt x="350" y="16"/>
                    <a:pt x="356" y="27"/>
                  </a:cubicBezTo>
                  <a:cubicBezTo>
                    <a:pt x="359" y="33"/>
                    <a:pt x="367" y="39"/>
                    <a:pt x="371" y="42"/>
                  </a:cubicBezTo>
                  <a:cubicBezTo>
                    <a:pt x="364" y="39"/>
                    <a:pt x="358" y="37"/>
                    <a:pt x="354" y="35"/>
                  </a:cubicBezTo>
                  <a:cubicBezTo>
                    <a:pt x="352" y="33"/>
                    <a:pt x="345" y="25"/>
                    <a:pt x="336" y="23"/>
                  </a:cubicBezTo>
                  <a:cubicBezTo>
                    <a:pt x="329" y="22"/>
                    <a:pt x="317" y="27"/>
                    <a:pt x="317" y="27"/>
                  </a:cubicBezTo>
                  <a:cubicBezTo>
                    <a:pt x="317" y="27"/>
                    <a:pt x="323" y="34"/>
                    <a:pt x="334" y="38"/>
                  </a:cubicBezTo>
                  <a:cubicBezTo>
                    <a:pt x="342" y="41"/>
                    <a:pt x="350" y="37"/>
                    <a:pt x="353" y="36"/>
                  </a:cubicBezTo>
                  <a:cubicBezTo>
                    <a:pt x="359" y="38"/>
                    <a:pt x="366" y="41"/>
                    <a:pt x="375" y="45"/>
                  </a:cubicBezTo>
                  <a:cubicBezTo>
                    <a:pt x="370" y="44"/>
                    <a:pt x="360" y="43"/>
                    <a:pt x="354" y="45"/>
                  </a:cubicBezTo>
                  <a:cubicBezTo>
                    <a:pt x="341" y="49"/>
                    <a:pt x="333" y="64"/>
                    <a:pt x="333" y="64"/>
                  </a:cubicBezTo>
                  <a:cubicBezTo>
                    <a:pt x="333" y="64"/>
                    <a:pt x="348" y="69"/>
                    <a:pt x="359" y="63"/>
                  </a:cubicBezTo>
                  <a:cubicBezTo>
                    <a:pt x="370" y="57"/>
                    <a:pt x="376" y="49"/>
                    <a:pt x="378" y="46"/>
                  </a:cubicBezTo>
                  <a:cubicBezTo>
                    <a:pt x="387" y="51"/>
                    <a:pt x="398" y="57"/>
                    <a:pt x="409" y="64"/>
                  </a:cubicBezTo>
                  <a:cubicBezTo>
                    <a:pt x="404" y="63"/>
                    <a:pt x="395" y="60"/>
                    <a:pt x="389" y="61"/>
                  </a:cubicBezTo>
                  <a:cubicBezTo>
                    <a:pt x="376" y="63"/>
                    <a:pt x="366" y="76"/>
                    <a:pt x="366" y="76"/>
                  </a:cubicBezTo>
                  <a:cubicBezTo>
                    <a:pt x="366" y="76"/>
                    <a:pt x="379" y="84"/>
                    <a:pt x="391" y="81"/>
                  </a:cubicBezTo>
                  <a:cubicBezTo>
                    <a:pt x="403" y="77"/>
                    <a:pt x="410" y="70"/>
                    <a:pt x="413" y="67"/>
                  </a:cubicBezTo>
                  <a:cubicBezTo>
                    <a:pt x="418" y="71"/>
                    <a:pt x="423" y="74"/>
                    <a:pt x="428" y="79"/>
                  </a:cubicBezTo>
                  <a:cubicBezTo>
                    <a:pt x="433" y="82"/>
                    <a:pt x="437" y="86"/>
                    <a:pt x="442" y="91"/>
                  </a:cubicBezTo>
                  <a:cubicBezTo>
                    <a:pt x="437" y="88"/>
                    <a:pt x="428" y="84"/>
                    <a:pt x="422" y="84"/>
                  </a:cubicBezTo>
                  <a:cubicBezTo>
                    <a:pt x="409" y="83"/>
                    <a:pt x="396" y="95"/>
                    <a:pt x="396" y="95"/>
                  </a:cubicBezTo>
                  <a:cubicBezTo>
                    <a:pt x="396" y="95"/>
                    <a:pt x="408" y="105"/>
                    <a:pt x="420" y="104"/>
                  </a:cubicBezTo>
                  <a:cubicBezTo>
                    <a:pt x="433" y="102"/>
                    <a:pt x="442" y="96"/>
                    <a:pt x="445" y="94"/>
                  </a:cubicBezTo>
                  <a:cubicBezTo>
                    <a:pt x="453" y="102"/>
                    <a:pt x="461" y="111"/>
                    <a:pt x="468" y="121"/>
                  </a:cubicBezTo>
                  <a:cubicBezTo>
                    <a:pt x="463" y="118"/>
                    <a:pt x="456" y="113"/>
                    <a:pt x="451" y="112"/>
                  </a:cubicBezTo>
                  <a:cubicBezTo>
                    <a:pt x="437" y="109"/>
                    <a:pt x="422" y="118"/>
                    <a:pt x="422" y="118"/>
                  </a:cubicBezTo>
                  <a:cubicBezTo>
                    <a:pt x="422" y="118"/>
                    <a:pt x="432" y="131"/>
                    <a:pt x="445" y="131"/>
                  </a:cubicBezTo>
                  <a:cubicBezTo>
                    <a:pt x="458" y="132"/>
                    <a:pt x="468" y="128"/>
                    <a:pt x="471" y="126"/>
                  </a:cubicBezTo>
                  <a:cubicBezTo>
                    <a:pt x="478" y="135"/>
                    <a:pt x="483" y="145"/>
                    <a:pt x="489" y="156"/>
                  </a:cubicBezTo>
                  <a:cubicBezTo>
                    <a:pt x="485" y="152"/>
                    <a:pt x="479" y="147"/>
                    <a:pt x="474" y="145"/>
                  </a:cubicBezTo>
                  <a:cubicBezTo>
                    <a:pt x="461" y="140"/>
                    <a:pt x="444" y="146"/>
                    <a:pt x="444" y="146"/>
                  </a:cubicBezTo>
                  <a:cubicBezTo>
                    <a:pt x="444" y="146"/>
                    <a:pt x="452" y="161"/>
                    <a:pt x="465" y="164"/>
                  </a:cubicBezTo>
                  <a:cubicBezTo>
                    <a:pt x="478" y="166"/>
                    <a:pt x="488" y="164"/>
                    <a:pt x="492" y="163"/>
                  </a:cubicBezTo>
                  <a:cubicBezTo>
                    <a:pt x="497" y="173"/>
                    <a:pt x="501" y="184"/>
                    <a:pt x="504" y="195"/>
                  </a:cubicBezTo>
                  <a:cubicBezTo>
                    <a:pt x="501" y="190"/>
                    <a:pt x="496" y="184"/>
                    <a:pt x="492" y="181"/>
                  </a:cubicBezTo>
                  <a:cubicBezTo>
                    <a:pt x="480" y="174"/>
                    <a:pt x="461" y="178"/>
                    <a:pt x="461" y="178"/>
                  </a:cubicBezTo>
                  <a:cubicBezTo>
                    <a:pt x="461" y="178"/>
                    <a:pt x="467" y="194"/>
                    <a:pt x="479" y="199"/>
                  </a:cubicBezTo>
                  <a:cubicBezTo>
                    <a:pt x="491" y="204"/>
                    <a:pt x="502" y="203"/>
                    <a:pt x="506" y="203"/>
                  </a:cubicBezTo>
                  <a:cubicBezTo>
                    <a:pt x="509" y="214"/>
                    <a:pt x="511" y="226"/>
                    <a:pt x="512" y="237"/>
                  </a:cubicBezTo>
                  <a:cubicBezTo>
                    <a:pt x="510" y="232"/>
                    <a:pt x="506" y="225"/>
                    <a:pt x="502" y="221"/>
                  </a:cubicBezTo>
                  <a:cubicBezTo>
                    <a:pt x="491" y="211"/>
                    <a:pt x="472" y="212"/>
                    <a:pt x="472" y="212"/>
                  </a:cubicBezTo>
                  <a:cubicBezTo>
                    <a:pt x="472" y="212"/>
                    <a:pt x="475" y="229"/>
                    <a:pt x="487" y="236"/>
                  </a:cubicBezTo>
                  <a:cubicBezTo>
                    <a:pt x="498" y="243"/>
                    <a:pt x="508" y="245"/>
                    <a:pt x="513" y="245"/>
                  </a:cubicBezTo>
                  <a:cubicBezTo>
                    <a:pt x="514" y="256"/>
                    <a:pt x="513" y="267"/>
                    <a:pt x="512" y="278"/>
                  </a:cubicBezTo>
                  <a:cubicBezTo>
                    <a:pt x="511" y="272"/>
                    <a:pt x="509" y="265"/>
                    <a:pt x="505" y="261"/>
                  </a:cubicBezTo>
                  <a:cubicBezTo>
                    <a:pt x="496" y="249"/>
                    <a:pt x="477" y="247"/>
                    <a:pt x="477" y="247"/>
                  </a:cubicBezTo>
                  <a:cubicBezTo>
                    <a:pt x="477" y="247"/>
                    <a:pt x="477" y="264"/>
                    <a:pt x="487" y="274"/>
                  </a:cubicBezTo>
                  <a:cubicBezTo>
                    <a:pt x="497" y="283"/>
                    <a:pt x="507" y="286"/>
                    <a:pt x="512" y="287"/>
                  </a:cubicBezTo>
                  <a:cubicBezTo>
                    <a:pt x="511" y="298"/>
                    <a:pt x="509" y="308"/>
                    <a:pt x="506" y="318"/>
                  </a:cubicBezTo>
                  <a:cubicBezTo>
                    <a:pt x="506" y="312"/>
                    <a:pt x="505" y="305"/>
                    <a:pt x="502" y="300"/>
                  </a:cubicBezTo>
                  <a:cubicBezTo>
                    <a:pt x="495" y="287"/>
                    <a:pt x="476" y="281"/>
                    <a:pt x="476" y="281"/>
                  </a:cubicBezTo>
                  <a:cubicBezTo>
                    <a:pt x="476" y="281"/>
                    <a:pt x="473" y="298"/>
                    <a:pt x="482" y="310"/>
                  </a:cubicBezTo>
                  <a:cubicBezTo>
                    <a:pt x="490" y="320"/>
                    <a:pt x="499" y="325"/>
                    <a:pt x="504" y="327"/>
                  </a:cubicBezTo>
                  <a:cubicBezTo>
                    <a:pt x="501" y="337"/>
                    <a:pt x="497" y="347"/>
                    <a:pt x="493" y="356"/>
                  </a:cubicBezTo>
                  <a:cubicBezTo>
                    <a:pt x="493" y="350"/>
                    <a:pt x="494" y="343"/>
                    <a:pt x="492" y="338"/>
                  </a:cubicBezTo>
                  <a:cubicBezTo>
                    <a:pt x="487" y="323"/>
                    <a:pt x="469" y="314"/>
                    <a:pt x="469" y="314"/>
                  </a:cubicBezTo>
                  <a:cubicBezTo>
                    <a:pt x="469" y="314"/>
                    <a:pt x="463" y="331"/>
                    <a:pt x="470" y="344"/>
                  </a:cubicBezTo>
                  <a:cubicBezTo>
                    <a:pt x="476" y="356"/>
                    <a:pt x="484" y="362"/>
                    <a:pt x="488" y="365"/>
                  </a:cubicBezTo>
                  <a:cubicBezTo>
                    <a:pt x="484" y="374"/>
                    <a:pt x="479" y="383"/>
                    <a:pt x="473" y="391"/>
                  </a:cubicBezTo>
                  <a:cubicBezTo>
                    <a:pt x="475" y="385"/>
                    <a:pt x="476" y="379"/>
                    <a:pt x="475" y="374"/>
                  </a:cubicBezTo>
                  <a:cubicBezTo>
                    <a:pt x="473" y="358"/>
                    <a:pt x="457" y="345"/>
                    <a:pt x="457" y="345"/>
                  </a:cubicBezTo>
                  <a:cubicBezTo>
                    <a:pt x="457" y="345"/>
                    <a:pt x="447" y="361"/>
                    <a:pt x="452" y="376"/>
                  </a:cubicBezTo>
                  <a:cubicBezTo>
                    <a:pt x="456" y="388"/>
                    <a:pt x="463" y="397"/>
                    <a:pt x="467" y="401"/>
                  </a:cubicBezTo>
                  <a:cubicBezTo>
                    <a:pt x="461" y="409"/>
                    <a:pt x="454" y="417"/>
                    <a:pt x="447" y="424"/>
                  </a:cubicBezTo>
                  <a:cubicBezTo>
                    <a:pt x="450" y="419"/>
                    <a:pt x="452" y="412"/>
                    <a:pt x="453" y="406"/>
                  </a:cubicBezTo>
                  <a:cubicBezTo>
                    <a:pt x="453" y="390"/>
                    <a:pt x="439" y="375"/>
                    <a:pt x="439" y="375"/>
                  </a:cubicBezTo>
                  <a:cubicBezTo>
                    <a:pt x="439" y="375"/>
                    <a:pt x="427" y="389"/>
                    <a:pt x="429" y="404"/>
                  </a:cubicBezTo>
                  <a:cubicBezTo>
                    <a:pt x="430" y="418"/>
                    <a:pt x="436" y="428"/>
                    <a:pt x="439" y="432"/>
                  </a:cubicBezTo>
                  <a:cubicBezTo>
                    <a:pt x="432" y="439"/>
                    <a:pt x="424" y="446"/>
                    <a:pt x="416" y="452"/>
                  </a:cubicBezTo>
                  <a:cubicBezTo>
                    <a:pt x="419" y="447"/>
                    <a:pt x="423" y="440"/>
                    <a:pt x="425" y="434"/>
                  </a:cubicBezTo>
                  <a:cubicBezTo>
                    <a:pt x="428" y="419"/>
                    <a:pt x="417" y="400"/>
                    <a:pt x="417" y="400"/>
                  </a:cubicBezTo>
                  <a:cubicBezTo>
                    <a:pt x="417" y="400"/>
                    <a:pt x="402" y="412"/>
                    <a:pt x="401" y="428"/>
                  </a:cubicBezTo>
                  <a:cubicBezTo>
                    <a:pt x="400" y="442"/>
                    <a:pt x="404" y="453"/>
                    <a:pt x="407" y="458"/>
                  </a:cubicBezTo>
                  <a:cubicBezTo>
                    <a:pt x="404" y="460"/>
                    <a:pt x="400" y="462"/>
                    <a:pt x="397" y="463"/>
                  </a:cubicBezTo>
                  <a:cubicBezTo>
                    <a:pt x="392" y="467"/>
                    <a:pt x="386" y="469"/>
                    <a:pt x="381" y="472"/>
                  </a:cubicBezTo>
                  <a:cubicBezTo>
                    <a:pt x="385" y="468"/>
                    <a:pt x="390" y="462"/>
                    <a:pt x="392" y="457"/>
                  </a:cubicBezTo>
                  <a:cubicBezTo>
                    <a:pt x="398" y="442"/>
                    <a:pt x="390" y="421"/>
                    <a:pt x="390" y="421"/>
                  </a:cubicBezTo>
                  <a:cubicBezTo>
                    <a:pt x="390" y="421"/>
                    <a:pt x="373" y="431"/>
                    <a:pt x="369" y="447"/>
                  </a:cubicBezTo>
                  <a:cubicBezTo>
                    <a:pt x="366" y="460"/>
                    <a:pt x="368" y="472"/>
                    <a:pt x="370" y="477"/>
                  </a:cubicBezTo>
                  <a:cubicBezTo>
                    <a:pt x="360" y="481"/>
                    <a:pt x="351" y="485"/>
                    <a:pt x="343" y="487"/>
                  </a:cubicBezTo>
                  <a:cubicBezTo>
                    <a:pt x="348" y="483"/>
                    <a:pt x="353" y="479"/>
                    <a:pt x="356" y="474"/>
                  </a:cubicBezTo>
                  <a:cubicBezTo>
                    <a:pt x="365" y="460"/>
                    <a:pt x="360" y="438"/>
                    <a:pt x="360" y="438"/>
                  </a:cubicBezTo>
                  <a:cubicBezTo>
                    <a:pt x="360" y="438"/>
                    <a:pt x="341" y="444"/>
                    <a:pt x="335" y="459"/>
                  </a:cubicBezTo>
                  <a:cubicBezTo>
                    <a:pt x="330" y="473"/>
                    <a:pt x="330" y="484"/>
                    <a:pt x="330" y="490"/>
                  </a:cubicBezTo>
                  <a:cubicBezTo>
                    <a:pt x="312" y="494"/>
                    <a:pt x="301" y="495"/>
                    <a:pt x="301" y="495"/>
                  </a:cubicBezTo>
                  <a:cubicBezTo>
                    <a:pt x="302" y="499"/>
                    <a:pt x="302" y="499"/>
                    <a:pt x="302" y="499"/>
                  </a:cubicBezTo>
                  <a:cubicBezTo>
                    <a:pt x="302" y="503"/>
                    <a:pt x="302" y="503"/>
                    <a:pt x="302" y="503"/>
                  </a:cubicBezTo>
                  <a:cubicBezTo>
                    <a:pt x="302" y="503"/>
                    <a:pt x="316" y="502"/>
                    <a:pt x="338" y="496"/>
                  </a:cubicBezTo>
                  <a:cubicBezTo>
                    <a:pt x="341" y="501"/>
                    <a:pt x="348" y="511"/>
                    <a:pt x="361" y="518"/>
                  </a:cubicBezTo>
                  <a:cubicBezTo>
                    <a:pt x="375" y="527"/>
                    <a:pt x="394" y="521"/>
                    <a:pt x="394" y="521"/>
                  </a:cubicBezTo>
                  <a:cubicBezTo>
                    <a:pt x="394" y="521"/>
                    <a:pt x="385" y="501"/>
                    <a:pt x="369" y="494"/>
                  </a:cubicBezTo>
                  <a:cubicBezTo>
                    <a:pt x="365" y="492"/>
                    <a:pt x="359" y="492"/>
                    <a:pt x="353" y="492"/>
                  </a:cubicBezTo>
                  <a:cubicBezTo>
                    <a:pt x="361" y="489"/>
                    <a:pt x="370" y="486"/>
                    <a:pt x="379" y="482"/>
                  </a:cubicBezTo>
                  <a:cubicBezTo>
                    <a:pt x="382" y="486"/>
                    <a:pt x="391" y="494"/>
                    <a:pt x="404" y="499"/>
                  </a:cubicBezTo>
                  <a:cubicBezTo>
                    <a:pt x="419" y="505"/>
                    <a:pt x="436" y="496"/>
                    <a:pt x="436" y="496"/>
                  </a:cubicBezTo>
                  <a:cubicBezTo>
                    <a:pt x="436" y="496"/>
                    <a:pt x="424" y="478"/>
                    <a:pt x="408" y="474"/>
                  </a:cubicBezTo>
                  <a:cubicBezTo>
                    <a:pt x="403" y="473"/>
                    <a:pt x="397" y="474"/>
                    <a:pt x="392" y="475"/>
                  </a:cubicBezTo>
                  <a:cubicBezTo>
                    <a:pt x="395" y="473"/>
                    <a:pt x="398" y="471"/>
                    <a:pt x="401" y="470"/>
                  </a:cubicBezTo>
                  <a:cubicBezTo>
                    <a:pt x="406" y="467"/>
                    <a:pt x="411" y="464"/>
                    <a:pt x="416" y="460"/>
                  </a:cubicBezTo>
                  <a:cubicBezTo>
                    <a:pt x="420" y="464"/>
                    <a:pt x="430" y="470"/>
                    <a:pt x="443" y="473"/>
                  </a:cubicBezTo>
                  <a:cubicBezTo>
                    <a:pt x="459" y="476"/>
                    <a:pt x="474" y="464"/>
                    <a:pt x="474" y="464"/>
                  </a:cubicBezTo>
                  <a:cubicBezTo>
                    <a:pt x="474" y="464"/>
                    <a:pt x="459" y="449"/>
                    <a:pt x="443" y="448"/>
                  </a:cubicBezTo>
                  <a:cubicBezTo>
                    <a:pt x="438" y="448"/>
                    <a:pt x="433" y="450"/>
                    <a:pt x="428" y="451"/>
                  </a:cubicBezTo>
                  <a:cubicBezTo>
                    <a:pt x="435" y="446"/>
                    <a:pt x="442" y="439"/>
                    <a:pt x="448" y="433"/>
                  </a:cubicBezTo>
                  <a:cubicBezTo>
                    <a:pt x="453" y="435"/>
                    <a:pt x="463" y="440"/>
                    <a:pt x="477" y="440"/>
                  </a:cubicBezTo>
                  <a:cubicBezTo>
                    <a:pt x="493" y="441"/>
                    <a:pt x="505" y="427"/>
                    <a:pt x="505" y="427"/>
                  </a:cubicBezTo>
                  <a:cubicBezTo>
                    <a:pt x="505" y="427"/>
                    <a:pt x="488" y="414"/>
                    <a:pt x="472" y="417"/>
                  </a:cubicBezTo>
                  <a:cubicBezTo>
                    <a:pt x="468" y="417"/>
                    <a:pt x="462" y="420"/>
                    <a:pt x="458" y="423"/>
                  </a:cubicBezTo>
                  <a:cubicBezTo>
                    <a:pt x="464" y="415"/>
                    <a:pt x="470" y="408"/>
                    <a:pt x="475" y="400"/>
                  </a:cubicBezTo>
                  <a:cubicBezTo>
                    <a:pt x="480" y="401"/>
                    <a:pt x="491" y="404"/>
                    <a:pt x="505" y="402"/>
                  </a:cubicBezTo>
                  <a:cubicBezTo>
                    <a:pt x="520" y="400"/>
                    <a:pt x="530" y="384"/>
                    <a:pt x="530" y="384"/>
                  </a:cubicBezTo>
                  <a:cubicBezTo>
                    <a:pt x="530" y="384"/>
                    <a:pt x="511" y="375"/>
                    <a:pt x="496" y="380"/>
                  </a:cubicBezTo>
                  <a:cubicBezTo>
                    <a:pt x="492" y="382"/>
                    <a:pt x="486" y="386"/>
                    <a:pt x="482" y="390"/>
                  </a:cubicBezTo>
                  <a:cubicBezTo>
                    <a:pt x="487" y="381"/>
                    <a:pt x="492" y="372"/>
                    <a:pt x="496" y="363"/>
                  </a:cubicBezTo>
                  <a:cubicBezTo>
                    <a:pt x="501" y="364"/>
                    <a:pt x="512" y="365"/>
                    <a:pt x="525" y="361"/>
                  </a:cubicBezTo>
                  <a:cubicBezTo>
                    <a:pt x="539" y="356"/>
                    <a:pt x="546" y="339"/>
                    <a:pt x="546" y="339"/>
                  </a:cubicBezTo>
                  <a:cubicBezTo>
                    <a:pt x="546" y="339"/>
                    <a:pt x="527" y="334"/>
                    <a:pt x="513" y="341"/>
                  </a:cubicBezTo>
                  <a:cubicBezTo>
                    <a:pt x="509" y="343"/>
                    <a:pt x="505" y="348"/>
                    <a:pt x="501" y="352"/>
                  </a:cubicBezTo>
                  <a:cubicBezTo>
                    <a:pt x="505" y="343"/>
                    <a:pt x="508" y="333"/>
                    <a:pt x="510" y="323"/>
                  </a:cubicBezTo>
                  <a:cubicBezTo>
                    <a:pt x="515" y="323"/>
                    <a:pt x="526" y="323"/>
                    <a:pt x="538" y="316"/>
                  </a:cubicBezTo>
                  <a:close/>
                </a:path>
              </a:pathLst>
            </a:custGeom>
            <a:gradFill>
              <a:gsLst>
                <a:gs pos="5000">
                  <a:srgbClr val="D62730"/>
                </a:gs>
                <a:gs pos="100000">
                  <a:srgbClr val="E9381C"/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2" name="图形">
              <a:extLst>
                <a:ext uri="{FF2B5EF4-FFF2-40B4-BE49-F238E27FC236}">
                  <a16:creationId xmlns:a16="http://schemas.microsoft.com/office/drawing/2014/main" id="{17C2E21B-0649-78F2-71AE-F04F005C278D}"/>
                </a:ext>
              </a:extLst>
            </p:cNvPr>
            <p:cNvSpPr/>
            <p:nvPr>
              <p:custDataLst>
                <p:tags r:id="R5484e64a7a404729"/>
              </p:custDataLst>
            </p:nvPr>
          </p:nvSpPr>
          <p:spPr>
            <a:xfrm>
              <a:off x="14209" y="3713"/>
              <a:ext cx="1650" cy="1650"/>
            </a:xfrm>
            <a:prstGeom prst="ellipse">
              <a:avLst/>
            </a:prstGeom>
            <a:gradFill>
              <a:gsLst>
                <a:gs pos="5000">
                  <a:srgbClr val="D62730"/>
                </a:gs>
                <a:gs pos="100000">
                  <a:srgbClr val="E9381C"/>
                </a:gs>
              </a:gsLst>
              <a:lin ang="5400000" scaled="0"/>
            </a:gradFill>
            <a:ln w="12700" cap="flat" cmpd="sng" algn="ctr">
              <a:gradFill>
                <a:gsLst>
                  <a:gs pos="19000">
                    <a:srgbClr val="AF0102">
                      <a:alpha val="0"/>
                    </a:srgbClr>
                  </a:gs>
                  <a:gs pos="100000">
                    <a:srgbClr val="AF0102"/>
                  </a:gs>
                </a:gsLst>
                <a:lin ang="10800000" scaled="1"/>
              </a:gradFill>
              <a:prstDash val="solid"/>
              <a:miter lim="800000"/>
            </a:ln>
            <a:effectLst>
              <a:outerShdw blurRad="508000" dist="444500" dir="2700000" sx="85000" sy="85000" algn="tl" rotWithShape="0">
                <a:srgbClr val="E9381C"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3" name="图形">
              <a:extLst>
                <a:ext uri="{FF2B5EF4-FFF2-40B4-BE49-F238E27FC236}">
                  <a16:creationId xmlns:a16="http://schemas.microsoft.com/office/drawing/2014/main" id="{5F5BE960-B77E-36F4-4EDA-D445A1AA12F5}"/>
                </a:ext>
              </a:extLst>
            </p:cNvPr>
            <p:cNvSpPr>
              <a:spLocks noEditPoints="1"/>
            </p:cNvSpPr>
            <p:nvPr>
              <p:custDataLst>
                <p:tags r:id="R03cda9d9bc0a438e"/>
              </p:custDataLst>
            </p:nvPr>
          </p:nvSpPr>
          <p:spPr bwMode="auto">
            <a:xfrm>
              <a:off x="13616" y="3191"/>
              <a:ext cx="2836" cy="2693"/>
            </a:xfrm>
            <a:custGeom>
              <a:avLst/>
              <a:gdLst>
                <a:gd name="T0" fmla="*/ 185 w 555"/>
                <a:gd name="T1" fmla="*/ 477 h 527"/>
                <a:gd name="T2" fmla="*/ 148 w 555"/>
                <a:gd name="T3" fmla="*/ 458 h 527"/>
                <a:gd name="T4" fmla="*/ 126 w 555"/>
                <a:gd name="T5" fmla="*/ 404 h 527"/>
                <a:gd name="T6" fmla="*/ 98 w 555"/>
                <a:gd name="T7" fmla="*/ 345 h 527"/>
                <a:gd name="T8" fmla="*/ 63 w 555"/>
                <a:gd name="T9" fmla="*/ 338 h 527"/>
                <a:gd name="T10" fmla="*/ 49 w 555"/>
                <a:gd name="T11" fmla="*/ 318 h 527"/>
                <a:gd name="T12" fmla="*/ 42 w 555"/>
                <a:gd name="T13" fmla="*/ 245 h 527"/>
                <a:gd name="T14" fmla="*/ 75 w 555"/>
                <a:gd name="T15" fmla="*/ 199 h 527"/>
                <a:gd name="T16" fmla="*/ 110 w 555"/>
                <a:gd name="T17" fmla="*/ 146 h 527"/>
                <a:gd name="T18" fmla="*/ 104 w 555"/>
                <a:gd name="T19" fmla="*/ 112 h 527"/>
                <a:gd name="T20" fmla="*/ 113 w 555"/>
                <a:gd name="T21" fmla="*/ 91 h 527"/>
                <a:gd name="T22" fmla="*/ 146 w 555"/>
                <a:gd name="T23" fmla="*/ 64 h 527"/>
                <a:gd name="T24" fmla="*/ 202 w 555"/>
                <a:gd name="T25" fmla="*/ 36 h 527"/>
                <a:gd name="T26" fmla="*/ 199 w 555"/>
                <a:gd name="T27" fmla="*/ 27 h 527"/>
                <a:gd name="T28" fmla="*/ 156 w 555"/>
                <a:gd name="T29" fmla="*/ 16 h 527"/>
                <a:gd name="T30" fmla="*/ 115 w 555"/>
                <a:gd name="T31" fmla="*/ 40 h 527"/>
                <a:gd name="T32" fmla="*/ 72 w 555"/>
                <a:gd name="T33" fmla="*/ 96 h 527"/>
                <a:gd name="T34" fmla="*/ 61 w 555"/>
                <a:gd name="T35" fmla="*/ 157 h 527"/>
                <a:gd name="T36" fmla="*/ 39 w 555"/>
                <a:gd name="T37" fmla="*/ 228 h 527"/>
                <a:gd name="T38" fmla="*/ 29 w 555"/>
                <a:gd name="T39" fmla="*/ 256 h 527"/>
                <a:gd name="T40" fmla="*/ 0 w 555"/>
                <a:gd name="T41" fmla="*/ 292 h 527"/>
                <a:gd name="T42" fmla="*/ 30 w 555"/>
                <a:gd name="T43" fmla="*/ 361 h 527"/>
                <a:gd name="T44" fmla="*/ 79 w 555"/>
                <a:gd name="T45" fmla="*/ 400 h 527"/>
                <a:gd name="T46" fmla="*/ 127 w 555"/>
                <a:gd name="T47" fmla="*/ 451 h 527"/>
                <a:gd name="T48" fmla="*/ 163 w 555"/>
                <a:gd name="T49" fmla="*/ 475 h 527"/>
                <a:gd name="T50" fmla="*/ 186 w 555"/>
                <a:gd name="T51" fmla="*/ 494 h 527"/>
                <a:gd name="T52" fmla="*/ 253 w 555"/>
                <a:gd name="T53" fmla="*/ 495 h 527"/>
                <a:gd name="T54" fmla="*/ 517 w 555"/>
                <a:gd name="T55" fmla="*/ 282 h 527"/>
                <a:gd name="T56" fmla="*/ 540 w 555"/>
                <a:gd name="T57" fmla="*/ 224 h 527"/>
                <a:gd name="T58" fmla="*/ 531 w 555"/>
                <a:gd name="T59" fmla="*/ 150 h 527"/>
                <a:gd name="T60" fmla="*/ 489 w 555"/>
                <a:gd name="T61" fmla="*/ 132 h 527"/>
                <a:gd name="T62" fmla="*/ 467 w 555"/>
                <a:gd name="T63" fmla="*/ 114 h 527"/>
                <a:gd name="T64" fmla="*/ 430 w 555"/>
                <a:gd name="T65" fmla="*/ 77 h 527"/>
                <a:gd name="T66" fmla="*/ 374 w 555"/>
                <a:gd name="T67" fmla="*/ 43 h 527"/>
                <a:gd name="T68" fmla="*/ 336 w 555"/>
                <a:gd name="T69" fmla="*/ 23 h 527"/>
                <a:gd name="T70" fmla="*/ 333 w 555"/>
                <a:gd name="T71" fmla="*/ 64 h 527"/>
                <a:gd name="T72" fmla="*/ 391 w 555"/>
                <a:gd name="T73" fmla="*/ 81 h 527"/>
                <a:gd name="T74" fmla="*/ 420 w 555"/>
                <a:gd name="T75" fmla="*/ 104 h 527"/>
                <a:gd name="T76" fmla="*/ 471 w 555"/>
                <a:gd name="T77" fmla="*/ 126 h 527"/>
                <a:gd name="T78" fmla="*/ 504 w 555"/>
                <a:gd name="T79" fmla="*/ 195 h 527"/>
                <a:gd name="T80" fmla="*/ 502 w 555"/>
                <a:gd name="T81" fmla="*/ 221 h 527"/>
                <a:gd name="T82" fmla="*/ 477 w 555"/>
                <a:gd name="T83" fmla="*/ 247 h 527"/>
                <a:gd name="T84" fmla="*/ 482 w 555"/>
                <a:gd name="T85" fmla="*/ 310 h 527"/>
                <a:gd name="T86" fmla="*/ 488 w 555"/>
                <a:gd name="T87" fmla="*/ 365 h 527"/>
                <a:gd name="T88" fmla="*/ 447 w 555"/>
                <a:gd name="T89" fmla="*/ 424 h 527"/>
                <a:gd name="T90" fmla="*/ 425 w 555"/>
                <a:gd name="T91" fmla="*/ 434 h 527"/>
                <a:gd name="T92" fmla="*/ 392 w 555"/>
                <a:gd name="T93" fmla="*/ 457 h 527"/>
                <a:gd name="T94" fmla="*/ 360 w 555"/>
                <a:gd name="T95" fmla="*/ 438 h 527"/>
                <a:gd name="T96" fmla="*/ 338 w 555"/>
                <a:gd name="T97" fmla="*/ 496 h 527"/>
                <a:gd name="T98" fmla="*/ 404 w 555"/>
                <a:gd name="T99" fmla="*/ 499 h 527"/>
                <a:gd name="T100" fmla="*/ 443 w 555"/>
                <a:gd name="T101" fmla="*/ 473 h 527"/>
                <a:gd name="T102" fmla="*/ 505 w 555"/>
                <a:gd name="T103" fmla="*/ 427 h 527"/>
                <a:gd name="T104" fmla="*/ 496 w 555"/>
                <a:gd name="T105" fmla="*/ 380 h 527"/>
                <a:gd name="T106" fmla="*/ 501 w 555"/>
                <a:gd name="T107" fmla="*/ 352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55" h="527">
                  <a:moveTo>
                    <a:pt x="224" y="490"/>
                  </a:moveTo>
                  <a:cubicBezTo>
                    <a:pt x="225" y="484"/>
                    <a:pt x="225" y="473"/>
                    <a:pt x="219" y="459"/>
                  </a:cubicBezTo>
                  <a:cubicBezTo>
                    <a:pt x="213" y="444"/>
                    <a:pt x="194" y="438"/>
                    <a:pt x="194" y="438"/>
                  </a:cubicBezTo>
                  <a:cubicBezTo>
                    <a:pt x="194" y="438"/>
                    <a:pt x="190" y="460"/>
                    <a:pt x="199" y="474"/>
                  </a:cubicBezTo>
                  <a:cubicBezTo>
                    <a:pt x="201" y="479"/>
                    <a:pt x="207" y="483"/>
                    <a:pt x="212" y="487"/>
                  </a:cubicBezTo>
                  <a:cubicBezTo>
                    <a:pt x="204" y="485"/>
                    <a:pt x="195" y="481"/>
                    <a:pt x="185" y="477"/>
                  </a:cubicBezTo>
                  <a:cubicBezTo>
                    <a:pt x="186" y="472"/>
                    <a:pt x="188" y="460"/>
                    <a:pt x="185" y="447"/>
                  </a:cubicBezTo>
                  <a:cubicBezTo>
                    <a:pt x="182" y="431"/>
                    <a:pt x="165" y="421"/>
                    <a:pt x="165" y="421"/>
                  </a:cubicBezTo>
                  <a:cubicBezTo>
                    <a:pt x="165" y="421"/>
                    <a:pt x="156" y="442"/>
                    <a:pt x="163" y="457"/>
                  </a:cubicBezTo>
                  <a:cubicBezTo>
                    <a:pt x="165" y="462"/>
                    <a:pt x="169" y="468"/>
                    <a:pt x="174" y="472"/>
                  </a:cubicBezTo>
                  <a:cubicBezTo>
                    <a:pt x="168" y="469"/>
                    <a:pt x="163" y="467"/>
                    <a:pt x="157" y="463"/>
                  </a:cubicBezTo>
                  <a:cubicBezTo>
                    <a:pt x="154" y="462"/>
                    <a:pt x="151" y="460"/>
                    <a:pt x="148" y="458"/>
                  </a:cubicBezTo>
                  <a:cubicBezTo>
                    <a:pt x="150" y="453"/>
                    <a:pt x="154" y="442"/>
                    <a:pt x="154" y="428"/>
                  </a:cubicBezTo>
                  <a:cubicBezTo>
                    <a:pt x="153" y="412"/>
                    <a:pt x="138" y="400"/>
                    <a:pt x="138" y="400"/>
                  </a:cubicBezTo>
                  <a:cubicBezTo>
                    <a:pt x="138" y="400"/>
                    <a:pt x="127" y="419"/>
                    <a:pt x="130" y="434"/>
                  </a:cubicBezTo>
                  <a:cubicBezTo>
                    <a:pt x="131" y="440"/>
                    <a:pt x="135" y="447"/>
                    <a:pt x="139" y="452"/>
                  </a:cubicBezTo>
                  <a:cubicBezTo>
                    <a:pt x="131" y="446"/>
                    <a:pt x="123" y="439"/>
                    <a:pt x="115" y="432"/>
                  </a:cubicBezTo>
                  <a:cubicBezTo>
                    <a:pt x="118" y="428"/>
                    <a:pt x="124" y="418"/>
                    <a:pt x="126" y="404"/>
                  </a:cubicBezTo>
                  <a:cubicBezTo>
                    <a:pt x="128" y="389"/>
                    <a:pt x="116" y="375"/>
                    <a:pt x="116" y="375"/>
                  </a:cubicBezTo>
                  <a:cubicBezTo>
                    <a:pt x="116" y="375"/>
                    <a:pt x="101" y="390"/>
                    <a:pt x="102" y="406"/>
                  </a:cubicBezTo>
                  <a:cubicBezTo>
                    <a:pt x="102" y="412"/>
                    <a:pt x="105" y="419"/>
                    <a:pt x="107" y="424"/>
                  </a:cubicBezTo>
                  <a:cubicBezTo>
                    <a:pt x="101" y="417"/>
                    <a:pt x="94" y="409"/>
                    <a:pt x="88" y="401"/>
                  </a:cubicBezTo>
                  <a:cubicBezTo>
                    <a:pt x="92" y="397"/>
                    <a:pt x="99" y="388"/>
                    <a:pt x="103" y="376"/>
                  </a:cubicBezTo>
                  <a:cubicBezTo>
                    <a:pt x="107" y="361"/>
                    <a:pt x="98" y="345"/>
                    <a:pt x="98" y="345"/>
                  </a:cubicBezTo>
                  <a:cubicBezTo>
                    <a:pt x="98" y="345"/>
                    <a:pt x="81" y="358"/>
                    <a:pt x="79" y="374"/>
                  </a:cubicBezTo>
                  <a:cubicBezTo>
                    <a:pt x="78" y="379"/>
                    <a:pt x="80" y="385"/>
                    <a:pt x="81" y="391"/>
                  </a:cubicBezTo>
                  <a:cubicBezTo>
                    <a:pt x="76" y="383"/>
                    <a:pt x="71" y="374"/>
                    <a:pt x="66" y="365"/>
                  </a:cubicBezTo>
                  <a:cubicBezTo>
                    <a:pt x="71" y="362"/>
                    <a:pt x="79" y="356"/>
                    <a:pt x="85" y="344"/>
                  </a:cubicBezTo>
                  <a:cubicBezTo>
                    <a:pt x="92" y="331"/>
                    <a:pt x="85" y="314"/>
                    <a:pt x="85" y="314"/>
                  </a:cubicBezTo>
                  <a:cubicBezTo>
                    <a:pt x="85" y="314"/>
                    <a:pt x="67" y="323"/>
                    <a:pt x="63" y="338"/>
                  </a:cubicBezTo>
                  <a:cubicBezTo>
                    <a:pt x="61" y="343"/>
                    <a:pt x="61" y="350"/>
                    <a:pt x="62" y="356"/>
                  </a:cubicBezTo>
                  <a:cubicBezTo>
                    <a:pt x="58" y="347"/>
                    <a:pt x="54" y="337"/>
                    <a:pt x="51" y="327"/>
                  </a:cubicBezTo>
                  <a:cubicBezTo>
                    <a:pt x="56" y="325"/>
                    <a:pt x="65" y="320"/>
                    <a:pt x="73" y="310"/>
                  </a:cubicBezTo>
                  <a:cubicBezTo>
                    <a:pt x="82" y="298"/>
                    <a:pt x="79" y="281"/>
                    <a:pt x="79" y="281"/>
                  </a:cubicBezTo>
                  <a:cubicBezTo>
                    <a:pt x="79" y="281"/>
                    <a:pt x="60" y="287"/>
                    <a:pt x="53" y="300"/>
                  </a:cubicBezTo>
                  <a:cubicBezTo>
                    <a:pt x="50" y="305"/>
                    <a:pt x="49" y="312"/>
                    <a:pt x="49" y="318"/>
                  </a:cubicBezTo>
                  <a:cubicBezTo>
                    <a:pt x="46" y="308"/>
                    <a:pt x="44" y="298"/>
                    <a:pt x="43" y="287"/>
                  </a:cubicBezTo>
                  <a:cubicBezTo>
                    <a:pt x="48" y="286"/>
                    <a:pt x="58" y="283"/>
                    <a:pt x="67" y="274"/>
                  </a:cubicBezTo>
                  <a:cubicBezTo>
                    <a:pt x="78" y="264"/>
                    <a:pt x="78" y="247"/>
                    <a:pt x="78" y="247"/>
                  </a:cubicBezTo>
                  <a:cubicBezTo>
                    <a:pt x="78" y="247"/>
                    <a:pt x="58" y="249"/>
                    <a:pt x="49" y="261"/>
                  </a:cubicBezTo>
                  <a:cubicBezTo>
                    <a:pt x="46" y="265"/>
                    <a:pt x="44" y="272"/>
                    <a:pt x="42" y="278"/>
                  </a:cubicBezTo>
                  <a:cubicBezTo>
                    <a:pt x="41" y="267"/>
                    <a:pt x="41" y="256"/>
                    <a:pt x="42" y="245"/>
                  </a:cubicBezTo>
                  <a:cubicBezTo>
                    <a:pt x="46" y="245"/>
                    <a:pt x="57" y="243"/>
                    <a:pt x="68" y="236"/>
                  </a:cubicBezTo>
                  <a:cubicBezTo>
                    <a:pt x="80" y="229"/>
                    <a:pt x="82" y="212"/>
                    <a:pt x="82" y="212"/>
                  </a:cubicBezTo>
                  <a:cubicBezTo>
                    <a:pt x="82" y="212"/>
                    <a:pt x="63" y="211"/>
                    <a:pt x="53" y="221"/>
                  </a:cubicBezTo>
                  <a:cubicBezTo>
                    <a:pt x="48" y="225"/>
                    <a:pt x="45" y="232"/>
                    <a:pt x="42" y="237"/>
                  </a:cubicBezTo>
                  <a:cubicBezTo>
                    <a:pt x="44" y="226"/>
                    <a:pt x="46" y="214"/>
                    <a:pt x="49" y="203"/>
                  </a:cubicBezTo>
                  <a:cubicBezTo>
                    <a:pt x="53" y="203"/>
                    <a:pt x="63" y="204"/>
                    <a:pt x="75" y="199"/>
                  </a:cubicBezTo>
                  <a:cubicBezTo>
                    <a:pt x="88" y="194"/>
                    <a:pt x="93" y="178"/>
                    <a:pt x="93" y="178"/>
                  </a:cubicBezTo>
                  <a:cubicBezTo>
                    <a:pt x="93" y="178"/>
                    <a:pt x="75" y="174"/>
                    <a:pt x="63" y="181"/>
                  </a:cubicBezTo>
                  <a:cubicBezTo>
                    <a:pt x="58" y="184"/>
                    <a:pt x="54" y="190"/>
                    <a:pt x="51" y="195"/>
                  </a:cubicBezTo>
                  <a:cubicBezTo>
                    <a:pt x="54" y="184"/>
                    <a:pt x="58" y="173"/>
                    <a:pt x="63" y="163"/>
                  </a:cubicBezTo>
                  <a:cubicBezTo>
                    <a:pt x="67" y="164"/>
                    <a:pt x="77" y="166"/>
                    <a:pt x="89" y="164"/>
                  </a:cubicBezTo>
                  <a:cubicBezTo>
                    <a:pt x="102" y="161"/>
                    <a:pt x="110" y="146"/>
                    <a:pt x="110" y="146"/>
                  </a:cubicBezTo>
                  <a:cubicBezTo>
                    <a:pt x="110" y="146"/>
                    <a:pt x="93" y="140"/>
                    <a:pt x="80" y="145"/>
                  </a:cubicBezTo>
                  <a:cubicBezTo>
                    <a:pt x="75" y="147"/>
                    <a:pt x="70" y="152"/>
                    <a:pt x="66" y="156"/>
                  </a:cubicBezTo>
                  <a:cubicBezTo>
                    <a:pt x="71" y="145"/>
                    <a:pt x="77" y="135"/>
                    <a:pt x="83" y="126"/>
                  </a:cubicBezTo>
                  <a:cubicBezTo>
                    <a:pt x="87" y="128"/>
                    <a:pt x="96" y="132"/>
                    <a:pt x="109" y="131"/>
                  </a:cubicBezTo>
                  <a:cubicBezTo>
                    <a:pt x="122" y="131"/>
                    <a:pt x="132" y="118"/>
                    <a:pt x="132" y="118"/>
                  </a:cubicBezTo>
                  <a:cubicBezTo>
                    <a:pt x="132" y="118"/>
                    <a:pt x="117" y="109"/>
                    <a:pt x="104" y="112"/>
                  </a:cubicBezTo>
                  <a:cubicBezTo>
                    <a:pt x="98" y="113"/>
                    <a:pt x="91" y="118"/>
                    <a:pt x="87" y="121"/>
                  </a:cubicBezTo>
                  <a:cubicBezTo>
                    <a:pt x="94" y="111"/>
                    <a:pt x="102" y="102"/>
                    <a:pt x="110" y="94"/>
                  </a:cubicBezTo>
                  <a:cubicBezTo>
                    <a:pt x="113" y="96"/>
                    <a:pt x="121" y="102"/>
                    <a:pt x="134" y="104"/>
                  </a:cubicBezTo>
                  <a:cubicBezTo>
                    <a:pt x="147" y="105"/>
                    <a:pt x="159" y="95"/>
                    <a:pt x="159" y="95"/>
                  </a:cubicBezTo>
                  <a:cubicBezTo>
                    <a:pt x="159" y="95"/>
                    <a:pt x="146" y="83"/>
                    <a:pt x="133" y="84"/>
                  </a:cubicBezTo>
                  <a:cubicBezTo>
                    <a:pt x="126" y="84"/>
                    <a:pt x="118" y="88"/>
                    <a:pt x="113" y="91"/>
                  </a:cubicBezTo>
                  <a:cubicBezTo>
                    <a:pt x="117" y="86"/>
                    <a:pt x="122" y="82"/>
                    <a:pt x="127" y="79"/>
                  </a:cubicBezTo>
                  <a:cubicBezTo>
                    <a:pt x="132" y="74"/>
                    <a:pt x="137" y="71"/>
                    <a:pt x="142" y="67"/>
                  </a:cubicBezTo>
                  <a:cubicBezTo>
                    <a:pt x="144" y="70"/>
                    <a:pt x="151" y="77"/>
                    <a:pt x="164" y="81"/>
                  </a:cubicBezTo>
                  <a:cubicBezTo>
                    <a:pt x="176" y="84"/>
                    <a:pt x="189" y="76"/>
                    <a:pt x="189" y="76"/>
                  </a:cubicBezTo>
                  <a:cubicBezTo>
                    <a:pt x="189" y="76"/>
                    <a:pt x="178" y="63"/>
                    <a:pt x="165" y="61"/>
                  </a:cubicBezTo>
                  <a:cubicBezTo>
                    <a:pt x="159" y="60"/>
                    <a:pt x="151" y="63"/>
                    <a:pt x="146" y="64"/>
                  </a:cubicBezTo>
                  <a:cubicBezTo>
                    <a:pt x="157" y="57"/>
                    <a:pt x="168" y="51"/>
                    <a:pt x="177" y="46"/>
                  </a:cubicBezTo>
                  <a:cubicBezTo>
                    <a:pt x="179" y="49"/>
                    <a:pt x="184" y="57"/>
                    <a:pt x="196" y="63"/>
                  </a:cubicBezTo>
                  <a:cubicBezTo>
                    <a:pt x="207" y="69"/>
                    <a:pt x="221" y="64"/>
                    <a:pt x="221" y="64"/>
                  </a:cubicBezTo>
                  <a:cubicBezTo>
                    <a:pt x="221" y="64"/>
                    <a:pt x="213" y="49"/>
                    <a:pt x="201" y="45"/>
                  </a:cubicBezTo>
                  <a:cubicBezTo>
                    <a:pt x="195" y="43"/>
                    <a:pt x="185" y="44"/>
                    <a:pt x="180" y="45"/>
                  </a:cubicBezTo>
                  <a:cubicBezTo>
                    <a:pt x="188" y="41"/>
                    <a:pt x="196" y="38"/>
                    <a:pt x="202" y="36"/>
                  </a:cubicBezTo>
                  <a:cubicBezTo>
                    <a:pt x="204" y="37"/>
                    <a:pt x="213" y="41"/>
                    <a:pt x="220" y="38"/>
                  </a:cubicBezTo>
                  <a:cubicBezTo>
                    <a:pt x="232" y="34"/>
                    <a:pt x="238" y="27"/>
                    <a:pt x="238" y="27"/>
                  </a:cubicBezTo>
                  <a:cubicBezTo>
                    <a:pt x="238" y="27"/>
                    <a:pt x="226" y="22"/>
                    <a:pt x="219" y="23"/>
                  </a:cubicBezTo>
                  <a:cubicBezTo>
                    <a:pt x="210" y="25"/>
                    <a:pt x="203" y="33"/>
                    <a:pt x="201" y="35"/>
                  </a:cubicBezTo>
                  <a:cubicBezTo>
                    <a:pt x="196" y="37"/>
                    <a:pt x="190" y="39"/>
                    <a:pt x="184" y="42"/>
                  </a:cubicBezTo>
                  <a:cubicBezTo>
                    <a:pt x="188" y="39"/>
                    <a:pt x="196" y="33"/>
                    <a:pt x="199" y="27"/>
                  </a:cubicBezTo>
                  <a:cubicBezTo>
                    <a:pt x="205" y="16"/>
                    <a:pt x="200" y="0"/>
                    <a:pt x="200" y="0"/>
                  </a:cubicBezTo>
                  <a:cubicBezTo>
                    <a:pt x="200" y="0"/>
                    <a:pt x="186" y="5"/>
                    <a:pt x="182" y="17"/>
                  </a:cubicBezTo>
                  <a:cubicBezTo>
                    <a:pt x="178" y="30"/>
                    <a:pt x="180" y="40"/>
                    <a:pt x="181" y="43"/>
                  </a:cubicBezTo>
                  <a:cubicBezTo>
                    <a:pt x="171" y="47"/>
                    <a:pt x="160" y="53"/>
                    <a:pt x="148" y="60"/>
                  </a:cubicBezTo>
                  <a:cubicBezTo>
                    <a:pt x="152" y="56"/>
                    <a:pt x="158" y="50"/>
                    <a:pt x="160" y="44"/>
                  </a:cubicBezTo>
                  <a:cubicBezTo>
                    <a:pt x="164" y="31"/>
                    <a:pt x="156" y="16"/>
                    <a:pt x="156" y="16"/>
                  </a:cubicBezTo>
                  <a:cubicBezTo>
                    <a:pt x="156" y="16"/>
                    <a:pt x="143" y="24"/>
                    <a:pt x="142" y="37"/>
                  </a:cubicBezTo>
                  <a:cubicBezTo>
                    <a:pt x="140" y="50"/>
                    <a:pt x="143" y="60"/>
                    <a:pt x="144" y="63"/>
                  </a:cubicBezTo>
                  <a:cubicBezTo>
                    <a:pt x="138" y="67"/>
                    <a:pt x="132" y="71"/>
                    <a:pt x="125" y="77"/>
                  </a:cubicBezTo>
                  <a:cubicBezTo>
                    <a:pt x="122" y="79"/>
                    <a:pt x="119" y="81"/>
                    <a:pt x="116" y="84"/>
                  </a:cubicBezTo>
                  <a:cubicBezTo>
                    <a:pt x="119" y="79"/>
                    <a:pt x="123" y="72"/>
                    <a:pt x="124" y="67"/>
                  </a:cubicBezTo>
                  <a:cubicBezTo>
                    <a:pt x="126" y="54"/>
                    <a:pt x="115" y="40"/>
                    <a:pt x="115" y="40"/>
                  </a:cubicBezTo>
                  <a:cubicBezTo>
                    <a:pt x="115" y="40"/>
                    <a:pt x="104" y="50"/>
                    <a:pt x="104" y="63"/>
                  </a:cubicBezTo>
                  <a:cubicBezTo>
                    <a:pt x="105" y="76"/>
                    <a:pt x="109" y="85"/>
                    <a:pt x="111" y="88"/>
                  </a:cubicBezTo>
                  <a:cubicBezTo>
                    <a:pt x="103" y="96"/>
                    <a:pt x="95" y="104"/>
                    <a:pt x="88" y="114"/>
                  </a:cubicBezTo>
                  <a:cubicBezTo>
                    <a:pt x="90" y="109"/>
                    <a:pt x="93" y="102"/>
                    <a:pt x="92" y="97"/>
                  </a:cubicBezTo>
                  <a:cubicBezTo>
                    <a:pt x="92" y="83"/>
                    <a:pt x="79" y="70"/>
                    <a:pt x="79" y="70"/>
                  </a:cubicBezTo>
                  <a:cubicBezTo>
                    <a:pt x="79" y="70"/>
                    <a:pt x="69" y="83"/>
                    <a:pt x="72" y="96"/>
                  </a:cubicBezTo>
                  <a:cubicBezTo>
                    <a:pt x="74" y="109"/>
                    <a:pt x="81" y="117"/>
                    <a:pt x="83" y="120"/>
                  </a:cubicBezTo>
                  <a:cubicBezTo>
                    <a:pt x="77" y="129"/>
                    <a:pt x="70" y="140"/>
                    <a:pt x="65" y="150"/>
                  </a:cubicBezTo>
                  <a:cubicBezTo>
                    <a:pt x="66" y="145"/>
                    <a:pt x="67" y="137"/>
                    <a:pt x="66" y="132"/>
                  </a:cubicBezTo>
                  <a:cubicBezTo>
                    <a:pt x="63" y="118"/>
                    <a:pt x="48" y="108"/>
                    <a:pt x="48" y="108"/>
                  </a:cubicBezTo>
                  <a:cubicBezTo>
                    <a:pt x="48" y="108"/>
                    <a:pt x="41" y="122"/>
                    <a:pt x="45" y="135"/>
                  </a:cubicBezTo>
                  <a:cubicBezTo>
                    <a:pt x="50" y="147"/>
                    <a:pt x="58" y="154"/>
                    <a:pt x="61" y="157"/>
                  </a:cubicBezTo>
                  <a:cubicBezTo>
                    <a:pt x="56" y="167"/>
                    <a:pt x="52" y="178"/>
                    <a:pt x="48" y="189"/>
                  </a:cubicBezTo>
                  <a:cubicBezTo>
                    <a:pt x="49" y="183"/>
                    <a:pt x="48" y="176"/>
                    <a:pt x="46" y="171"/>
                  </a:cubicBezTo>
                  <a:cubicBezTo>
                    <a:pt x="41" y="158"/>
                    <a:pt x="24" y="150"/>
                    <a:pt x="24" y="150"/>
                  </a:cubicBezTo>
                  <a:cubicBezTo>
                    <a:pt x="24" y="150"/>
                    <a:pt x="19" y="166"/>
                    <a:pt x="26" y="178"/>
                  </a:cubicBezTo>
                  <a:cubicBezTo>
                    <a:pt x="33" y="189"/>
                    <a:pt x="42" y="195"/>
                    <a:pt x="46" y="197"/>
                  </a:cubicBezTo>
                  <a:cubicBezTo>
                    <a:pt x="43" y="207"/>
                    <a:pt x="40" y="218"/>
                    <a:pt x="39" y="228"/>
                  </a:cubicBezTo>
                  <a:cubicBezTo>
                    <a:pt x="38" y="223"/>
                    <a:pt x="37" y="217"/>
                    <a:pt x="34" y="213"/>
                  </a:cubicBezTo>
                  <a:cubicBezTo>
                    <a:pt x="26" y="201"/>
                    <a:pt x="8" y="196"/>
                    <a:pt x="8" y="196"/>
                  </a:cubicBezTo>
                  <a:cubicBezTo>
                    <a:pt x="8" y="196"/>
                    <a:pt x="6" y="213"/>
                    <a:pt x="15" y="224"/>
                  </a:cubicBezTo>
                  <a:cubicBezTo>
                    <a:pt x="24" y="233"/>
                    <a:pt x="33" y="238"/>
                    <a:pt x="37" y="239"/>
                  </a:cubicBezTo>
                  <a:cubicBezTo>
                    <a:pt x="36" y="250"/>
                    <a:pt x="36" y="260"/>
                    <a:pt x="37" y="271"/>
                  </a:cubicBezTo>
                  <a:cubicBezTo>
                    <a:pt x="35" y="266"/>
                    <a:pt x="32" y="260"/>
                    <a:pt x="29" y="256"/>
                  </a:cubicBezTo>
                  <a:cubicBezTo>
                    <a:pt x="19" y="245"/>
                    <a:pt x="0" y="244"/>
                    <a:pt x="0" y="244"/>
                  </a:cubicBezTo>
                  <a:cubicBezTo>
                    <a:pt x="0" y="244"/>
                    <a:pt x="1" y="261"/>
                    <a:pt x="12" y="270"/>
                  </a:cubicBezTo>
                  <a:cubicBezTo>
                    <a:pt x="22" y="279"/>
                    <a:pt x="33" y="281"/>
                    <a:pt x="37" y="282"/>
                  </a:cubicBezTo>
                  <a:cubicBezTo>
                    <a:pt x="38" y="292"/>
                    <a:pt x="39" y="302"/>
                    <a:pt x="41" y="312"/>
                  </a:cubicBezTo>
                  <a:cubicBezTo>
                    <a:pt x="39" y="307"/>
                    <a:pt x="35" y="302"/>
                    <a:pt x="32" y="299"/>
                  </a:cubicBezTo>
                  <a:cubicBezTo>
                    <a:pt x="20" y="290"/>
                    <a:pt x="0" y="292"/>
                    <a:pt x="0" y="292"/>
                  </a:cubicBezTo>
                  <a:cubicBezTo>
                    <a:pt x="0" y="292"/>
                    <a:pt x="4" y="309"/>
                    <a:pt x="17" y="316"/>
                  </a:cubicBezTo>
                  <a:cubicBezTo>
                    <a:pt x="28" y="323"/>
                    <a:pt x="39" y="323"/>
                    <a:pt x="44" y="323"/>
                  </a:cubicBezTo>
                  <a:cubicBezTo>
                    <a:pt x="47" y="333"/>
                    <a:pt x="50" y="343"/>
                    <a:pt x="54" y="352"/>
                  </a:cubicBezTo>
                  <a:cubicBezTo>
                    <a:pt x="50" y="348"/>
                    <a:pt x="46" y="343"/>
                    <a:pt x="41" y="341"/>
                  </a:cubicBezTo>
                  <a:cubicBezTo>
                    <a:pt x="28" y="334"/>
                    <a:pt x="8" y="339"/>
                    <a:pt x="8" y="339"/>
                  </a:cubicBezTo>
                  <a:cubicBezTo>
                    <a:pt x="8" y="339"/>
                    <a:pt x="15" y="356"/>
                    <a:pt x="30" y="361"/>
                  </a:cubicBezTo>
                  <a:cubicBezTo>
                    <a:pt x="42" y="365"/>
                    <a:pt x="54" y="364"/>
                    <a:pt x="58" y="363"/>
                  </a:cubicBezTo>
                  <a:cubicBezTo>
                    <a:pt x="63" y="372"/>
                    <a:pt x="68" y="381"/>
                    <a:pt x="73" y="390"/>
                  </a:cubicBezTo>
                  <a:cubicBezTo>
                    <a:pt x="68" y="386"/>
                    <a:pt x="63" y="382"/>
                    <a:pt x="58" y="380"/>
                  </a:cubicBezTo>
                  <a:cubicBezTo>
                    <a:pt x="43" y="375"/>
                    <a:pt x="25" y="384"/>
                    <a:pt x="25" y="384"/>
                  </a:cubicBezTo>
                  <a:cubicBezTo>
                    <a:pt x="25" y="384"/>
                    <a:pt x="35" y="400"/>
                    <a:pt x="50" y="402"/>
                  </a:cubicBezTo>
                  <a:cubicBezTo>
                    <a:pt x="64" y="404"/>
                    <a:pt x="75" y="401"/>
                    <a:pt x="79" y="400"/>
                  </a:cubicBezTo>
                  <a:cubicBezTo>
                    <a:pt x="85" y="408"/>
                    <a:pt x="91" y="415"/>
                    <a:pt x="97" y="423"/>
                  </a:cubicBezTo>
                  <a:cubicBezTo>
                    <a:pt x="92" y="420"/>
                    <a:pt x="87" y="417"/>
                    <a:pt x="82" y="417"/>
                  </a:cubicBezTo>
                  <a:cubicBezTo>
                    <a:pt x="66" y="414"/>
                    <a:pt x="49" y="427"/>
                    <a:pt x="49" y="427"/>
                  </a:cubicBezTo>
                  <a:cubicBezTo>
                    <a:pt x="49" y="427"/>
                    <a:pt x="62" y="441"/>
                    <a:pt x="78" y="440"/>
                  </a:cubicBezTo>
                  <a:cubicBezTo>
                    <a:pt x="91" y="440"/>
                    <a:pt x="101" y="435"/>
                    <a:pt x="106" y="433"/>
                  </a:cubicBezTo>
                  <a:cubicBezTo>
                    <a:pt x="113" y="439"/>
                    <a:pt x="120" y="446"/>
                    <a:pt x="127" y="451"/>
                  </a:cubicBezTo>
                  <a:cubicBezTo>
                    <a:pt x="122" y="450"/>
                    <a:pt x="116" y="448"/>
                    <a:pt x="112" y="448"/>
                  </a:cubicBezTo>
                  <a:cubicBezTo>
                    <a:pt x="96" y="449"/>
                    <a:pt x="81" y="464"/>
                    <a:pt x="81" y="464"/>
                  </a:cubicBezTo>
                  <a:cubicBezTo>
                    <a:pt x="81" y="464"/>
                    <a:pt x="96" y="476"/>
                    <a:pt x="112" y="473"/>
                  </a:cubicBezTo>
                  <a:cubicBezTo>
                    <a:pt x="125" y="470"/>
                    <a:pt x="134" y="464"/>
                    <a:pt x="139" y="460"/>
                  </a:cubicBezTo>
                  <a:cubicBezTo>
                    <a:pt x="144" y="464"/>
                    <a:pt x="149" y="467"/>
                    <a:pt x="154" y="470"/>
                  </a:cubicBezTo>
                  <a:cubicBezTo>
                    <a:pt x="157" y="471"/>
                    <a:pt x="160" y="473"/>
                    <a:pt x="163" y="475"/>
                  </a:cubicBezTo>
                  <a:cubicBezTo>
                    <a:pt x="157" y="474"/>
                    <a:pt x="151" y="473"/>
                    <a:pt x="147" y="474"/>
                  </a:cubicBezTo>
                  <a:cubicBezTo>
                    <a:pt x="131" y="478"/>
                    <a:pt x="118" y="496"/>
                    <a:pt x="118" y="496"/>
                  </a:cubicBezTo>
                  <a:cubicBezTo>
                    <a:pt x="118" y="496"/>
                    <a:pt x="136" y="505"/>
                    <a:pt x="151" y="499"/>
                  </a:cubicBezTo>
                  <a:cubicBezTo>
                    <a:pt x="164" y="494"/>
                    <a:pt x="172" y="486"/>
                    <a:pt x="176" y="482"/>
                  </a:cubicBezTo>
                  <a:cubicBezTo>
                    <a:pt x="185" y="486"/>
                    <a:pt x="194" y="489"/>
                    <a:pt x="202" y="492"/>
                  </a:cubicBezTo>
                  <a:cubicBezTo>
                    <a:pt x="196" y="492"/>
                    <a:pt x="190" y="492"/>
                    <a:pt x="186" y="494"/>
                  </a:cubicBezTo>
                  <a:cubicBezTo>
                    <a:pt x="170" y="501"/>
                    <a:pt x="161" y="521"/>
                    <a:pt x="161" y="521"/>
                  </a:cubicBezTo>
                  <a:cubicBezTo>
                    <a:pt x="161" y="521"/>
                    <a:pt x="180" y="527"/>
                    <a:pt x="194" y="518"/>
                  </a:cubicBezTo>
                  <a:cubicBezTo>
                    <a:pt x="206" y="511"/>
                    <a:pt x="213" y="501"/>
                    <a:pt x="216" y="496"/>
                  </a:cubicBezTo>
                  <a:cubicBezTo>
                    <a:pt x="239" y="502"/>
                    <a:pt x="253" y="503"/>
                    <a:pt x="253" y="503"/>
                  </a:cubicBezTo>
                  <a:cubicBezTo>
                    <a:pt x="253" y="499"/>
                    <a:pt x="253" y="499"/>
                    <a:pt x="253" y="499"/>
                  </a:cubicBezTo>
                  <a:cubicBezTo>
                    <a:pt x="253" y="495"/>
                    <a:pt x="253" y="495"/>
                    <a:pt x="253" y="495"/>
                  </a:cubicBezTo>
                  <a:cubicBezTo>
                    <a:pt x="253" y="495"/>
                    <a:pt x="243" y="494"/>
                    <a:pt x="224" y="490"/>
                  </a:cubicBezTo>
                  <a:close/>
                  <a:moveTo>
                    <a:pt x="538" y="316"/>
                  </a:moveTo>
                  <a:cubicBezTo>
                    <a:pt x="551" y="309"/>
                    <a:pt x="555" y="292"/>
                    <a:pt x="555" y="292"/>
                  </a:cubicBezTo>
                  <a:cubicBezTo>
                    <a:pt x="555" y="292"/>
                    <a:pt x="535" y="290"/>
                    <a:pt x="523" y="299"/>
                  </a:cubicBezTo>
                  <a:cubicBezTo>
                    <a:pt x="519" y="302"/>
                    <a:pt x="516" y="307"/>
                    <a:pt x="513" y="312"/>
                  </a:cubicBezTo>
                  <a:cubicBezTo>
                    <a:pt x="515" y="302"/>
                    <a:pt x="517" y="292"/>
                    <a:pt x="517" y="282"/>
                  </a:cubicBezTo>
                  <a:cubicBezTo>
                    <a:pt x="522" y="281"/>
                    <a:pt x="532" y="279"/>
                    <a:pt x="543" y="270"/>
                  </a:cubicBezTo>
                  <a:cubicBezTo>
                    <a:pt x="554" y="261"/>
                    <a:pt x="555" y="244"/>
                    <a:pt x="555" y="244"/>
                  </a:cubicBezTo>
                  <a:cubicBezTo>
                    <a:pt x="555" y="244"/>
                    <a:pt x="535" y="245"/>
                    <a:pt x="526" y="256"/>
                  </a:cubicBezTo>
                  <a:cubicBezTo>
                    <a:pt x="522" y="260"/>
                    <a:pt x="520" y="266"/>
                    <a:pt x="518" y="271"/>
                  </a:cubicBezTo>
                  <a:cubicBezTo>
                    <a:pt x="519" y="260"/>
                    <a:pt x="518" y="250"/>
                    <a:pt x="517" y="239"/>
                  </a:cubicBezTo>
                  <a:cubicBezTo>
                    <a:pt x="522" y="238"/>
                    <a:pt x="531" y="233"/>
                    <a:pt x="540" y="224"/>
                  </a:cubicBezTo>
                  <a:cubicBezTo>
                    <a:pt x="549" y="213"/>
                    <a:pt x="547" y="196"/>
                    <a:pt x="547" y="196"/>
                  </a:cubicBezTo>
                  <a:cubicBezTo>
                    <a:pt x="547" y="196"/>
                    <a:pt x="528" y="201"/>
                    <a:pt x="521" y="213"/>
                  </a:cubicBezTo>
                  <a:cubicBezTo>
                    <a:pt x="518" y="217"/>
                    <a:pt x="517" y="223"/>
                    <a:pt x="516" y="228"/>
                  </a:cubicBezTo>
                  <a:cubicBezTo>
                    <a:pt x="514" y="218"/>
                    <a:pt x="512" y="207"/>
                    <a:pt x="509" y="197"/>
                  </a:cubicBezTo>
                  <a:cubicBezTo>
                    <a:pt x="513" y="195"/>
                    <a:pt x="522" y="189"/>
                    <a:pt x="528" y="178"/>
                  </a:cubicBezTo>
                  <a:cubicBezTo>
                    <a:pt x="536" y="166"/>
                    <a:pt x="531" y="150"/>
                    <a:pt x="531" y="150"/>
                  </a:cubicBezTo>
                  <a:cubicBezTo>
                    <a:pt x="531" y="150"/>
                    <a:pt x="514" y="158"/>
                    <a:pt x="508" y="171"/>
                  </a:cubicBezTo>
                  <a:cubicBezTo>
                    <a:pt x="506" y="176"/>
                    <a:pt x="506" y="183"/>
                    <a:pt x="506" y="189"/>
                  </a:cubicBezTo>
                  <a:cubicBezTo>
                    <a:pt x="503" y="178"/>
                    <a:pt x="498" y="167"/>
                    <a:pt x="493" y="157"/>
                  </a:cubicBezTo>
                  <a:cubicBezTo>
                    <a:pt x="496" y="154"/>
                    <a:pt x="504" y="147"/>
                    <a:pt x="509" y="135"/>
                  </a:cubicBezTo>
                  <a:cubicBezTo>
                    <a:pt x="514" y="122"/>
                    <a:pt x="507" y="108"/>
                    <a:pt x="507" y="108"/>
                  </a:cubicBezTo>
                  <a:cubicBezTo>
                    <a:pt x="507" y="108"/>
                    <a:pt x="492" y="118"/>
                    <a:pt x="489" y="132"/>
                  </a:cubicBezTo>
                  <a:cubicBezTo>
                    <a:pt x="487" y="137"/>
                    <a:pt x="489" y="145"/>
                    <a:pt x="490" y="150"/>
                  </a:cubicBezTo>
                  <a:cubicBezTo>
                    <a:pt x="484" y="140"/>
                    <a:pt x="478" y="129"/>
                    <a:pt x="471" y="120"/>
                  </a:cubicBezTo>
                  <a:cubicBezTo>
                    <a:pt x="474" y="117"/>
                    <a:pt x="480" y="109"/>
                    <a:pt x="483" y="96"/>
                  </a:cubicBezTo>
                  <a:cubicBezTo>
                    <a:pt x="485" y="83"/>
                    <a:pt x="476" y="70"/>
                    <a:pt x="476" y="70"/>
                  </a:cubicBezTo>
                  <a:cubicBezTo>
                    <a:pt x="476" y="70"/>
                    <a:pt x="463" y="83"/>
                    <a:pt x="462" y="97"/>
                  </a:cubicBezTo>
                  <a:cubicBezTo>
                    <a:pt x="462" y="102"/>
                    <a:pt x="465" y="109"/>
                    <a:pt x="467" y="114"/>
                  </a:cubicBezTo>
                  <a:cubicBezTo>
                    <a:pt x="459" y="104"/>
                    <a:pt x="451" y="96"/>
                    <a:pt x="443" y="88"/>
                  </a:cubicBezTo>
                  <a:cubicBezTo>
                    <a:pt x="445" y="85"/>
                    <a:pt x="450" y="76"/>
                    <a:pt x="450" y="63"/>
                  </a:cubicBezTo>
                  <a:cubicBezTo>
                    <a:pt x="451" y="50"/>
                    <a:pt x="439" y="40"/>
                    <a:pt x="439" y="40"/>
                  </a:cubicBezTo>
                  <a:cubicBezTo>
                    <a:pt x="439" y="40"/>
                    <a:pt x="429" y="54"/>
                    <a:pt x="431" y="67"/>
                  </a:cubicBezTo>
                  <a:cubicBezTo>
                    <a:pt x="431" y="72"/>
                    <a:pt x="435" y="79"/>
                    <a:pt x="438" y="84"/>
                  </a:cubicBezTo>
                  <a:cubicBezTo>
                    <a:pt x="436" y="81"/>
                    <a:pt x="433" y="79"/>
                    <a:pt x="430" y="77"/>
                  </a:cubicBezTo>
                  <a:cubicBezTo>
                    <a:pt x="423" y="71"/>
                    <a:pt x="417" y="67"/>
                    <a:pt x="410" y="63"/>
                  </a:cubicBezTo>
                  <a:cubicBezTo>
                    <a:pt x="411" y="60"/>
                    <a:pt x="415" y="50"/>
                    <a:pt x="413" y="37"/>
                  </a:cubicBezTo>
                  <a:cubicBezTo>
                    <a:pt x="411" y="24"/>
                    <a:pt x="398" y="16"/>
                    <a:pt x="398" y="16"/>
                  </a:cubicBezTo>
                  <a:cubicBezTo>
                    <a:pt x="398" y="16"/>
                    <a:pt x="391" y="31"/>
                    <a:pt x="395" y="44"/>
                  </a:cubicBezTo>
                  <a:cubicBezTo>
                    <a:pt x="397" y="50"/>
                    <a:pt x="403" y="56"/>
                    <a:pt x="407" y="60"/>
                  </a:cubicBezTo>
                  <a:cubicBezTo>
                    <a:pt x="395" y="53"/>
                    <a:pt x="384" y="47"/>
                    <a:pt x="374" y="43"/>
                  </a:cubicBezTo>
                  <a:cubicBezTo>
                    <a:pt x="375" y="40"/>
                    <a:pt x="377" y="30"/>
                    <a:pt x="372" y="17"/>
                  </a:cubicBezTo>
                  <a:cubicBezTo>
                    <a:pt x="368" y="5"/>
                    <a:pt x="354" y="0"/>
                    <a:pt x="354" y="0"/>
                  </a:cubicBezTo>
                  <a:cubicBezTo>
                    <a:pt x="354" y="0"/>
                    <a:pt x="350" y="16"/>
                    <a:pt x="356" y="27"/>
                  </a:cubicBezTo>
                  <a:cubicBezTo>
                    <a:pt x="359" y="33"/>
                    <a:pt x="367" y="39"/>
                    <a:pt x="371" y="42"/>
                  </a:cubicBezTo>
                  <a:cubicBezTo>
                    <a:pt x="364" y="39"/>
                    <a:pt x="358" y="37"/>
                    <a:pt x="354" y="35"/>
                  </a:cubicBezTo>
                  <a:cubicBezTo>
                    <a:pt x="352" y="33"/>
                    <a:pt x="345" y="25"/>
                    <a:pt x="336" y="23"/>
                  </a:cubicBezTo>
                  <a:cubicBezTo>
                    <a:pt x="329" y="22"/>
                    <a:pt x="317" y="27"/>
                    <a:pt x="317" y="27"/>
                  </a:cubicBezTo>
                  <a:cubicBezTo>
                    <a:pt x="317" y="27"/>
                    <a:pt x="323" y="34"/>
                    <a:pt x="334" y="38"/>
                  </a:cubicBezTo>
                  <a:cubicBezTo>
                    <a:pt x="342" y="41"/>
                    <a:pt x="350" y="37"/>
                    <a:pt x="353" y="36"/>
                  </a:cubicBezTo>
                  <a:cubicBezTo>
                    <a:pt x="359" y="38"/>
                    <a:pt x="366" y="41"/>
                    <a:pt x="375" y="45"/>
                  </a:cubicBezTo>
                  <a:cubicBezTo>
                    <a:pt x="370" y="44"/>
                    <a:pt x="360" y="43"/>
                    <a:pt x="354" y="45"/>
                  </a:cubicBezTo>
                  <a:cubicBezTo>
                    <a:pt x="341" y="49"/>
                    <a:pt x="333" y="64"/>
                    <a:pt x="333" y="64"/>
                  </a:cubicBezTo>
                  <a:cubicBezTo>
                    <a:pt x="333" y="64"/>
                    <a:pt x="348" y="69"/>
                    <a:pt x="359" y="63"/>
                  </a:cubicBezTo>
                  <a:cubicBezTo>
                    <a:pt x="370" y="57"/>
                    <a:pt x="376" y="49"/>
                    <a:pt x="378" y="46"/>
                  </a:cubicBezTo>
                  <a:cubicBezTo>
                    <a:pt x="387" y="51"/>
                    <a:pt x="398" y="57"/>
                    <a:pt x="409" y="64"/>
                  </a:cubicBezTo>
                  <a:cubicBezTo>
                    <a:pt x="404" y="63"/>
                    <a:pt x="395" y="60"/>
                    <a:pt x="389" y="61"/>
                  </a:cubicBezTo>
                  <a:cubicBezTo>
                    <a:pt x="376" y="63"/>
                    <a:pt x="366" y="76"/>
                    <a:pt x="366" y="76"/>
                  </a:cubicBezTo>
                  <a:cubicBezTo>
                    <a:pt x="366" y="76"/>
                    <a:pt x="379" y="84"/>
                    <a:pt x="391" y="81"/>
                  </a:cubicBezTo>
                  <a:cubicBezTo>
                    <a:pt x="403" y="77"/>
                    <a:pt x="410" y="70"/>
                    <a:pt x="413" y="67"/>
                  </a:cubicBezTo>
                  <a:cubicBezTo>
                    <a:pt x="418" y="71"/>
                    <a:pt x="423" y="74"/>
                    <a:pt x="428" y="79"/>
                  </a:cubicBezTo>
                  <a:cubicBezTo>
                    <a:pt x="433" y="82"/>
                    <a:pt x="437" y="86"/>
                    <a:pt x="442" y="91"/>
                  </a:cubicBezTo>
                  <a:cubicBezTo>
                    <a:pt x="437" y="88"/>
                    <a:pt x="428" y="84"/>
                    <a:pt x="422" y="84"/>
                  </a:cubicBezTo>
                  <a:cubicBezTo>
                    <a:pt x="409" y="83"/>
                    <a:pt x="396" y="95"/>
                    <a:pt x="396" y="95"/>
                  </a:cubicBezTo>
                  <a:cubicBezTo>
                    <a:pt x="396" y="95"/>
                    <a:pt x="408" y="105"/>
                    <a:pt x="420" y="104"/>
                  </a:cubicBezTo>
                  <a:cubicBezTo>
                    <a:pt x="433" y="102"/>
                    <a:pt x="442" y="96"/>
                    <a:pt x="445" y="94"/>
                  </a:cubicBezTo>
                  <a:cubicBezTo>
                    <a:pt x="453" y="102"/>
                    <a:pt x="461" y="111"/>
                    <a:pt x="468" y="121"/>
                  </a:cubicBezTo>
                  <a:cubicBezTo>
                    <a:pt x="463" y="118"/>
                    <a:pt x="456" y="113"/>
                    <a:pt x="451" y="112"/>
                  </a:cubicBezTo>
                  <a:cubicBezTo>
                    <a:pt x="437" y="109"/>
                    <a:pt x="422" y="118"/>
                    <a:pt x="422" y="118"/>
                  </a:cubicBezTo>
                  <a:cubicBezTo>
                    <a:pt x="422" y="118"/>
                    <a:pt x="432" y="131"/>
                    <a:pt x="445" y="131"/>
                  </a:cubicBezTo>
                  <a:cubicBezTo>
                    <a:pt x="458" y="132"/>
                    <a:pt x="468" y="128"/>
                    <a:pt x="471" y="126"/>
                  </a:cubicBezTo>
                  <a:cubicBezTo>
                    <a:pt x="478" y="135"/>
                    <a:pt x="483" y="145"/>
                    <a:pt x="489" y="156"/>
                  </a:cubicBezTo>
                  <a:cubicBezTo>
                    <a:pt x="485" y="152"/>
                    <a:pt x="479" y="147"/>
                    <a:pt x="474" y="145"/>
                  </a:cubicBezTo>
                  <a:cubicBezTo>
                    <a:pt x="461" y="140"/>
                    <a:pt x="444" y="146"/>
                    <a:pt x="444" y="146"/>
                  </a:cubicBezTo>
                  <a:cubicBezTo>
                    <a:pt x="444" y="146"/>
                    <a:pt x="452" y="161"/>
                    <a:pt x="465" y="164"/>
                  </a:cubicBezTo>
                  <a:cubicBezTo>
                    <a:pt x="478" y="166"/>
                    <a:pt x="488" y="164"/>
                    <a:pt x="492" y="163"/>
                  </a:cubicBezTo>
                  <a:cubicBezTo>
                    <a:pt x="497" y="173"/>
                    <a:pt x="501" y="184"/>
                    <a:pt x="504" y="195"/>
                  </a:cubicBezTo>
                  <a:cubicBezTo>
                    <a:pt x="501" y="190"/>
                    <a:pt x="496" y="184"/>
                    <a:pt x="492" y="181"/>
                  </a:cubicBezTo>
                  <a:cubicBezTo>
                    <a:pt x="480" y="174"/>
                    <a:pt x="461" y="178"/>
                    <a:pt x="461" y="178"/>
                  </a:cubicBezTo>
                  <a:cubicBezTo>
                    <a:pt x="461" y="178"/>
                    <a:pt x="467" y="194"/>
                    <a:pt x="479" y="199"/>
                  </a:cubicBezTo>
                  <a:cubicBezTo>
                    <a:pt x="491" y="204"/>
                    <a:pt x="502" y="203"/>
                    <a:pt x="506" y="203"/>
                  </a:cubicBezTo>
                  <a:cubicBezTo>
                    <a:pt x="509" y="214"/>
                    <a:pt x="511" y="226"/>
                    <a:pt x="512" y="237"/>
                  </a:cubicBezTo>
                  <a:cubicBezTo>
                    <a:pt x="510" y="232"/>
                    <a:pt x="506" y="225"/>
                    <a:pt x="502" y="221"/>
                  </a:cubicBezTo>
                  <a:cubicBezTo>
                    <a:pt x="491" y="211"/>
                    <a:pt x="472" y="212"/>
                    <a:pt x="472" y="212"/>
                  </a:cubicBezTo>
                  <a:cubicBezTo>
                    <a:pt x="472" y="212"/>
                    <a:pt x="475" y="229"/>
                    <a:pt x="487" y="236"/>
                  </a:cubicBezTo>
                  <a:cubicBezTo>
                    <a:pt x="498" y="243"/>
                    <a:pt x="508" y="245"/>
                    <a:pt x="513" y="245"/>
                  </a:cubicBezTo>
                  <a:cubicBezTo>
                    <a:pt x="514" y="256"/>
                    <a:pt x="513" y="267"/>
                    <a:pt x="512" y="278"/>
                  </a:cubicBezTo>
                  <a:cubicBezTo>
                    <a:pt x="511" y="272"/>
                    <a:pt x="509" y="265"/>
                    <a:pt x="505" y="261"/>
                  </a:cubicBezTo>
                  <a:cubicBezTo>
                    <a:pt x="496" y="249"/>
                    <a:pt x="477" y="247"/>
                    <a:pt x="477" y="247"/>
                  </a:cubicBezTo>
                  <a:cubicBezTo>
                    <a:pt x="477" y="247"/>
                    <a:pt x="477" y="264"/>
                    <a:pt x="487" y="274"/>
                  </a:cubicBezTo>
                  <a:cubicBezTo>
                    <a:pt x="497" y="283"/>
                    <a:pt x="507" y="286"/>
                    <a:pt x="512" y="287"/>
                  </a:cubicBezTo>
                  <a:cubicBezTo>
                    <a:pt x="511" y="298"/>
                    <a:pt x="509" y="308"/>
                    <a:pt x="506" y="318"/>
                  </a:cubicBezTo>
                  <a:cubicBezTo>
                    <a:pt x="506" y="312"/>
                    <a:pt x="505" y="305"/>
                    <a:pt x="502" y="300"/>
                  </a:cubicBezTo>
                  <a:cubicBezTo>
                    <a:pt x="495" y="287"/>
                    <a:pt x="476" y="281"/>
                    <a:pt x="476" y="281"/>
                  </a:cubicBezTo>
                  <a:cubicBezTo>
                    <a:pt x="476" y="281"/>
                    <a:pt x="473" y="298"/>
                    <a:pt x="482" y="310"/>
                  </a:cubicBezTo>
                  <a:cubicBezTo>
                    <a:pt x="490" y="320"/>
                    <a:pt x="499" y="325"/>
                    <a:pt x="504" y="327"/>
                  </a:cubicBezTo>
                  <a:cubicBezTo>
                    <a:pt x="501" y="337"/>
                    <a:pt x="497" y="347"/>
                    <a:pt x="493" y="356"/>
                  </a:cubicBezTo>
                  <a:cubicBezTo>
                    <a:pt x="493" y="350"/>
                    <a:pt x="494" y="343"/>
                    <a:pt x="492" y="338"/>
                  </a:cubicBezTo>
                  <a:cubicBezTo>
                    <a:pt x="487" y="323"/>
                    <a:pt x="469" y="314"/>
                    <a:pt x="469" y="314"/>
                  </a:cubicBezTo>
                  <a:cubicBezTo>
                    <a:pt x="469" y="314"/>
                    <a:pt x="463" y="331"/>
                    <a:pt x="470" y="344"/>
                  </a:cubicBezTo>
                  <a:cubicBezTo>
                    <a:pt x="476" y="356"/>
                    <a:pt x="484" y="362"/>
                    <a:pt x="488" y="365"/>
                  </a:cubicBezTo>
                  <a:cubicBezTo>
                    <a:pt x="484" y="374"/>
                    <a:pt x="479" y="383"/>
                    <a:pt x="473" y="391"/>
                  </a:cubicBezTo>
                  <a:cubicBezTo>
                    <a:pt x="475" y="385"/>
                    <a:pt x="476" y="379"/>
                    <a:pt x="475" y="374"/>
                  </a:cubicBezTo>
                  <a:cubicBezTo>
                    <a:pt x="473" y="358"/>
                    <a:pt x="457" y="345"/>
                    <a:pt x="457" y="345"/>
                  </a:cubicBezTo>
                  <a:cubicBezTo>
                    <a:pt x="457" y="345"/>
                    <a:pt x="447" y="361"/>
                    <a:pt x="452" y="376"/>
                  </a:cubicBezTo>
                  <a:cubicBezTo>
                    <a:pt x="456" y="388"/>
                    <a:pt x="463" y="397"/>
                    <a:pt x="467" y="401"/>
                  </a:cubicBezTo>
                  <a:cubicBezTo>
                    <a:pt x="461" y="409"/>
                    <a:pt x="454" y="417"/>
                    <a:pt x="447" y="424"/>
                  </a:cubicBezTo>
                  <a:cubicBezTo>
                    <a:pt x="450" y="419"/>
                    <a:pt x="452" y="412"/>
                    <a:pt x="453" y="406"/>
                  </a:cubicBezTo>
                  <a:cubicBezTo>
                    <a:pt x="453" y="390"/>
                    <a:pt x="439" y="375"/>
                    <a:pt x="439" y="375"/>
                  </a:cubicBezTo>
                  <a:cubicBezTo>
                    <a:pt x="439" y="375"/>
                    <a:pt x="427" y="389"/>
                    <a:pt x="429" y="404"/>
                  </a:cubicBezTo>
                  <a:cubicBezTo>
                    <a:pt x="430" y="418"/>
                    <a:pt x="436" y="428"/>
                    <a:pt x="439" y="432"/>
                  </a:cubicBezTo>
                  <a:cubicBezTo>
                    <a:pt x="432" y="439"/>
                    <a:pt x="424" y="446"/>
                    <a:pt x="416" y="452"/>
                  </a:cubicBezTo>
                  <a:cubicBezTo>
                    <a:pt x="419" y="447"/>
                    <a:pt x="423" y="440"/>
                    <a:pt x="425" y="434"/>
                  </a:cubicBezTo>
                  <a:cubicBezTo>
                    <a:pt x="428" y="419"/>
                    <a:pt x="417" y="400"/>
                    <a:pt x="417" y="400"/>
                  </a:cubicBezTo>
                  <a:cubicBezTo>
                    <a:pt x="417" y="400"/>
                    <a:pt x="402" y="412"/>
                    <a:pt x="401" y="428"/>
                  </a:cubicBezTo>
                  <a:cubicBezTo>
                    <a:pt x="400" y="442"/>
                    <a:pt x="404" y="453"/>
                    <a:pt x="407" y="458"/>
                  </a:cubicBezTo>
                  <a:cubicBezTo>
                    <a:pt x="404" y="460"/>
                    <a:pt x="400" y="462"/>
                    <a:pt x="397" y="463"/>
                  </a:cubicBezTo>
                  <a:cubicBezTo>
                    <a:pt x="392" y="467"/>
                    <a:pt x="386" y="469"/>
                    <a:pt x="381" y="472"/>
                  </a:cubicBezTo>
                  <a:cubicBezTo>
                    <a:pt x="385" y="468"/>
                    <a:pt x="390" y="462"/>
                    <a:pt x="392" y="457"/>
                  </a:cubicBezTo>
                  <a:cubicBezTo>
                    <a:pt x="398" y="442"/>
                    <a:pt x="390" y="421"/>
                    <a:pt x="390" y="421"/>
                  </a:cubicBezTo>
                  <a:cubicBezTo>
                    <a:pt x="390" y="421"/>
                    <a:pt x="373" y="431"/>
                    <a:pt x="369" y="447"/>
                  </a:cubicBezTo>
                  <a:cubicBezTo>
                    <a:pt x="366" y="460"/>
                    <a:pt x="368" y="472"/>
                    <a:pt x="370" y="477"/>
                  </a:cubicBezTo>
                  <a:cubicBezTo>
                    <a:pt x="360" y="481"/>
                    <a:pt x="351" y="485"/>
                    <a:pt x="343" y="487"/>
                  </a:cubicBezTo>
                  <a:cubicBezTo>
                    <a:pt x="348" y="483"/>
                    <a:pt x="353" y="479"/>
                    <a:pt x="356" y="474"/>
                  </a:cubicBezTo>
                  <a:cubicBezTo>
                    <a:pt x="365" y="460"/>
                    <a:pt x="360" y="438"/>
                    <a:pt x="360" y="438"/>
                  </a:cubicBezTo>
                  <a:cubicBezTo>
                    <a:pt x="360" y="438"/>
                    <a:pt x="341" y="444"/>
                    <a:pt x="335" y="459"/>
                  </a:cubicBezTo>
                  <a:cubicBezTo>
                    <a:pt x="330" y="473"/>
                    <a:pt x="330" y="484"/>
                    <a:pt x="330" y="490"/>
                  </a:cubicBezTo>
                  <a:cubicBezTo>
                    <a:pt x="312" y="494"/>
                    <a:pt x="301" y="495"/>
                    <a:pt x="301" y="495"/>
                  </a:cubicBezTo>
                  <a:cubicBezTo>
                    <a:pt x="302" y="499"/>
                    <a:pt x="302" y="499"/>
                    <a:pt x="302" y="499"/>
                  </a:cubicBezTo>
                  <a:cubicBezTo>
                    <a:pt x="302" y="503"/>
                    <a:pt x="302" y="503"/>
                    <a:pt x="302" y="503"/>
                  </a:cubicBezTo>
                  <a:cubicBezTo>
                    <a:pt x="302" y="503"/>
                    <a:pt x="316" y="502"/>
                    <a:pt x="338" y="496"/>
                  </a:cubicBezTo>
                  <a:cubicBezTo>
                    <a:pt x="341" y="501"/>
                    <a:pt x="348" y="511"/>
                    <a:pt x="361" y="518"/>
                  </a:cubicBezTo>
                  <a:cubicBezTo>
                    <a:pt x="375" y="527"/>
                    <a:pt x="394" y="521"/>
                    <a:pt x="394" y="521"/>
                  </a:cubicBezTo>
                  <a:cubicBezTo>
                    <a:pt x="394" y="521"/>
                    <a:pt x="385" y="501"/>
                    <a:pt x="369" y="494"/>
                  </a:cubicBezTo>
                  <a:cubicBezTo>
                    <a:pt x="365" y="492"/>
                    <a:pt x="359" y="492"/>
                    <a:pt x="353" y="492"/>
                  </a:cubicBezTo>
                  <a:cubicBezTo>
                    <a:pt x="361" y="489"/>
                    <a:pt x="370" y="486"/>
                    <a:pt x="379" y="482"/>
                  </a:cubicBezTo>
                  <a:cubicBezTo>
                    <a:pt x="382" y="486"/>
                    <a:pt x="391" y="494"/>
                    <a:pt x="404" y="499"/>
                  </a:cubicBezTo>
                  <a:cubicBezTo>
                    <a:pt x="419" y="505"/>
                    <a:pt x="436" y="496"/>
                    <a:pt x="436" y="496"/>
                  </a:cubicBezTo>
                  <a:cubicBezTo>
                    <a:pt x="436" y="496"/>
                    <a:pt x="424" y="478"/>
                    <a:pt x="408" y="474"/>
                  </a:cubicBezTo>
                  <a:cubicBezTo>
                    <a:pt x="403" y="473"/>
                    <a:pt x="397" y="474"/>
                    <a:pt x="392" y="475"/>
                  </a:cubicBezTo>
                  <a:cubicBezTo>
                    <a:pt x="395" y="473"/>
                    <a:pt x="398" y="471"/>
                    <a:pt x="401" y="470"/>
                  </a:cubicBezTo>
                  <a:cubicBezTo>
                    <a:pt x="406" y="467"/>
                    <a:pt x="411" y="464"/>
                    <a:pt x="416" y="460"/>
                  </a:cubicBezTo>
                  <a:cubicBezTo>
                    <a:pt x="420" y="464"/>
                    <a:pt x="430" y="470"/>
                    <a:pt x="443" y="473"/>
                  </a:cubicBezTo>
                  <a:cubicBezTo>
                    <a:pt x="459" y="476"/>
                    <a:pt x="474" y="464"/>
                    <a:pt x="474" y="464"/>
                  </a:cubicBezTo>
                  <a:cubicBezTo>
                    <a:pt x="474" y="464"/>
                    <a:pt x="459" y="449"/>
                    <a:pt x="443" y="448"/>
                  </a:cubicBezTo>
                  <a:cubicBezTo>
                    <a:pt x="438" y="448"/>
                    <a:pt x="433" y="450"/>
                    <a:pt x="428" y="451"/>
                  </a:cubicBezTo>
                  <a:cubicBezTo>
                    <a:pt x="435" y="446"/>
                    <a:pt x="442" y="439"/>
                    <a:pt x="448" y="433"/>
                  </a:cubicBezTo>
                  <a:cubicBezTo>
                    <a:pt x="453" y="435"/>
                    <a:pt x="463" y="440"/>
                    <a:pt x="477" y="440"/>
                  </a:cubicBezTo>
                  <a:cubicBezTo>
                    <a:pt x="493" y="441"/>
                    <a:pt x="505" y="427"/>
                    <a:pt x="505" y="427"/>
                  </a:cubicBezTo>
                  <a:cubicBezTo>
                    <a:pt x="505" y="427"/>
                    <a:pt x="488" y="414"/>
                    <a:pt x="472" y="417"/>
                  </a:cubicBezTo>
                  <a:cubicBezTo>
                    <a:pt x="468" y="417"/>
                    <a:pt x="462" y="420"/>
                    <a:pt x="458" y="423"/>
                  </a:cubicBezTo>
                  <a:cubicBezTo>
                    <a:pt x="464" y="415"/>
                    <a:pt x="470" y="408"/>
                    <a:pt x="475" y="400"/>
                  </a:cubicBezTo>
                  <a:cubicBezTo>
                    <a:pt x="480" y="401"/>
                    <a:pt x="491" y="404"/>
                    <a:pt x="505" y="402"/>
                  </a:cubicBezTo>
                  <a:cubicBezTo>
                    <a:pt x="520" y="400"/>
                    <a:pt x="530" y="384"/>
                    <a:pt x="530" y="384"/>
                  </a:cubicBezTo>
                  <a:cubicBezTo>
                    <a:pt x="530" y="384"/>
                    <a:pt x="511" y="375"/>
                    <a:pt x="496" y="380"/>
                  </a:cubicBezTo>
                  <a:cubicBezTo>
                    <a:pt x="492" y="382"/>
                    <a:pt x="486" y="386"/>
                    <a:pt x="482" y="390"/>
                  </a:cubicBezTo>
                  <a:cubicBezTo>
                    <a:pt x="487" y="381"/>
                    <a:pt x="492" y="372"/>
                    <a:pt x="496" y="363"/>
                  </a:cubicBezTo>
                  <a:cubicBezTo>
                    <a:pt x="501" y="364"/>
                    <a:pt x="512" y="365"/>
                    <a:pt x="525" y="361"/>
                  </a:cubicBezTo>
                  <a:cubicBezTo>
                    <a:pt x="539" y="356"/>
                    <a:pt x="546" y="339"/>
                    <a:pt x="546" y="339"/>
                  </a:cubicBezTo>
                  <a:cubicBezTo>
                    <a:pt x="546" y="339"/>
                    <a:pt x="527" y="334"/>
                    <a:pt x="513" y="341"/>
                  </a:cubicBezTo>
                  <a:cubicBezTo>
                    <a:pt x="509" y="343"/>
                    <a:pt x="505" y="348"/>
                    <a:pt x="501" y="352"/>
                  </a:cubicBezTo>
                  <a:cubicBezTo>
                    <a:pt x="505" y="343"/>
                    <a:pt x="508" y="333"/>
                    <a:pt x="510" y="323"/>
                  </a:cubicBezTo>
                  <a:cubicBezTo>
                    <a:pt x="515" y="323"/>
                    <a:pt x="526" y="323"/>
                    <a:pt x="538" y="316"/>
                  </a:cubicBezTo>
                  <a:close/>
                </a:path>
              </a:pathLst>
            </a:custGeom>
            <a:gradFill>
              <a:gsLst>
                <a:gs pos="5000">
                  <a:srgbClr val="D62730"/>
                </a:gs>
                <a:gs pos="100000">
                  <a:srgbClr val="E9381C"/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4" name="图形">
              <a:extLst>
                <a:ext uri="{FF2B5EF4-FFF2-40B4-BE49-F238E27FC236}">
                  <a16:creationId xmlns:a16="http://schemas.microsoft.com/office/drawing/2014/main" id="{2393711F-B146-DABE-C2C3-607ECBB97767}"/>
                </a:ext>
              </a:extLst>
            </p:cNvPr>
            <p:cNvSpPr txBox="1"/>
            <p:nvPr>
              <p:custDataLst>
                <p:tags r:id="Re50082f62a814368"/>
              </p:custDataLst>
            </p:nvPr>
          </p:nvSpPr>
          <p:spPr>
            <a:xfrm>
              <a:off x="1995" y="7153"/>
              <a:ext cx="3956" cy="167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10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博古作了以</a:t>
              </a:r>
              <a:r>
                <a:rPr kumimoji="0" lang="en-US" altLang="zh-CN" sz="1400" b="0" i="0" u="none" strike="noStrike" kern="0" cap="none" spc="10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《</a:t>
              </a:r>
              <a:r>
                <a:rPr kumimoji="0" lang="zh-CN" altLang="en-US" sz="1400" b="0" i="0" u="none" strike="noStrike" kern="0" cap="none" spc="10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战斗的纪念节，战斗的任务</a:t>
              </a:r>
              <a:r>
                <a:rPr kumimoji="0" lang="en-US" altLang="zh-CN" sz="1400" b="0" i="0" u="none" strike="noStrike" kern="0" cap="none" spc="10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》</a:t>
              </a:r>
              <a:r>
                <a:rPr kumimoji="0" lang="zh-CN" altLang="en-US" sz="1400" b="0" i="0" u="none" strike="noStrike" kern="0" cap="none" spc="10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为题的多场专题演讲；</a:t>
              </a:r>
            </a:p>
          </p:txBody>
        </p:sp>
        <p:sp>
          <p:nvSpPr>
            <p:cNvPr id="15" name="图形">
              <a:extLst>
                <a:ext uri="{FF2B5EF4-FFF2-40B4-BE49-F238E27FC236}">
                  <a16:creationId xmlns:a16="http://schemas.microsoft.com/office/drawing/2014/main" id="{0A81BEEC-963B-3892-8A71-B7AE6C0C2E8F}"/>
                </a:ext>
              </a:extLst>
            </p:cNvPr>
            <p:cNvSpPr txBox="1"/>
            <p:nvPr>
              <p:custDataLst>
                <p:tags r:id="R68357e3fce714baf"/>
              </p:custDataLst>
            </p:nvPr>
          </p:nvSpPr>
          <p:spPr>
            <a:xfrm>
              <a:off x="2430" y="6374"/>
              <a:ext cx="3087" cy="7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军旗简介</a:t>
              </a:r>
            </a:p>
          </p:txBody>
        </p:sp>
        <p:sp>
          <p:nvSpPr>
            <p:cNvPr id="16" name="图形">
              <a:extLst>
                <a:ext uri="{FF2B5EF4-FFF2-40B4-BE49-F238E27FC236}">
                  <a16:creationId xmlns:a16="http://schemas.microsoft.com/office/drawing/2014/main" id="{75A65537-AFB4-719B-AC25-EEED2EC6C6F0}"/>
                </a:ext>
              </a:extLst>
            </p:cNvPr>
            <p:cNvSpPr txBox="1"/>
            <p:nvPr>
              <p:custDataLst>
                <p:tags r:id="R5c561ea6fb6948c7"/>
              </p:custDataLst>
            </p:nvPr>
          </p:nvSpPr>
          <p:spPr>
            <a:xfrm>
              <a:off x="7653" y="7153"/>
              <a:ext cx="3956" cy="167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10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张闻天到机关、学校作了</a:t>
              </a:r>
              <a:r>
                <a:rPr kumimoji="0" lang="en-US" altLang="zh-CN" sz="1400" b="0" i="0" u="none" strike="noStrike" kern="0" cap="none" spc="10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《“</a:t>
              </a:r>
              <a:r>
                <a:rPr kumimoji="0" lang="zh-CN" altLang="en-US" sz="1400" b="0" i="0" u="none" strike="noStrike" kern="0" cap="none" spc="10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八一”与帝国主义战争危险</a:t>
              </a:r>
              <a:r>
                <a:rPr kumimoji="0" lang="en-US" altLang="zh-CN" sz="1400" b="0" i="0" u="none" strike="noStrike" kern="0" cap="none" spc="10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》</a:t>
              </a:r>
              <a:r>
                <a:rPr kumimoji="0" lang="zh-CN" altLang="en-US" sz="1400" b="0" i="0" u="none" strike="noStrike" kern="0" cap="none" spc="10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的专题报告。</a:t>
              </a:r>
            </a:p>
          </p:txBody>
        </p:sp>
        <p:sp>
          <p:nvSpPr>
            <p:cNvPr id="17" name="图形">
              <a:extLst>
                <a:ext uri="{FF2B5EF4-FFF2-40B4-BE49-F238E27FC236}">
                  <a16:creationId xmlns:a16="http://schemas.microsoft.com/office/drawing/2014/main" id="{5540AC41-9B80-3314-7A01-CB5EF831DF1A}"/>
                </a:ext>
              </a:extLst>
            </p:cNvPr>
            <p:cNvSpPr txBox="1"/>
            <p:nvPr>
              <p:custDataLst>
                <p:tags r:id="R6f224500418646f9"/>
              </p:custDataLst>
            </p:nvPr>
          </p:nvSpPr>
          <p:spPr>
            <a:xfrm>
              <a:off x="8088" y="6374"/>
              <a:ext cx="3087" cy="7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军旗简介</a:t>
              </a:r>
            </a:p>
          </p:txBody>
        </p:sp>
        <p:sp>
          <p:nvSpPr>
            <p:cNvPr id="18" name="图形">
              <a:extLst>
                <a:ext uri="{FF2B5EF4-FFF2-40B4-BE49-F238E27FC236}">
                  <a16:creationId xmlns:a16="http://schemas.microsoft.com/office/drawing/2014/main" id="{AEB7F1D7-576A-D6E0-BC8A-D9CF6E6039B3}"/>
                </a:ext>
              </a:extLst>
            </p:cNvPr>
            <p:cNvSpPr txBox="1"/>
            <p:nvPr>
              <p:custDataLst>
                <p:tags r:id="R17e2eebfd42e4307"/>
              </p:custDataLst>
            </p:nvPr>
          </p:nvSpPr>
          <p:spPr>
            <a:xfrm>
              <a:off x="13209" y="7153"/>
              <a:ext cx="3956" cy="218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10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与此同时，苏区各级政府组织群众开展了集会、游行、晚会活动，红军各部的宣传活动更为热烈。</a:t>
              </a:r>
            </a:p>
          </p:txBody>
        </p:sp>
        <p:sp>
          <p:nvSpPr>
            <p:cNvPr id="19" name="图形">
              <a:extLst>
                <a:ext uri="{FF2B5EF4-FFF2-40B4-BE49-F238E27FC236}">
                  <a16:creationId xmlns:a16="http://schemas.microsoft.com/office/drawing/2014/main" id="{CCD320A1-5FAA-FDD1-0267-5E9879CFFF81}"/>
                </a:ext>
              </a:extLst>
            </p:cNvPr>
            <p:cNvSpPr txBox="1"/>
            <p:nvPr>
              <p:custDataLst>
                <p:tags r:id="R9a4c70c768824f68"/>
              </p:custDataLst>
            </p:nvPr>
          </p:nvSpPr>
          <p:spPr>
            <a:xfrm>
              <a:off x="13644" y="6374"/>
              <a:ext cx="3087" cy="7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军旗简介</a:t>
              </a:r>
            </a:p>
          </p:txBody>
        </p:sp>
        <p:sp>
          <p:nvSpPr>
            <p:cNvPr id="20" name="图形">
              <a:extLst>
                <a:ext uri="{FF2B5EF4-FFF2-40B4-BE49-F238E27FC236}">
                  <a16:creationId xmlns:a16="http://schemas.microsoft.com/office/drawing/2014/main" id="{EEC2FB6A-A745-C013-C55E-240875B57773}"/>
                </a:ext>
              </a:extLst>
            </p:cNvPr>
            <p:cNvSpPr txBox="1"/>
            <p:nvPr>
              <p:custDataLst>
                <p:tags r:id="R0c408762c0fc4909"/>
              </p:custDataLst>
            </p:nvPr>
          </p:nvSpPr>
          <p:spPr>
            <a:xfrm>
              <a:off x="3667" y="4093"/>
              <a:ext cx="922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CF6E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01</a:t>
              </a:r>
            </a:p>
          </p:txBody>
        </p:sp>
        <p:sp>
          <p:nvSpPr>
            <p:cNvPr id="21" name="图形">
              <a:extLst>
                <a:ext uri="{FF2B5EF4-FFF2-40B4-BE49-F238E27FC236}">
                  <a16:creationId xmlns:a16="http://schemas.microsoft.com/office/drawing/2014/main" id="{3DE691F0-4A72-85EA-CA1E-2BD21E4DA0C8}"/>
                </a:ext>
              </a:extLst>
            </p:cNvPr>
            <p:cNvSpPr txBox="1"/>
            <p:nvPr>
              <p:custDataLst>
                <p:tags r:id="R9abc058a473e4b58"/>
              </p:custDataLst>
            </p:nvPr>
          </p:nvSpPr>
          <p:spPr>
            <a:xfrm>
              <a:off x="8909" y="4093"/>
              <a:ext cx="1232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CF6E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02</a:t>
              </a:r>
            </a:p>
          </p:txBody>
        </p:sp>
        <p:sp>
          <p:nvSpPr>
            <p:cNvPr id="22" name="图形">
              <a:extLst>
                <a:ext uri="{FF2B5EF4-FFF2-40B4-BE49-F238E27FC236}">
                  <a16:creationId xmlns:a16="http://schemas.microsoft.com/office/drawing/2014/main" id="{5954A04C-37E3-1DAF-E7BA-69F31ADBFF2C}"/>
                </a:ext>
              </a:extLst>
            </p:cNvPr>
            <p:cNvSpPr txBox="1"/>
            <p:nvPr>
              <p:custDataLst>
                <p:tags r:id="Rb5efd80b837444dc"/>
              </p:custDataLst>
            </p:nvPr>
          </p:nvSpPr>
          <p:spPr>
            <a:xfrm>
              <a:off x="14419" y="4093"/>
              <a:ext cx="1232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CF6E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18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A539F90-30BE-B2B5-DBE0-183497F9D657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CE7959F-EAAE-2F01-9136-4FC1C02AF3BA}"/>
                </a:ext>
              </a:extLst>
            </p:cNvPr>
            <p:cNvPicPr>
              <a:picLocks noChangeAspect="1"/>
            </p:cNvPicPr>
            <p:nvPr/>
          </p:nvPicPr>
          <p:blipFill>
            <a:blip r:embed="R609316dad6ac4ceb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6C5B59C-2A26-7A8C-475F-5CAA9DBFC930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E18B8CF-53F1-093C-5A57-FAF9A525288B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 b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/>
                  </a:rPr>
                  <a:t>建军节的军旗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2CEB85-8E9E-DB3A-5EC1-3C755E885106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7" name="图形">
            <a:extLst>
              <a:ext uri="{FF2B5EF4-FFF2-40B4-BE49-F238E27FC236}">
                <a16:creationId xmlns:a16="http://schemas.microsoft.com/office/drawing/2014/main" id="{CE6EBACF-D3F3-2FEE-6A1D-E272FE290CF3}"/>
              </a:ext>
            </a:extLst>
          </p:cNvPr>
          <p:cNvGrpSpPr/>
          <p:nvPr/>
        </p:nvGrpSpPr>
        <p:grpSpPr>
          <a:xfrm>
            <a:off x="733109" y="1916832"/>
            <a:ext cx="10725785" cy="3834130"/>
            <a:chOff x="1200" y="2784"/>
            <a:chExt cx="16891" cy="6038"/>
          </a:xfrm>
        </p:grpSpPr>
        <p:sp>
          <p:nvSpPr>
            <p:cNvPr id="8" name="图形">
              <a:extLst>
                <a:ext uri="{FF2B5EF4-FFF2-40B4-BE49-F238E27FC236}">
                  <a16:creationId xmlns:a16="http://schemas.microsoft.com/office/drawing/2014/main" id="{56A86078-103E-29E3-E6A6-D936A17ABF64}"/>
                </a:ext>
              </a:extLst>
            </p:cNvPr>
            <p:cNvSpPr/>
            <p:nvPr>
              <p:custDataLst>
                <p:tags r:id="Ra6dfd82941624b02"/>
              </p:custDataLst>
            </p:nvPr>
          </p:nvSpPr>
          <p:spPr>
            <a:xfrm>
              <a:off x="1200" y="2784"/>
              <a:ext cx="4785" cy="6038"/>
            </a:xfrm>
            <a:prstGeom prst="roundRect">
              <a:avLst>
                <a:gd name="adj" fmla="val 12894"/>
              </a:avLst>
            </a:prstGeom>
            <a:gradFill>
              <a:gsLst>
                <a:gs pos="0">
                  <a:srgbClr val="CC0002"/>
                </a:gs>
                <a:gs pos="100000">
                  <a:srgbClr val="EA1A1A"/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pic>
          <p:nvPicPr>
            <p:cNvPr id="9" name="图形" descr="templates\docerresourceshop\icons\\31393935333132383b31393939333930343bccd8cae2c8d5d7d3">
              <a:extLst>
                <a:ext uri="{FF2B5EF4-FFF2-40B4-BE49-F238E27FC236}">
                  <a16:creationId xmlns:a16="http://schemas.microsoft.com/office/drawing/2014/main" id="{FCAF8148-0FF0-4461-535D-CF76CE28C1D4}"/>
                </a:ext>
              </a:extLst>
            </p:cNvPr>
            <p:cNvPicPr>
              <a:picLocks noChangeAspect="1"/>
            </p:cNvPicPr>
            <p:nvPr>
              <p:custDataLst>
                <p:tags r:id="R22774edf89334200"/>
              </p:custDataLst>
            </p:nvPr>
          </p:nvPicPr>
          <p:blipFill>
            <a:blip r:embed="Rf00d9ee52d134c10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002" y="3560"/>
              <a:ext cx="1019" cy="1019"/>
            </a:xfrm>
            <a:prstGeom prst="rect">
              <a:avLst/>
            </a:prstGeom>
          </p:spPr>
        </p:pic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0EB1A8D4-8E3B-961D-8EEF-63E000674CF3}"/>
                </a:ext>
              </a:extLst>
            </p:cNvPr>
            <p:cNvSpPr txBox="1"/>
            <p:nvPr>
              <p:custDataLst>
                <p:tags r:id="Rdaa222d599864d36"/>
              </p:custDataLst>
            </p:nvPr>
          </p:nvSpPr>
          <p:spPr>
            <a:xfrm>
              <a:off x="1897" y="4988"/>
              <a:ext cx="322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党政工作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cxnSp>
          <p:nvCxnSpPr>
            <p:cNvPr id="11" name="图形">
              <a:extLst>
                <a:ext uri="{FF2B5EF4-FFF2-40B4-BE49-F238E27FC236}">
                  <a16:creationId xmlns:a16="http://schemas.microsoft.com/office/drawing/2014/main" id="{7893B5C2-17E7-FF9E-234C-239424541CCB}"/>
                </a:ext>
              </a:extLst>
            </p:cNvPr>
            <p:cNvCxnSpPr/>
            <p:nvPr>
              <p:custDataLst>
                <p:tags r:id="Rad6d7b26cf0a4873"/>
              </p:custDataLst>
            </p:nvPr>
          </p:nvCxnSpPr>
          <p:spPr>
            <a:xfrm>
              <a:off x="1897" y="5893"/>
              <a:ext cx="3570" cy="0"/>
            </a:xfrm>
            <a:prstGeom prst="lin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</p:cxnSp>
        <p:sp>
          <p:nvSpPr>
            <p:cNvPr id="12" name="图形">
              <a:extLst>
                <a:ext uri="{FF2B5EF4-FFF2-40B4-BE49-F238E27FC236}">
                  <a16:creationId xmlns:a16="http://schemas.microsoft.com/office/drawing/2014/main" id="{874673B8-5610-5A2A-4667-FFB8289D06CD}"/>
                </a:ext>
              </a:extLst>
            </p:cNvPr>
            <p:cNvSpPr txBox="1"/>
            <p:nvPr>
              <p:custDataLst>
                <p:tags r:id="Rb6f24b0d6a2e4ef5"/>
              </p:custDataLst>
            </p:nvPr>
          </p:nvSpPr>
          <p:spPr>
            <a:xfrm>
              <a:off x="1670" y="6122"/>
              <a:ext cx="3845" cy="218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1933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年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8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月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1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日，XX个“八一”建军节庆祝活动在瑞金城南举行。</a:t>
              </a: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BBD34D0-BDFD-6E95-3D43-495D57750E5C}"/>
                </a:ext>
              </a:extLst>
            </p:cNvPr>
            <p:cNvGrpSpPr/>
            <p:nvPr/>
          </p:nvGrpSpPr>
          <p:grpSpPr>
            <a:xfrm>
              <a:off x="6468" y="2891"/>
              <a:ext cx="4813" cy="1313"/>
              <a:chOff x="6564" y="3511"/>
              <a:chExt cx="4813" cy="1313"/>
            </a:xfrm>
          </p:grpSpPr>
          <p:sp>
            <p:nvSpPr>
              <p:cNvPr id="27" name="图形">
                <a:extLst>
                  <a:ext uri="{FF2B5EF4-FFF2-40B4-BE49-F238E27FC236}">
                    <a16:creationId xmlns:a16="http://schemas.microsoft.com/office/drawing/2014/main" id="{BEC78DF5-5795-38FA-2744-B71D01021F7E}"/>
                  </a:ext>
                </a:extLst>
              </p:cNvPr>
              <p:cNvSpPr/>
              <p:nvPr>
                <p:custDataLst>
                  <p:tags r:id="R1ce52eddd9a741e3"/>
                </p:custDataLst>
              </p:nvPr>
            </p:nvSpPr>
            <p:spPr>
              <a:xfrm>
                <a:off x="6564" y="3786"/>
                <a:ext cx="4813" cy="762"/>
              </a:xfrm>
              <a:custGeom>
                <a:avLst/>
                <a:gdLst>
                  <a:gd name="connsiteX0" fmla="*/ 0 w 4813"/>
                  <a:gd name="connsiteY0" fmla="*/ 8 h 762"/>
                  <a:gd name="connsiteX1" fmla="*/ 4151 w 4813"/>
                  <a:gd name="connsiteY1" fmla="*/ 0 h 762"/>
                  <a:gd name="connsiteX2" fmla="*/ 4813 w 4813"/>
                  <a:gd name="connsiteY2" fmla="*/ 762 h 762"/>
                  <a:gd name="connsiteX3" fmla="*/ 0 w 4813"/>
                  <a:gd name="connsiteY3" fmla="*/ 762 h 762"/>
                  <a:gd name="connsiteX4" fmla="*/ 0 w 4813"/>
                  <a:gd name="connsiteY4" fmla="*/ 8 h 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13" h="762">
                    <a:moveTo>
                      <a:pt x="0" y="8"/>
                    </a:moveTo>
                    <a:lnTo>
                      <a:pt x="4151" y="0"/>
                    </a:lnTo>
                    <a:lnTo>
                      <a:pt x="4813" y="762"/>
                    </a:lnTo>
                    <a:lnTo>
                      <a:pt x="0" y="762"/>
                    </a:lnTo>
                    <a:lnTo>
                      <a:pt x="0" y="8"/>
                    </a:lnTo>
                    <a:close/>
                  </a:path>
                </a:pathLst>
              </a:custGeom>
              <a:gradFill>
                <a:gsLst>
                  <a:gs pos="0">
                    <a:srgbClr val="CC0002"/>
                  </a:gs>
                  <a:gs pos="100000">
                    <a:srgbClr val="EA1A1A"/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28" name="图形">
                <a:extLst>
                  <a:ext uri="{FF2B5EF4-FFF2-40B4-BE49-F238E27FC236}">
                    <a16:creationId xmlns:a16="http://schemas.microsoft.com/office/drawing/2014/main" id="{EC84E533-8F22-161B-DEF1-919EB46851D7}"/>
                  </a:ext>
                </a:extLst>
              </p:cNvPr>
              <p:cNvSpPr/>
              <p:nvPr>
                <p:custDataLst>
                  <p:tags r:id="R689cb41c16514ac9"/>
                </p:custDataLst>
              </p:nvPr>
            </p:nvSpPr>
            <p:spPr>
              <a:xfrm>
                <a:off x="7016" y="3511"/>
                <a:ext cx="1313" cy="1313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A8101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29" name="图形">
                <a:extLst>
                  <a:ext uri="{FF2B5EF4-FFF2-40B4-BE49-F238E27FC236}">
                    <a16:creationId xmlns:a16="http://schemas.microsoft.com/office/drawing/2014/main" id="{7A16768C-7D86-1394-A50D-000FD375AE4A}"/>
                  </a:ext>
                </a:extLst>
              </p:cNvPr>
              <p:cNvSpPr txBox="1"/>
              <p:nvPr>
                <p:custDataLst>
                  <p:tags r:id="Rb61810ac83b14211"/>
                </p:custDataLst>
              </p:nvPr>
            </p:nvSpPr>
            <p:spPr>
              <a:xfrm>
                <a:off x="8492" y="3875"/>
                <a:ext cx="2053" cy="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军旗简介</a:t>
                </a:r>
              </a:p>
            </p:txBody>
          </p:sp>
          <p:pic>
            <p:nvPicPr>
              <p:cNvPr id="30" name="图形" descr="templates\docerresourceshop\icons\\31393935333132353b31393939353539343bd0f2bac531">
                <a:extLst>
                  <a:ext uri="{FF2B5EF4-FFF2-40B4-BE49-F238E27FC236}">
                    <a16:creationId xmlns:a16="http://schemas.microsoft.com/office/drawing/2014/main" id="{81D8CEE7-4A27-EBA1-CCD5-58EB941FB52B}"/>
                  </a:ext>
                </a:extLst>
              </p:cNvPr>
              <p:cNvPicPr>
                <a:picLocks noChangeAspect="1"/>
              </p:cNvPicPr>
              <p:nvPr>
                <p:custDataLst>
                  <p:tags r:id="R873d6dbc62ff403e"/>
                </p:custDataLst>
              </p:nvPr>
            </p:nvPicPr>
            <p:blipFill>
              <a:blip r:embed="R225e74400f7b4e7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7313" y="3786"/>
                <a:ext cx="719" cy="719"/>
              </a:xfrm>
              <a:prstGeom prst="rect">
                <a:avLst/>
              </a:prstGeom>
            </p:spPr>
          </p:pic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92055D05-9E8A-1872-5480-D04821A5D4EF}"/>
                </a:ext>
              </a:extLst>
            </p:cNvPr>
            <p:cNvGrpSpPr/>
            <p:nvPr/>
          </p:nvGrpSpPr>
          <p:grpSpPr>
            <a:xfrm>
              <a:off x="6468" y="4964"/>
              <a:ext cx="4813" cy="1313"/>
              <a:chOff x="6550" y="5231"/>
              <a:chExt cx="4813" cy="1313"/>
            </a:xfrm>
          </p:grpSpPr>
          <p:sp>
            <p:nvSpPr>
              <p:cNvPr id="23" name="图形">
                <a:extLst>
                  <a:ext uri="{FF2B5EF4-FFF2-40B4-BE49-F238E27FC236}">
                    <a16:creationId xmlns:a16="http://schemas.microsoft.com/office/drawing/2014/main" id="{F73E01DA-43A0-589A-B461-94DF20387999}"/>
                  </a:ext>
                </a:extLst>
              </p:cNvPr>
              <p:cNvSpPr/>
              <p:nvPr>
                <p:custDataLst>
                  <p:tags r:id="R005e3f2e4f4a4603"/>
                </p:custDataLst>
              </p:nvPr>
            </p:nvSpPr>
            <p:spPr>
              <a:xfrm>
                <a:off x="6550" y="5506"/>
                <a:ext cx="4813" cy="762"/>
              </a:xfrm>
              <a:custGeom>
                <a:avLst/>
                <a:gdLst>
                  <a:gd name="connsiteX0" fmla="*/ 0 w 4813"/>
                  <a:gd name="connsiteY0" fmla="*/ 8 h 762"/>
                  <a:gd name="connsiteX1" fmla="*/ 4151 w 4813"/>
                  <a:gd name="connsiteY1" fmla="*/ 0 h 762"/>
                  <a:gd name="connsiteX2" fmla="*/ 4813 w 4813"/>
                  <a:gd name="connsiteY2" fmla="*/ 762 h 762"/>
                  <a:gd name="connsiteX3" fmla="*/ 0 w 4813"/>
                  <a:gd name="connsiteY3" fmla="*/ 762 h 762"/>
                  <a:gd name="connsiteX4" fmla="*/ 0 w 4813"/>
                  <a:gd name="connsiteY4" fmla="*/ 8 h 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13" h="762">
                    <a:moveTo>
                      <a:pt x="0" y="8"/>
                    </a:moveTo>
                    <a:lnTo>
                      <a:pt x="4151" y="0"/>
                    </a:lnTo>
                    <a:lnTo>
                      <a:pt x="4813" y="762"/>
                    </a:lnTo>
                    <a:lnTo>
                      <a:pt x="0" y="762"/>
                    </a:lnTo>
                    <a:lnTo>
                      <a:pt x="0" y="8"/>
                    </a:lnTo>
                    <a:close/>
                  </a:path>
                </a:pathLst>
              </a:custGeom>
              <a:gradFill>
                <a:gsLst>
                  <a:gs pos="0">
                    <a:srgbClr val="CC0002"/>
                  </a:gs>
                  <a:gs pos="100000">
                    <a:srgbClr val="EA1A1A"/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24" name="图形">
                <a:extLst>
                  <a:ext uri="{FF2B5EF4-FFF2-40B4-BE49-F238E27FC236}">
                    <a16:creationId xmlns:a16="http://schemas.microsoft.com/office/drawing/2014/main" id="{C0D87F0A-475D-468E-BE54-60455DEDF8EA}"/>
                  </a:ext>
                </a:extLst>
              </p:cNvPr>
              <p:cNvSpPr/>
              <p:nvPr>
                <p:custDataLst>
                  <p:tags r:id="R0b92bff15a9742ea"/>
                </p:custDataLst>
              </p:nvPr>
            </p:nvSpPr>
            <p:spPr>
              <a:xfrm>
                <a:off x="7002" y="5231"/>
                <a:ext cx="1313" cy="1313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A8101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25" name="图形">
                <a:extLst>
                  <a:ext uri="{FF2B5EF4-FFF2-40B4-BE49-F238E27FC236}">
                    <a16:creationId xmlns:a16="http://schemas.microsoft.com/office/drawing/2014/main" id="{557487A5-D8F3-6644-F7A6-4A5B8E616E28}"/>
                  </a:ext>
                </a:extLst>
              </p:cNvPr>
              <p:cNvSpPr txBox="1"/>
              <p:nvPr>
                <p:custDataLst>
                  <p:tags r:id="Rc140b4c685c84515"/>
                </p:custDataLst>
              </p:nvPr>
            </p:nvSpPr>
            <p:spPr>
              <a:xfrm>
                <a:off x="8543" y="5617"/>
                <a:ext cx="2150" cy="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军旗简介</a:t>
                </a:r>
              </a:p>
            </p:txBody>
          </p:sp>
          <p:pic>
            <p:nvPicPr>
              <p:cNvPr id="26" name="图形" descr="templates\docerresourceshop\icons\\31393935333132353b31393939353539353bd0f2bac532">
                <a:extLst>
                  <a:ext uri="{FF2B5EF4-FFF2-40B4-BE49-F238E27FC236}">
                    <a16:creationId xmlns:a16="http://schemas.microsoft.com/office/drawing/2014/main" id="{053851A8-883A-1396-A5BB-5050360DBF73}"/>
                  </a:ext>
                </a:extLst>
              </p:cNvPr>
              <p:cNvPicPr>
                <a:picLocks noChangeAspect="1"/>
              </p:cNvPicPr>
              <p:nvPr>
                <p:custDataLst>
                  <p:tags r:id="R80fd7f06f8fd43e3"/>
                </p:custDataLst>
              </p:nvPr>
            </p:nvPicPr>
            <p:blipFill>
              <a:blip r:embed="R6cec6f9f3db94f3b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7313" y="5507"/>
                <a:ext cx="747" cy="747"/>
              </a:xfrm>
              <a:prstGeom prst="rect">
                <a:avLst/>
              </a:prstGeom>
            </p:spPr>
          </p:pic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CFB1C970-70C0-2286-579D-0512B6BD40D1}"/>
                </a:ext>
              </a:extLst>
            </p:cNvPr>
            <p:cNvGrpSpPr/>
            <p:nvPr/>
          </p:nvGrpSpPr>
          <p:grpSpPr>
            <a:xfrm>
              <a:off x="6468" y="7037"/>
              <a:ext cx="4813" cy="1313"/>
              <a:chOff x="6564" y="6937"/>
              <a:chExt cx="4813" cy="1313"/>
            </a:xfrm>
          </p:grpSpPr>
          <p:sp>
            <p:nvSpPr>
              <p:cNvPr id="19" name="图形">
                <a:extLst>
                  <a:ext uri="{FF2B5EF4-FFF2-40B4-BE49-F238E27FC236}">
                    <a16:creationId xmlns:a16="http://schemas.microsoft.com/office/drawing/2014/main" id="{4460892D-F56C-1BD2-E7BC-9EFC44701A94}"/>
                  </a:ext>
                </a:extLst>
              </p:cNvPr>
              <p:cNvSpPr/>
              <p:nvPr>
                <p:custDataLst>
                  <p:tags r:id="R9be34b3f801c4696"/>
                </p:custDataLst>
              </p:nvPr>
            </p:nvSpPr>
            <p:spPr>
              <a:xfrm>
                <a:off x="6564" y="7212"/>
                <a:ext cx="4813" cy="762"/>
              </a:xfrm>
              <a:custGeom>
                <a:avLst/>
                <a:gdLst>
                  <a:gd name="connsiteX0" fmla="*/ 0 w 4813"/>
                  <a:gd name="connsiteY0" fmla="*/ 8 h 762"/>
                  <a:gd name="connsiteX1" fmla="*/ 4151 w 4813"/>
                  <a:gd name="connsiteY1" fmla="*/ 0 h 762"/>
                  <a:gd name="connsiteX2" fmla="*/ 4813 w 4813"/>
                  <a:gd name="connsiteY2" fmla="*/ 762 h 762"/>
                  <a:gd name="connsiteX3" fmla="*/ 0 w 4813"/>
                  <a:gd name="connsiteY3" fmla="*/ 762 h 762"/>
                  <a:gd name="connsiteX4" fmla="*/ 0 w 4813"/>
                  <a:gd name="connsiteY4" fmla="*/ 8 h 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13" h="762">
                    <a:moveTo>
                      <a:pt x="0" y="8"/>
                    </a:moveTo>
                    <a:lnTo>
                      <a:pt x="4151" y="0"/>
                    </a:lnTo>
                    <a:lnTo>
                      <a:pt x="4813" y="762"/>
                    </a:lnTo>
                    <a:lnTo>
                      <a:pt x="0" y="762"/>
                    </a:lnTo>
                    <a:lnTo>
                      <a:pt x="0" y="8"/>
                    </a:lnTo>
                    <a:close/>
                  </a:path>
                </a:pathLst>
              </a:custGeom>
              <a:gradFill>
                <a:gsLst>
                  <a:gs pos="0">
                    <a:srgbClr val="CC0002"/>
                  </a:gs>
                  <a:gs pos="100000">
                    <a:srgbClr val="EA1A1A"/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20" name="图形">
                <a:extLst>
                  <a:ext uri="{FF2B5EF4-FFF2-40B4-BE49-F238E27FC236}">
                    <a16:creationId xmlns:a16="http://schemas.microsoft.com/office/drawing/2014/main" id="{FEA6E78F-53E3-CA79-0C0D-5728457E49B5}"/>
                  </a:ext>
                </a:extLst>
              </p:cNvPr>
              <p:cNvSpPr/>
              <p:nvPr>
                <p:custDataLst>
                  <p:tags r:id="Rf4943003973746b5"/>
                </p:custDataLst>
              </p:nvPr>
            </p:nvSpPr>
            <p:spPr>
              <a:xfrm>
                <a:off x="7016" y="6937"/>
                <a:ext cx="1313" cy="1313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A8101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endParaRPr>
              </a:p>
            </p:txBody>
          </p:sp>
          <p:sp>
            <p:nvSpPr>
              <p:cNvPr id="21" name="图形">
                <a:extLst>
                  <a:ext uri="{FF2B5EF4-FFF2-40B4-BE49-F238E27FC236}">
                    <a16:creationId xmlns:a16="http://schemas.microsoft.com/office/drawing/2014/main" id="{6C689A8A-D197-F92B-B15D-E15EF9418063}"/>
                  </a:ext>
                </a:extLst>
              </p:cNvPr>
              <p:cNvSpPr txBox="1"/>
              <p:nvPr>
                <p:custDataLst>
                  <p:tags r:id="Rbfbd918c129844bd"/>
                </p:custDataLst>
              </p:nvPr>
            </p:nvSpPr>
            <p:spPr>
              <a:xfrm>
                <a:off x="8709" y="7304"/>
                <a:ext cx="1998" cy="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阿里巴巴普惠体 2.0 55 Regular" panose="00020600040101010101" pitchFamily="18" charset="-122"/>
                    <a:sym typeface="Arial"/>
                  </a:rPr>
                  <a:t>军旗简介</a:t>
                </a:r>
              </a:p>
            </p:txBody>
          </p:sp>
          <p:pic>
            <p:nvPicPr>
              <p:cNvPr id="22" name="图形" descr="templates\docerresourceshop\icons\\31393935333132353b31393939353539363bd0f2bac533">
                <a:extLst>
                  <a:ext uri="{FF2B5EF4-FFF2-40B4-BE49-F238E27FC236}">
                    <a16:creationId xmlns:a16="http://schemas.microsoft.com/office/drawing/2014/main" id="{C5F06C25-AFFD-3AC1-D73E-8A13403899D4}"/>
                  </a:ext>
                </a:extLst>
              </p:cNvPr>
              <p:cNvPicPr>
                <a:picLocks noChangeAspect="1"/>
              </p:cNvPicPr>
              <p:nvPr>
                <p:custDataLst>
                  <p:tags r:id="R6859562136ca4def"/>
                </p:custDataLst>
              </p:nvPr>
            </p:nvPicPr>
            <p:blipFill>
              <a:blip r:embed="R4ac55b8f8116471a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p:blipFill>
            <p:spPr>
              <a:xfrm>
                <a:off x="7313" y="7227"/>
                <a:ext cx="747" cy="747"/>
              </a:xfrm>
              <a:prstGeom prst="rect">
                <a:avLst/>
              </a:prstGeom>
            </p:spPr>
          </p:pic>
        </p:grpSp>
        <p:sp>
          <p:nvSpPr>
            <p:cNvPr id="16" name="图形">
              <a:extLst>
                <a:ext uri="{FF2B5EF4-FFF2-40B4-BE49-F238E27FC236}">
                  <a16:creationId xmlns:a16="http://schemas.microsoft.com/office/drawing/2014/main" id="{5B2D2631-BA07-7ACA-322A-07194839B5FB}"/>
                </a:ext>
              </a:extLst>
            </p:cNvPr>
            <p:cNvSpPr txBox="1"/>
            <p:nvPr>
              <p:custDataLst>
                <p:tags r:id="Rb424c5ed68c34be4"/>
              </p:custDataLst>
            </p:nvPr>
          </p:nvSpPr>
          <p:spPr>
            <a:xfrm>
              <a:off x="11281" y="2784"/>
              <a:ext cx="6810" cy="1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傍晚，苏区军民打着火把，从四面八方朝这里涌来，工农剧社组成的欢迎表演团站在入口处，边舞边唱。</a:t>
              </a:r>
            </a:p>
          </p:txBody>
        </p:sp>
        <p:sp>
          <p:nvSpPr>
            <p:cNvPr id="17" name="图形">
              <a:extLst>
                <a:ext uri="{FF2B5EF4-FFF2-40B4-BE49-F238E27FC236}">
                  <a16:creationId xmlns:a16="http://schemas.microsoft.com/office/drawing/2014/main" id="{099D2A41-BB3D-1E9F-53CE-2A97F6E40825}"/>
                </a:ext>
              </a:extLst>
            </p:cNvPr>
            <p:cNvSpPr txBox="1"/>
            <p:nvPr>
              <p:custDataLst>
                <p:tags r:id="Rdffd3e0e964949b3"/>
              </p:custDataLst>
            </p:nvPr>
          </p:nvSpPr>
          <p:spPr>
            <a:xfrm>
              <a:off x="11281" y="4961"/>
              <a:ext cx="6810" cy="1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庆祝活动分阅兵式和分列式，为防敌机轰炸，决定阅兵式在十七点到十九点半进行完。</a:t>
              </a:r>
            </a:p>
          </p:txBody>
        </p:sp>
        <p:sp>
          <p:nvSpPr>
            <p:cNvPr id="18" name="图形">
              <a:extLst>
                <a:ext uri="{FF2B5EF4-FFF2-40B4-BE49-F238E27FC236}">
                  <a16:creationId xmlns:a16="http://schemas.microsoft.com/office/drawing/2014/main" id="{B932C2AA-8B14-28BD-8D00-D57418AFF7E8}"/>
                </a:ext>
              </a:extLst>
            </p:cNvPr>
            <p:cNvSpPr txBox="1"/>
            <p:nvPr>
              <p:custDataLst>
                <p:tags r:id="R9de4a5ca86aa4c55"/>
              </p:custDataLst>
            </p:nvPr>
          </p:nvSpPr>
          <p:spPr>
            <a:xfrm>
              <a:off x="11281" y="7041"/>
              <a:ext cx="6810" cy="1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十七时，阅兵式开始，军乐奏起，礼炮齐鸣，毛泽东、朱德、项英三位领导策马而行，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384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svg="http://schemas.microsoft.com/office/drawing/2016/SVG/main"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E207DAA-E30E-3CC1-8035-54E715E437C9}"/>
              </a:ext>
            </a:extLst>
          </p:cNvPr>
          <p:cNvGrpSpPr/>
          <p:nvPr/>
        </p:nvGrpSpPr>
        <p:grpSpPr>
          <a:xfrm>
            <a:off x="479376" y="508793"/>
            <a:ext cx="4464496" cy="748508"/>
            <a:chOff x="479376" y="508793"/>
            <a:chExt cx="4464496" cy="7485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3722411-A66D-477E-7AA8-6167F192ADDA}"/>
                </a:ext>
              </a:extLst>
            </p:cNvPr>
            <p:cNvPicPr>
              <a:picLocks noChangeAspect="1"/>
            </p:cNvPicPr>
            <p:nvPr/>
          </p:nvPicPr>
          <p:blipFill>
            <a:blip r:embed="Re5ed022d2559477b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508793"/>
              <a:ext cx="987710" cy="69683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AE48556-3B39-ECCA-00D1-568554D2F315}"/>
                </a:ext>
              </a:extLst>
            </p:cNvPr>
            <p:cNvGrpSpPr/>
            <p:nvPr/>
          </p:nvGrpSpPr>
          <p:grpSpPr>
            <a:xfrm>
              <a:off x="1343472" y="564821"/>
              <a:ext cx="3600400" cy="692480"/>
              <a:chOff x="1343472" y="564821"/>
              <a:chExt cx="3600400" cy="69248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366BE91-FD0A-58D8-D27C-EAFE44749064}"/>
                  </a:ext>
                </a:extLst>
              </p:cNvPr>
              <p:cNvSpPr txBox="1"/>
              <p:nvPr/>
            </p:nvSpPr>
            <p:spPr>
              <a:xfrm>
                <a:off x="1343472" y="564821"/>
                <a:ext cx="34189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65 Medium" panose="00020600040101010101" pitchFamily="18" charset="-122"/>
                    <a:sym typeface="Arial"/>
                  </a:rPr>
                  <a:t>建军节的军旗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C116CFF-BF41-61E9-117B-91F28555C7D8}"/>
                  </a:ext>
                </a:extLst>
              </p:cNvPr>
              <p:cNvSpPr txBox="1"/>
              <p:nvPr/>
            </p:nvSpPr>
            <p:spPr>
              <a:xfrm>
                <a:off x="1343472" y="1003385"/>
                <a:ext cx="3600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5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微软雅黑"/>
                    <a:cs typeface="阿里巴巴普惠体 2.0 45 Light" panose="00020600040101010101" pitchFamily="18" charset="-122"/>
                    <a:sym typeface="Arial"/>
                  </a:rPr>
                  <a:t>ORIGIN OF THE HOLIDAY</a:t>
                </a:r>
                <a:endParaRPr lang="zh-CN" altLang="en-US" sz="105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阿里巴巴普惠体 2.0 45 Light" panose="00020600040101010101" pitchFamily="18" charset="-122"/>
                  <a:sym typeface="Arial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309C3E3-26C8-61E2-3338-7F372D525950}"/>
              </a:ext>
            </a:extLst>
          </p:cNvPr>
          <p:cNvGrpSpPr/>
          <p:nvPr/>
        </p:nvGrpSpPr>
        <p:grpSpPr>
          <a:xfrm>
            <a:off x="1332913" y="1612871"/>
            <a:ext cx="1497209" cy="1497209"/>
            <a:chOff x="1294117" y="1879314"/>
            <a:chExt cx="1150691" cy="115069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" name="星形: 五角 7">
              <a:extLst>
                <a:ext uri="{FF2B5EF4-FFF2-40B4-BE49-F238E27FC236}">
                  <a16:creationId xmlns:a16="http://schemas.microsoft.com/office/drawing/2014/main" id="{81529A42-7091-BABD-ECD0-10BF084792D8}"/>
                </a:ext>
              </a:extLst>
            </p:cNvPr>
            <p:cNvSpPr/>
            <p:nvPr/>
          </p:nvSpPr>
          <p:spPr>
            <a:xfrm>
              <a:off x="1294117" y="1879314"/>
              <a:ext cx="1150691" cy="1150691"/>
            </a:xfrm>
            <a:prstGeom prst="star5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6C6EBB8-2286-1BA0-0C45-11C4301C4313}"/>
                </a:ext>
              </a:extLst>
            </p:cNvPr>
            <p:cNvSpPr txBox="1"/>
            <p:nvPr/>
          </p:nvSpPr>
          <p:spPr>
            <a:xfrm>
              <a:off x="1583712" y="2193049"/>
              <a:ext cx="571500" cy="496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01</a:t>
              </a:r>
              <a:endParaRPr lang="zh-CN" altLang="en-US" sz="3600" dirty="0">
                <a:solidFill>
                  <a:schemeClr val="bg1"/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DFFA95F-3AA2-91B5-65A5-CCFA13066874}"/>
              </a:ext>
            </a:extLst>
          </p:cNvPr>
          <p:cNvGrpSpPr/>
          <p:nvPr/>
        </p:nvGrpSpPr>
        <p:grpSpPr>
          <a:xfrm>
            <a:off x="4009236" y="1612871"/>
            <a:ext cx="1497209" cy="1497209"/>
            <a:chOff x="1294117" y="1879314"/>
            <a:chExt cx="1150691" cy="115069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1" name="星形: 五角 10">
              <a:extLst>
                <a:ext uri="{FF2B5EF4-FFF2-40B4-BE49-F238E27FC236}">
                  <a16:creationId xmlns:a16="http://schemas.microsoft.com/office/drawing/2014/main" id="{266D8A75-83E9-DA52-273C-9F8E60E5EC27}"/>
                </a:ext>
              </a:extLst>
            </p:cNvPr>
            <p:cNvSpPr/>
            <p:nvPr/>
          </p:nvSpPr>
          <p:spPr>
            <a:xfrm>
              <a:off x="1294117" y="1879314"/>
              <a:ext cx="1150691" cy="1150691"/>
            </a:xfrm>
            <a:prstGeom prst="star5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7BE9D8D-3F66-E471-B8F6-D2C90CC098EF}"/>
                </a:ext>
              </a:extLst>
            </p:cNvPr>
            <p:cNvSpPr txBox="1"/>
            <p:nvPr/>
          </p:nvSpPr>
          <p:spPr>
            <a:xfrm>
              <a:off x="1583712" y="2193049"/>
              <a:ext cx="571500" cy="496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02</a:t>
              </a:r>
              <a:endParaRPr lang="zh-CN" altLang="en-US" sz="3600" dirty="0">
                <a:solidFill>
                  <a:schemeClr val="bg1"/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CE0F1CF-1108-55C0-4855-81321F47349E}"/>
              </a:ext>
            </a:extLst>
          </p:cNvPr>
          <p:cNvGrpSpPr/>
          <p:nvPr/>
        </p:nvGrpSpPr>
        <p:grpSpPr>
          <a:xfrm>
            <a:off x="6685557" y="1612871"/>
            <a:ext cx="1497209" cy="1497209"/>
            <a:chOff x="1294117" y="1879314"/>
            <a:chExt cx="1150691" cy="115069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星形: 五角 13">
              <a:extLst>
                <a:ext uri="{FF2B5EF4-FFF2-40B4-BE49-F238E27FC236}">
                  <a16:creationId xmlns:a16="http://schemas.microsoft.com/office/drawing/2014/main" id="{9235E058-E179-D785-51A0-F109D7E93D48}"/>
                </a:ext>
              </a:extLst>
            </p:cNvPr>
            <p:cNvSpPr/>
            <p:nvPr/>
          </p:nvSpPr>
          <p:spPr>
            <a:xfrm>
              <a:off x="1294117" y="1879314"/>
              <a:ext cx="1150691" cy="1150691"/>
            </a:xfrm>
            <a:prstGeom prst="star5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40DF28F-2FEF-F05B-A7ED-2FF812A2523C}"/>
                </a:ext>
              </a:extLst>
            </p:cNvPr>
            <p:cNvSpPr txBox="1"/>
            <p:nvPr/>
          </p:nvSpPr>
          <p:spPr>
            <a:xfrm>
              <a:off x="1583712" y="2193049"/>
              <a:ext cx="571500" cy="496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03</a:t>
              </a:r>
              <a:endParaRPr lang="zh-CN" altLang="en-US" sz="3600" dirty="0">
                <a:solidFill>
                  <a:schemeClr val="bg1"/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3CC8694-C09A-E56A-2AB8-3D13E3A945BA}"/>
              </a:ext>
            </a:extLst>
          </p:cNvPr>
          <p:cNvGrpSpPr/>
          <p:nvPr/>
        </p:nvGrpSpPr>
        <p:grpSpPr>
          <a:xfrm>
            <a:off x="9361881" y="1612871"/>
            <a:ext cx="1497209" cy="1497209"/>
            <a:chOff x="1294117" y="1879314"/>
            <a:chExt cx="1150691" cy="115069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7" name="星形: 五角 16">
              <a:extLst>
                <a:ext uri="{FF2B5EF4-FFF2-40B4-BE49-F238E27FC236}">
                  <a16:creationId xmlns:a16="http://schemas.microsoft.com/office/drawing/2014/main" id="{9ADBB971-DEC2-BD0E-5583-6FB89448190C}"/>
                </a:ext>
              </a:extLst>
            </p:cNvPr>
            <p:cNvSpPr/>
            <p:nvPr/>
          </p:nvSpPr>
          <p:spPr>
            <a:xfrm>
              <a:off x="1294117" y="1879314"/>
              <a:ext cx="1150691" cy="1150691"/>
            </a:xfrm>
            <a:prstGeom prst="star5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40164BF-0897-0925-CD89-D84EFF53AF0F}"/>
                </a:ext>
              </a:extLst>
            </p:cNvPr>
            <p:cNvSpPr txBox="1"/>
            <p:nvPr/>
          </p:nvSpPr>
          <p:spPr>
            <a:xfrm>
              <a:off x="1583712" y="2193049"/>
              <a:ext cx="571500" cy="496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04</a:t>
              </a:r>
              <a:endParaRPr lang="zh-CN" altLang="en-US" sz="3600" dirty="0">
                <a:solidFill>
                  <a:schemeClr val="bg1"/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957FC10-DB3C-6EE4-497E-888DC44ACB7A}"/>
              </a:ext>
            </a:extLst>
          </p:cNvPr>
          <p:cNvGrpSpPr/>
          <p:nvPr/>
        </p:nvGrpSpPr>
        <p:grpSpPr>
          <a:xfrm>
            <a:off x="897817" y="3429001"/>
            <a:ext cx="2343335" cy="2133116"/>
            <a:chOff x="909847" y="3229245"/>
            <a:chExt cx="2343335" cy="2133116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B85F477-3AEE-05C9-ECA4-62DCD86CEB46}"/>
                </a:ext>
              </a:extLst>
            </p:cNvPr>
            <p:cNvSpPr txBox="1"/>
            <p:nvPr/>
          </p:nvSpPr>
          <p:spPr>
            <a:xfrm>
              <a:off x="909847" y="3654201"/>
              <a:ext cx="2343335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检阅长达六百余米的红军队列，红军指战员以注目礼相迎，欢呼声、口号声响彻云霄。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6BF473F-2D9F-E1B7-C2E6-EED58FE67F7A}"/>
                </a:ext>
              </a:extLst>
            </p:cNvPr>
            <p:cNvSpPr txBox="1"/>
            <p:nvPr/>
          </p:nvSpPr>
          <p:spPr>
            <a:xfrm>
              <a:off x="1275971" y="3229245"/>
              <a:ext cx="1611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军旗简介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B1D4F98-20D4-5836-3CDE-577BC8FD25AB}"/>
              </a:ext>
            </a:extLst>
          </p:cNvPr>
          <p:cNvGrpSpPr/>
          <p:nvPr/>
        </p:nvGrpSpPr>
        <p:grpSpPr>
          <a:xfrm>
            <a:off x="3574141" y="3429000"/>
            <a:ext cx="2343335" cy="2781188"/>
            <a:chOff x="909847" y="3229245"/>
            <a:chExt cx="2343335" cy="2781188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87E01D7-CC6D-29AE-1EEB-B69F223AE4E6}"/>
                </a:ext>
              </a:extLst>
            </p:cNvPr>
            <p:cNvSpPr txBox="1"/>
            <p:nvPr/>
          </p:nvSpPr>
          <p:spPr>
            <a:xfrm>
              <a:off x="909847" y="3655942"/>
              <a:ext cx="2343335" cy="2354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第二项是宣誓。中央革命军事委员会向新成立的红军工人师和少共国际师授军旗，向两个师发出奔赴前线英勇杀敌的战斗命令，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013C60B-4634-B2A2-92FD-EEEDE2619328}"/>
                </a:ext>
              </a:extLst>
            </p:cNvPr>
            <p:cNvSpPr txBox="1"/>
            <p:nvPr/>
          </p:nvSpPr>
          <p:spPr>
            <a:xfrm>
              <a:off x="1275971" y="3229245"/>
              <a:ext cx="1611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军旗简介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215F43A-70E0-F356-6B30-D229E1B3153D}"/>
              </a:ext>
            </a:extLst>
          </p:cNvPr>
          <p:cNvGrpSpPr/>
          <p:nvPr/>
        </p:nvGrpSpPr>
        <p:grpSpPr>
          <a:xfrm>
            <a:off x="6250465" y="3429002"/>
            <a:ext cx="2343335" cy="1845085"/>
            <a:chOff x="909847" y="3229245"/>
            <a:chExt cx="2343335" cy="1845085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C1FAAC4-8C07-0E6B-8848-E86C879C4D19}"/>
                </a:ext>
              </a:extLst>
            </p:cNvPr>
            <p:cNvSpPr txBox="1"/>
            <p:nvPr/>
          </p:nvSpPr>
          <p:spPr>
            <a:xfrm>
              <a:off x="909847" y="3689335"/>
              <a:ext cx="234333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工人师和少共国际师组成两块方阵，指战员高举拳头进行宣誓。第三项是授旗授奖。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42A997B-29C4-E45B-87FA-3E3DECB82EA3}"/>
                </a:ext>
              </a:extLst>
            </p:cNvPr>
            <p:cNvSpPr txBox="1"/>
            <p:nvPr/>
          </p:nvSpPr>
          <p:spPr>
            <a:xfrm>
              <a:off x="1275971" y="3229245"/>
              <a:ext cx="1611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军旗简介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844C59C-CC45-E2D5-424F-577220AEB78E}"/>
              </a:ext>
            </a:extLst>
          </p:cNvPr>
          <p:cNvGrpSpPr/>
          <p:nvPr/>
        </p:nvGrpSpPr>
        <p:grpSpPr>
          <a:xfrm>
            <a:off x="8926787" y="3429000"/>
            <a:ext cx="2343335" cy="2133116"/>
            <a:chOff x="909847" y="3229245"/>
            <a:chExt cx="2343335" cy="2133116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3A2D9D7-07E5-3314-B462-D14226171EFF}"/>
                </a:ext>
              </a:extLst>
            </p:cNvPr>
            <p:cNvSpPr txBox="1"/>
            <p:nvPr/>
          </p:nvSpPr>
          <p:spPr>
            <a:xfrm>
              <a:off x="909847" y="3654201"/>
              <a:ext cx="2343335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spc="400" dirty="0"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中革军委领导分别给各红军学校授校旗，给红军各团队授战旗，向功勋卓著的红军指挥员颁发红星奖章。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2D35970-406A-09C6-2EBB-09753C45AF8A}"/>
                </a:ext>
              </a:extLst>
            </p:cNvPr>
            <p:cNvSpPr txBox="1"/>
            <p:nvPr/>
          </p:nvSpPr>
          <p:spPr>
            <a:xfrm>
              <a:off x="1275971" y="3229245"/>
              <a:ext cx="1611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微软雅黑"/>
                  <a:cs typeface="阿里巴巴普惠体 2.0 55 Regular" panose="00020600040101010101" pitchFamily="18" charset="-122"/>
                  <a:sym typeface="Arial"/>
                </a:rPr>
                <a:t>军旗简介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343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A73E46F-62D5-C3FB-2E75-49B31D66753F}"/>
              </a:ext>
            </a:extLst>
          </p:cNvPr>
          <p:cNvPicPr>
            <a:picLocks noChangeAspect="1"/>
          </p:cNvPicPr>
          <p:nvPr/>
        </p:nvPicPr>
        <p:blipFill rotWithShape="1">
          <a:blip r:embed="R581e1790fae4458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288689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0F74629-516F-7A01-C126-E3CB01F0A362}"/>
              </a:ext>
            </a:extLst>
          </p:cNvPr>
          <p:cNvPicPr>
            <a:picLocks noChangeAspect="1"/>
          </p:cNvPicPr>
          <p:nvPr/>
        </p:nvPicPr>
        <p:blipFill rotWithShape="1">
          <a:blip r:embed="Rec98777895cf43d7" cstate="email">
            <a:extLst>
              <a:ext uri="{BEBA8EAE-BF5A-486C-A8C5-ECC9F3942E4B}">
                <a14:imgProps xmlns:a14="http://schemas.microsoft.com/office/drawing/2010/main">
                  <a14:imgLayer r:embed="Re351c56840ad4b36">
                    <a14:imgEffect>
                      <a14:backgroundRemoval t="0" b="100000" l="0" r="100000">
                        <a14:foregroundMark x1="42857" y1="31852" x2="20408" y2="61481"/>
                        <a14:foregroundMark x1="38776" y1="16296" x2="63265" y2="14074"/>
                        <a14:foregroundMark x1="10884" y1="65185" x2="19728" y2="63704"/>
                        <a14:foregroundMark x1="21769" y1="65185" x2="46939" y2="36296"/>
                        <a14:foregroundMark x1="20408" y1="48889" x2="31293" y2="32593"/>
                        <a14:foregroundMark x1="8844" y1="84444" x2="84354" y2="83704"/>
                        <a14:foregroundMark x1="13605" y1="91111" x2="24490" y2="91852"/>
                        <a14:foregroundMark x1="74830" y1="90370" x2="82993" y2="90370"/>
                        <a14:foregroundMark x1="8844" y1="89630" x2="13605" y2="93333"/>
                        <a14:backgroundMark x1="59864" y1="0" x2="59864" y2="0"/>
                        <a14:backgroundMark x1="87755" y1="0" x2="99320" y2="14815"/>
                        <a14:backgroundMark x1="74830" y1="0" x2="99320" y2="18519"/>
                        <a14:backgroundMark x1="80272" y1="15556" x2="99320" y2="51111"/>
                        <a14:backgroundMark x1="55102" y1="50370" x2="42857" y2="66667"/>
                        <a14:backgroundMark x1="36735" y1="63704" x2="51020" y2="42963"/>
                        <a14:backgroundMark x1="59184" y1="55556" x2="57823" y2="36296"/>
                        <a14:backgroundMark x1="2041" y1="11111" x2="0" y2="21481"/>
                        <a14:backgroundMark x1="31973" y1="0" x2="0" y2="18519"/>
                        <a14:backgroundMark x1="29252" y1="0" x2="13605" y2="48148"/>
                        <a14:backgroundMark x1="31973" y1="22222" x2="31293" y2="18519"/>
                        <a14:backgroundMark x1="35374" y1="76296" x2="4082" y2="72593"/>
                        <a14:backgroundMark x1="71429" y1="2222" x2="85034" y2="25185"/>
                        <a14:backgroundMark x1="36735" y1="0" x2="20408" y2="5926"/>
                        <a14:backgroundMark x1="18367" y1="42963" x2="24490" y2="30370"/>
                        <a14:backgroundMark x1="29932" y1="8148" x2="25850" y2="28148"/>
                        <a14:backgroundMark x1="26531" y1="34815" x2="21769" y2="40000"/>
                        <a14:backgroundMark x1="55102" y1="25926" x2="56463" y2="36296"/>
                        <a14:backgroundMark x1="0" y1="90370" x2="2721" y2="99259"/>
                        <a14:backgroundMark x1="94558" y1="99259" x2="94558" y2="99259"/>
                        <a14:backgroundMark x1="4762" y1="88889" x2="10204" y2="95556"/>
                        <a14:backgroundMark x1="4082" y1="85926" x2="8844" y2="90370"/>
                        <a14:backgroundMark x1="11565" y1="71111" x2="15646" y2="7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6321" y="3408041"/>
            <a:ext cx="1368153" cy="124918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1642E97-92F9-6B7C-F4BB-0D4A0E4E7B1A}"/>
              </a:ext>
            </a:extLst>
          </p:cNvPr>
          <p:cNvSpPr txBox="1"/>
          <p:nvPr/>
        </p:nvSpPr>
        <p:spPr>
          <a:xfrm>
            <a:off x="1364286" y="1700808"/>
            <a:ext cx="55177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ln>
                  <a:solidFill>
                    <a:srgbClr val="C00000"/>
                  </a:solidFill>
                </a:ln>
                <a:gradFill>
                  <a:gsLst>
                    <a:gs pos="0">
                      <a:srgbClr val="FEEBB0"/>
                    </a:gs>
                    <a:gs pos="47000">
                      <a:srgbClr val="F5DE79"/>
                    </a:gs>
                    <a:gs pos="100000">
                      <a:srgbClr val="FEEBB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Arial"/>
              </a:rPr>
              <a:t>谢谢观看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257C85D-98F7-0EEE-9C90-9D3188AABFD4}"/>
              </a:ext>
            </a:extLst>
          </p:cNvPr>
          <p:cNvPicPr>
            <a:picLocks noChangeAspect="1"/>
          </p:cNvPicPr>
          <p:nvPr/>
        </p:nvPicPr>
        <p:blipFill rotWithShape="1">
          <a:blip r:embed="R0325756c6ac44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39"/>
          <a:stretch/>
        </p:blipFill>
        <p:spPr>
          <a:xfrm>
            <a:off x="4151785" y="-243408"/>
            <a:ext cx="3512017" cy="86409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8926AFF-5207-A4C2-68C9-5FB3CD30C1BC}"/>
              </a:ext>
            </a:extLst>
          </p:cNvPr>
          <p:cNvSpPr txBox="1"/>
          <p:nvPr/>
        </p:nvSpPr>
        <p:spPr>
          <a:xfrm>
            <a:off x="263352" y="6351133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不忘初心 牢记使命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59471F-92F7-6890-2463-295B66D62BAE}"/>
              </a:ext>
            </a:extLst>
          </p:cNvPr>
          <p:cNvSpPr txBox="1"/>
          <p:nvPr/>
        </p:nvSpPr>
        <p:spPr>
          <a:xfrm>
            <a:off x="2312345" y="6381908"/>
            <a:ext cx="45696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" dirty="0">
                <a:solidFill>
                  <a:schemeClr val="bg1">
                    <a:lumMod val="95000"/>
                  </a:schemeClr>
                </a:solidFill>
                <a:latin typeface="Arial"/>
                <a:ea typeface="微软雅黑"/>
                <a:cs typeface="阿里巴巴普惠体 2.0 55 Regular" panose="00020600040101010101" pitchFamily="18" charset="-122"/>
                <a:sym typeface="Arial"/>
              </a:rPr>
              <a:t>NEVER FORGET YOUR ORIGINAL INTENTION, ALWAYS REMEMBER YOUR MISSION</a:t>
            </a:r>
            <a:endParaRPr lang="zh-CN" altLang="en-US" sz="600" dirty="0">
              <a:solidFill>
                <a:schemeClr val="bg1">
                  <a:lumMod val="95000"/>
                </a:schemeClr>
              </a:solidFill>
              <a:latin typeface="Arial"/>
              <a:ea typeface="微软雅黑"/>
              <a:cs typeface="阿里巴巴普惠体 2.0 55 Regular" panose="00020600040101010101" pitchFamily="18" charset="-122"/>
              <a:sym typeface="Arial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6B3910-7510-CA5B-C3E6-87A95AED639A}"/>
              </a:ext>
            </a:extLst>
          </p:cNvPr>
          <p:cNvSpPr txBox="1"/>
          <p:nvPr/>
        </p:nvSpPr>
        <p:spPr>
          <a:xfrm>
            <a:off x="839417" y="3494200"/>
            <a:ext cx="6824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做好双拥工作</a:t>
            </a:r>
            <a:r>
              <a:rPr lang="en-US" altLang="zh-CN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,</a:t>
            </a:r>
            <a:r>
              <a:rPr lang="zh-CN" altLang="en-US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发展生产力</a:t>
            </a:r>
            <a:r>
              <a:rPr lang="en-US" altLang="zh-CN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,</a:t>
            </a:r>
            <a:r>
              <a:rPr lang="zh-CN" altLang="en-US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提高战斗力</a:t>
            </a:r>
            <a:r>
              <a:rPr lang="en-US" altLang="zh-CN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,</a:t>
            </a:r>
            <a:endParaRPr lang="zh-CN" altLang="en-US" sz="2000" dirty="0">
              <a:solidFill>
                <a:srgbClr val="FEEB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sym typeface="Arial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5E7080C-35D1-B728-E1B4-0D722D488CB0}"/>
              </a:ext>
            </a:extLst>
          </p:cNvPr>
          <p:cNvSpPr txBox="1"/>
          <p:nvPr/>
        </p:nvSpPr>
        <p:spPr>
          <a:xfrm>
            <a:off x="2855640" y="3923211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增强军民凝聚力</a:t>
            </a:r>
            <a:r>
              <a:rPr lang="en-US" altLang="zh-CN" sz="2000" dirty="0">
                <a:solidFill>
                  <a:srgbClr val="FEEB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/>
              </a:rPr>
              <a:t>!</a:t>
            </a:r>
            <a:endParaRPr lang="zh-CN" altLang="en-US" sz="2000" dirty="0">
              <a:solidFill>
                <a:srgbClr val="FEEB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sym typeface="Arial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E06760-9AFE-5F9E-A1B8-42439AE92A15}"/>
              </a:ext>
            </a:extLst>
          </p:cNvPr>
          <p:cNvSpPr txBox="1"/>
          <p:nvPr/>
        </p:nvSpPr>
        <p:spPr>
          <a:xfrm>
            <a:off x="11208568" y="26064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八月一日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8FA596-612E-2C94-5CDA-8726C0353DE7}"/>
              </a:ext>
            </a:extLst>
          </p:cNvPr>
          <p:cNvSpPr txBox="1"/>
          <p:nvPr/>
        </p:nvSpPr>
        <p:spPr>
          <a:xfrm>
            <a:off x="11460220" y="547912"/>
            <a:ext cx="684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1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建军节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5EC89F-B5AF-E458-EF84-2EEB9EB1367F}"/>
              </a:ext>
            </a:extLst>
          </p:cNvPr>
          <p:cNvSpPr txBox="1"/>
          <p:nvPr/>
        </p:nvSpPr>
        <p:spPr>
          <a:xfrm>
            <a:off x="11692754" y="764569"/>
            <a:ext cx="451919" cy="792225"/>
          </a:xfrm>
          <a:prstGeom prst="rect">
            <a:avLst/>
          </a:prstGeom>
          <a:noFill/>
        </p:spPr>
        <p:txBody>
          <a:bodyPr vert="wordArtVertRtl"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rgbClr val="FDF4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阿里巴巴普惠体 2.0 95 ExtraBold" panose="00020600040101010101" pitchFamily="18" charset="-122"/>
                <a:sym typeface="Arial"/>
              </a:rPr>
              <a:t>Army Day</a:t>
            </a:r>
            <a:endParaRPr lang="zh-CN" altLang="en-US" sz="800" dirty="0">
              <a:solidFill>
                <a:srgbClr val="FDF4D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阿里巴巴普惠体 2.0 95 ExtraBold" panose="00020600040101010101" pitchFamily="18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436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a14="http://schemas.microsoft.com/office/drawing/2010/main" xmlns:a16="http://schemas.microsoft.com/office/drawing/2014/main"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d5de95fdc5114e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4060e31a2c8a44dc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bc6e3133c814456f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dba0bc2e89004dc5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bc6e3133c814456f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f6d2f497ed2f444ba0a69baffb6ae51c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b3f89f9263b740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942160154be847b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2d973575b3f34ae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bed69266a821455b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219dee9d7aeb491b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5360f0c2763c4b86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54aca43c719f4ca5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8011c0f0dd374d5c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1afc41d6bbad496f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e66c0c40659247e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d67e2bcd3d384f9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b9ec5f16fc4a4b8780c94ab8ca1d65a5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ff44b1fe429d44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7551234e496f48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35bc3d727f2846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15adbd405ca440bf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f67278db7f75489d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a497ddc551254e66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f67278db7f75489d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3c219c35db7f421e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f67278db7f75489d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b3c46b0441de44f792f392cb1fbb5b0d"/>
              </a:rPr>
              <a:t>部分字体来源于</a:t>
            </a:r>
            <a:r>
              <a:rPr lang="en-US" altLang="zh-CN" dirty="0">
                <a:hlinkClick r:id="Rb3c46b0441de44f792f392cb1fbb5b0d"/>
              </a:rPr>
              <a:t>100font.com  </a:t>
            </a:r>
            <a:r>
              <a:rPr lang="zh-CN" altLang="en-US" dirty="0">
                <a:hlinkClick r:id="Rb3c46b0441de44f792f392cb1fbb5b0d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5591decb9ec74a4dbf031f44afdcaf8b"/>
              </a:rPr>
              <a:t>部分图标来源于</a:t>
            </a:r>
            <a:r>
              <a:rPr lang="en-US" altLang="zh-CN" dirty="0">
                <a:hlinkClick r:id="R5591decb9ec74a4dbf031f44afdcaf8b"/>
              </a:rPr>
              <a:t>Storyset.com </a:t>
            </a:r>
            <a:r>
              <a:rPr lang="zh-CN" altLang="en-US" dirty="0">
                <a:hlinkClick r:id="R5591decb9ec74a4dbf031f44afdcaf8b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1524</Words>
  <Application>Microsoft Office PowerPoint</Application>
  <PresentationFormat>宽屏</PresentationFormat>
  <Paragraphs>196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等线</vt:lpstr>
      <vt:lpstr>等线 Light</vt:lpstr>
      <vt:lpstr>思源宋体 CN Heavy</vt:lpstr>
      <vt:lpstr>微软雅黑</vt:lpstr>
      <vt:lpstr>Arial</vt:lpstr>
      <vt:lpstr>Calibri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JP Liu</cp:lastModifiedBy>
  <cp:revision>6</cp:revision>
  <dcterms:created xsi:type="dcterms:W3CDTF">2024-04-08T12:41:30Z</dcterms:created>
  <dcterms:modified xsi:type="dcterms:W3CDTF">2025-04-28T04:17:17Z</dcterms:modified>
</cp:coreProperties>
</file>