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dPt>
            <c:idx val="4"/>
            <c:spPr>
              <a:solidFill>
                <a:srgbClr val="26379A"/>
              </a:solidFill>
            </c:spPr>
          </c:dPt>
          <c:cat>
            <c:strRef>
              <c:f>Sheet1!$A$2:$A$6</c:f>
              <c:strCache>
                <c:ptCount val="5"/>
                <c:pt idx="0">
                  <c:v>导入（10分钟）</c:v>
                </c:pt>
                <c:pt idx="1">
                  <c:v>背景知识（20分钟）</c:v>
                </c:pt>
                <c:pt idx="2">
                  <c:v>论文精读：MASPOB框架（30分钟）</c:v>
                </c:pt>
                <c:pt idx="3">
                  <c:v>讨论与延伸（20分钟）</c:v>
                </c:pt>
                <c:pt idx="4">
                  <c:v>课堂小结（10分钟）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4FB"/>
            </a:gs>
            <a:gs pos="100000">
              <a:srgbClr val="FFFFFF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6693408"/>
            <a:ext cx="8531352" cy="16459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GNN与LLM联合架构导论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图神经网络与大语言模型 | L01 | 2 学时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导入（10分钟）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背景知识（20分钟）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论文精读：MASPOB框架（30分钟）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讨论与延伸（20分钟）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课堂小结（10分钟）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5564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导入（10分钟）（3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376732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背景知识（20分钟）（6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577900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论文精读：MASPOB框架（30分钟）（8 个要点）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讨论与延伸（20分钟）（2 个要点）</a:t>
            </a:r>
          </a:p>
        </p:txBody>
      </p:sp>
      <p:sp>
        <p:nvSpPr>
          <p:cNvPr id="17" name="Oval 16"/>
          <p:cNvSpPr/>
          <p:nvPr/>
        </p:nvSpPr>
        <p:spPr>
          <a:xfrm>
            <a:off x="9802368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课堂小结（10分钟）（3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003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5910" y="192024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591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理解图神经网络（GNN）的基本概念与信息传播机制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614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6140" y="1645920"/>
            <a:ext cx="24003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40530" y="192024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053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902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了解大语言模型（LLM）在多智能体系统（MAS）中的角色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4003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15150" y="192024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515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掌握GNN与LLM结合的核心动机：结构化关系建模 + 语言理解能力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5380" y="1645920"/>
            <a:ext cx="24003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5380" y="1645920"/>
            <a:ext cx="24003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9770" y="192024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977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8260" y="2788920"/>
            <a:ext cx="2034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8260" y="3154680"/>
            <a:ext cx="20345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能够描述基于Bandit的Prompt优化框架（MASPOB）的工作流程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图神经网络回顾：节点/边/图结构，消息传递机制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大语言模型在多智能体系统中的部署模式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Prompt优化的必要性：MAS工作流不可改、性能对prompt高度敏感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MASPOB框架：Bandit算法 + GNN依赖建模 + 无标注黑盒优化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GNN+LLM联合架构的应用前景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GNN消息传递机制 vs LLM上下文理解机制的互补性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Bandit优化在无标注场景下的探索-利用权衡；GNN如何建模Agent间依赖关系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导入（10分钟）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3 个要点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导入（10分钟）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提问：如果有一个由多个LLM组成的AI团队（多智能体），如何在不修改代码的情况下提升其性能？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展示：一个MAS工作流示意图（Planner → Researcher → Writer → Reviewer）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引入：Prompt是唯一可调旋钮，但Agent间存在依赖——GNN能建模这种依赖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背景知识（20分钟）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6 个要点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背景知识（20分钟）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图的定义：节点（Agents/概念）、边（依赖/关系）、属性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消息传递：$h_v^{(l+1)} = \text{UPDATE}(h_v^{(l)}, \text{AGG}(\{h_u^{(l)} : u \in \mathcal{N}(v)\}))$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典型架构：GCN / GAT / GraphSAGE 一句话对比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LLM的能力边界：推理、规划、生成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MAS中的角色分工：每个Agent = LLM + System Prompt + 工具集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关键瓶颈：工作流固定，Prompt是唯一优化变量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论文精读：MASPOB框架（30分钟）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3 环节 · 共 8 个要点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论文精读：MASPOB框架（30分钟）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输入：MAS工作流图 G = (V, E)，每个节点 v 有当前 prompt p_v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目标：最大化整体系统输出质量 f(p_1,...,p_n)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挑战：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**GNN模块**：对MAS工作流图进行编码，捕获Agent间依赖，生成每个节点的上下文向量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**Bandit模块**：将Prompt优化建模为多臂赌博机问题，用UCB/Thompson Sampling平衡探索-利用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**优化循环**：GNN预测 → Bandit选择候选prompt → 评估 → 更新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在多个MAS基准任务上优于基线（固定prompt / 随机搜索 / 贪心优化）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6217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263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样本效率是关键优势：相同评估次数下，MASPOB效果更好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讨论与延伸（20分钟）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2 个要点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讨论与延伸（20分钟）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17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GNN+LLM联合架构的三种范式：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思考题：如果MAS工作流是动态变化的（边会增删），如何修改MASPOB？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课堂小结（10分钟）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5 环节 · 共 3 个要点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课堂小结（10分钟）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⭐ GNN建模关系 + LLM处理语言 → 互补优势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🔑 MASPOB = 依赖感知 + 样本高效 + 黑盒友好的Prompt优化框架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💎 预告：下节课探讨GNN用于文本分类（论文#4：多尺度特征融合）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图神经网络与大语言模型 - GNN与LLM联合架构导论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