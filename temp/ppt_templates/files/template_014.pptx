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bin" ContentType="image/png"/>
  <Override PartName="/docProps/core.xml" ContentType="application/vnd.openxmlformats-package.core-properties+xml"/>
  <Override PartName="/docProps/app.xml" ContentType="application/vnd.openxmlformats-officedocument.extended-properties+xml"/>
  <Override PartName="/ppt/notesMasters/notesMaster1.xml" ContentType="application/vnd.openxmlformats-officedocument.presentationml.notesMaster+xml"/>
  <Override PartName="/ppt/notesMasters/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media/image2.bin" ContentType="image/jpeg"/>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media/image3.bin" ContentType="image/jpeg"/>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slides/charts/embeddings/package.bin" ContentType="application/vnd.openxmlformats-officedocument.spreadsheetml.sheet"/>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media/image4.bin" ContentType="image/jpeg"/>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media/image5.bin" ContentType="image/jpeg"/>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media/image6.bin" ContentType="image/jpeg"/>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media/image7.bin" ContentType="image/jpeg"/>
  <Override PartName="/ppt/media/image8.bin" ContentType="image/jpeg"/>
  <Override PartName="/ppt/media/image9.bin" ContentType="image/jpeg"/>
  <Override PartName="/ppt/media/image10.bin" ContentType="image/jpeg"/>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media/image11.bin" ContentType="image/jpeg"/>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media/image12.bin" ContentType="image/jpeg"/>
  <Override PartName="/ppt/customXML/item.xml" ContentType="application/inkml+xml"/>
  <Override PartName="/ppt/customXML/item2.xml" ContentType="application/inkml+xml"/>
  <Override PartName="/ppt/slides/slide35.xml" ContentType="application/vnd.openxmlformats-officedocument.presentationml.slide+xml"/>
  <Override PartName="/ppt/media/image15.bin" ContentType="image/jpeg"/>
  <Override PartName="/ppt/media/image16.bin" ContentType="image/jpeg"/>
  <Override PartName="/ppt/media/image19.bin" ContentType="image/jpeg"/>
  <Override PartName="/ppt/customXML/item3.xml" ContentType="application/inkml+xml"/>
  <Override PartName="/ppt/customXML/item4.xml" ContentType="application/inkml+xml"/>
  <Override PartName="/ppt/customXML/item5.xml" ContentType="application/inkml+xml"/>
  <Override PartName="/ppt/slides/slide36.xml" ContentType="application/vnd.openxmlformats-officedocument.presentationml.slide+xml"/>
  <Override PartName="/ppt/customXML/item6.xml" ContentType="application/inkml+xml"/>
  <Override PartName="/ppt/customXML/item7.xml" ContentType="application/inkml+xml"/>
  <Override PartName="/ppt/customXML/item8.xml" ContentType="application/inkml+xml"/>
  <Override PartName="/ppt/slides/slide37.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8289057a9f0b4a62" /><Relationship Type="http://schemas.openxmlformats.org/package/2006/relationships/metadata/core-properties" Target="/docProps/core.xml" Id="R2be3258079e04d50" /><Relationship Type="http://schemas.openxmlformats.org/officeDocument/2006/relationships/extended-properties" Target="/docProps/app.xml" Id="R02158af381a6405e"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e8781091c0f14168"/>
  </p:sldMasterIdLst>
  <p:notesMasterIdLst>
    <p:notesMasterId r:id="R32a50fc2f3244322"/>
  </p:notesMasterIdLst>
  <p:sldIdLst>
    <p:sldId id="256" r:id="Re99f73a216514c48"/>
    <p:sldId id="257" r:id="R76ad8968a37c4eb9"/>
    <p:sldId id="258" r:id="R8824eb077d144865"/>
    <p:sldId id="259" r:id="R5ea844bbd4af47ee"/>
    <p:sldId id="260" r:id="R27672c1621cc443e"/>
    <p:sldId id="261" r:id="R737eb2e4d255403c"/>
    <p:sldId id="262" r:id="Rba7bcbd7ee9f49a3"/>
    <p:sldId id="263" r:id="Rd4517234366f472f"/>
    <p:sldId id="264" r:id="R2b616a72cd0f4d72"/>
    <p:sldId id="265" r:id="Reac5d045dbb34fcc"/>
    <p:sldId id="266" r:id="Rb6d85dd50bdd452d"/>
    <p:sldId id="267" r:id="Rfbec090470e3499f"/>
    <p:sldId id="268" r:id="Rde81b612d9084982"/>
    <p:sldId id="269" r:id="R0cbb2598bc5b4e1a"/>
    <p:sldId id="270" r:id="Rb4480695a3074b16"/>
    <p:sldId id="271" r:id="R87b3fef82cf7460b"/>
    <p:sldId id="272" r:id="R4c57f261b2984a28"/>
    <p:sldId id="273" r:id="Rcb6fbc737a5e4b97"/>
    <p:sldId id="274" r:id="R8a7a6e58538046fe"/>
    <p:sldId id="275" r:id="Re7b2773477964279"/>
    <p:sldId id="276" r:id="R3726e0b14b0b45f1"/>
    <p:sldId id="277" r:id="R4d513adc7d494855"/>
    <p:sldId id="278" r:id="R4f46b82888d14270"/>
    <p:sldId id="279" r:id="R14b85ade6fc0417e"/>
    <p:sldId id="280" r:id="R3ac8fc4f20f24f35"/>
    <p:sldId id="281" r:id="R281a8c5896574e0e"/>
    <p:sldId id="282" r:id="R8f32a8ede0984c2e"/>
    <p:sldId id="283" r:id="R3d011d9c1fb84f2b"/>
    <p:sldId id="284" r:id="R7a310b7679e34aa6"/>
    <p:sldId id="285" r:id="R29a1ed8ed84b4765"/>
    <p:sldId id="286" r:id="Re6bd717db3f94581"/>
    <p:sldId id="287" r:id="R3f59b8cd05e14476"/>
    <p:sldId id="288" r:id="Rc59188d909a7462e"/>
    <p:sldId id="289" r:id="Rb7a7733f56494d48"/>
    <p:sldId id="290" r:id="R929a99eff6d74ed3"/>
    <p:sldId id="291" r:id="R3670747420284f83"/>
    <p:sldId id="292" r:id="R776497af4f8644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3A2E4"/>
    <a:srgbClr val="044B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820" autoAdjust="0"/>
  </p:normalViewPr>
  <p:slideViewPr>
    <p:cSldViewPr snapToGrid="0" showGuides="1">
      <p:cViewPr varScale="1">
        <p:scale>
          <a:sx n="82" d="100"/>
          <a:sy n="82" d="100"/>
        </p:scale>
        <p:origin x="42" y="453"/>
      </p:cViewPr>
      <p:guideLst>
        <p:guide orient="horz" pos="2183"/>
        <p:guide pos="3840"/>
      </p:guideLst>
    </p:cSldViewPr>
  </p:slideViewPr>
  <p:notesTextViewPr>
    <p:cViewPr>
      <p:scale>
        <a:sx n="1" d="1"/>
        <a:sy n="1" d="1"/>
      </p:scale>
      <p:origin x="0" y="0"/>
    </p:cViewPr>
  </p:notesTextViewPr>
  <p:gridSpacing cx="72008" cy="72008"/>
</p:viewPr>
</file>

<file path=ppt/_rels/presentation.xml.rels>&#65279;<?xml version="1.0" encoding="utf-8"?><Relationships xmlns="http://schemas.openxmlformats.org/package/2006/relationships"><Relationship Type="http://schemas.openxmlformats.org/officeDocument/2006/relationships/notesMaster" Target="/ppt/notesMasters/notesMaster1.xml" Id="R32a50fc2f3244322" /><Relationship Type="http://schemas.openxmlformats.org/officeDocument/2006/relationships/presProps" Target="/ppt/presProps.xml" Id="Reb48d9b1d4944e77" /><Relationship Type="http://schemas.openxmlformats.org/officeDocument/2006/relationships/viewProps" Target="/ppt/viewProps.xml" Id="R7ad0261338384d5c" /><Relationship Type="http://schemas.openxmlformats.org/officeDocument/2006/relationships/slideMaster" Target="/ppt/slideMasters/slideMaster1.xml" Id="Re8781091c0f14168" /><Relationship Type="http://schemas.openxmlformats.org/officeDocument/2006/relationships/theme" Target="/ppt/slideMasters/theme/theme2.xml" Id="Rd457626c015840a2" /><Relationship Type="http://schemas.openxmlformats.org/officeDocument/2006/relationships/slide" Target="/ppt/slides/slide1.xml" Id="Re99f73a216514c48" /><Relationship Type="http://schemas.openxmlformats.org/officeDocument/2006/relationships/slide" Target="/ppt/slides/slide2.xml" Id="R76ad8968a37c4eb9" /><Relationship Type="http://schemas.openxmlformats.org/officeDocument/2006/relationships/slide" Target="/ppt/slides/slide3.xml" Id="R8824eb077d144865" /><Relationship Type="http://schemas.openxmlformats.org/officeDocument/2006/relationships/slide" Target="/ppt/slides/slide4.xml" Id="R5ea844bbd4af47ee" /><Relationship Type="http://schemas.openxmlformats.org/officeDocument/2006/relationships/slide" Target="/ppt/slides/slide5.xml" Id="R27672c1621cc443e" /><Relationship Type="http://schemas.openxmlformats.org/officeDocument/2006/relationships/slide" Target="/ppt/slides/slide6.xml" Id="R737eb2e4d255403c" /><Relationship Type="http://schemas.openxmlformats.org/officeDocument/2006/relationships/slide" Target="/ppt/slides/slide7.xml" Id="Rba7bcbd7ee9f49a3" /><Relationship Type="http://schemas.openxmlformats.org/officeDocument/2006/relationships/slide" Target="/ppt/slides/slide8.xml" Id="Rd4517234366f472f" /><Relationship Type="http://schemas.openxmlformats.org/officeDocument/2006/relationships/slide" Target="/ppt/slides/slide9.xml" Id="R2b616a72cd0f4d72" /><Relationship Type="http://schemas.openxmlformats.org/officeDocument/2006/relationships/slide" Target="/ppt/slides/slide10.xml" Id="Reac5d045dbb34fcc" /><Relationship Type="http://schemas.openxmlformats.org/officeDocument/2006/relationships/slide" Target="/ppt/slides/slide11.xml" Id="Rb6d85dd50bdd452d" /><Relationship Type="http://schemas.openxmlformats.org/officeDocument/2006/relationships/slide" Target="/ppt/slides/slide12.xml" Id="Rfbec090470e3499f" /><Relationship Type="http://schemas.openxmlformats.org/officeDocument/2006/relationships/slide" Target="/ppt/slides/slide13.xml" Id="Rde81b612d9084982" /><Relationship Type="http://schemas.openxmlformats.org/officeDocument/2006/relationships/slide" Target="/ppt/slides/slide14.xml" Id="R0cbb2598bc5b4e1a" /><Relationship Type="http://schemas.openxmlformats.org/officeDocument/2006/relationships/slide" Target="/ppt/slides/slide15.xml" Id="Rb4480695a3074b16" /><Relationship Type="http://schemas.openxmlformats.org/officeDocument/2006/relationships/slide" Target="/ppt/slides/slide16.xml" Id="R87b3fef82cf7460b" /><Relationship Type="http://schemas.openxmlformats.org/officeDocument/2006/relationships/slide" Target="/ppt/slides/slide17.xml" Id="R4c57f261b2984a28" /><Relationship Type="http://schemas.openxmlformats.org/officeDocument/2006/relationships/slide" Target="/ppt/slides/slide18.xml" Id="Rcb6fbc737a5e4b97" /><Relationship Type="http://schemas.openxmlformats.org/officeDocument/2006/relationships/slide" Target="/ppt/slides/slide19.xml" Id="R8a7a6e58538046fe" /><Relationship Type="http://schemas.openxmlformats.org/officeDocument/2006/relationships/slide" Target="/ppt/slides/slide20.xml" Id="Re7b2773477964279" /><Relationship Type="http://schemas.openxmlformats.org/officeDocument/2006/relationships/slide" Target="/ppt/slides/slide21.xml" Id="R3726e0b14b0b45f1" /><Relationship Type="http://schemas.openxmlformats.org/officeDocument/2006/relationships/slide" Target="/ppt/slides/slide22.xml" Id="R4d513adc7d494855" /><Relationship Type="http://schemas.openxmlformats.org/officeDocument/2006/relationships/slide" Target="/ppt/slides/slide23.xml" Id="R4f46b82888d14270" /><Relationship Type="http://schemas.openxmlformats.org/officeDocument/2006/relationships/slide" Target="/ppt/slides/slide24.xml" Id="R14b85ade6fc0417e" /><Relationship Type="http://schemas.openxmlformats.org/officeDocument/2006/relationships/slide" Target="/ppt/slides/slide25.xml" Id="R3ac8fc4f20f24f35" /><Relationship Type="http://schemas.openxmlformats.org/officeDocument/2006/relationships/slide" Target="/ppt/slides/slide26.xml" Id="R281a8c5896574e0e" /><Relationship Type="http://schemas.openxmlformats.org/officeDocument/2006/relationships/slide" Target="/ppt/slides/slide27.xml" Id="R8f32a8ede0984c2e" /><Relationship Type="http://schemas.openxmlformats.org/officeDocument/2006/relationships/slide" Target="/ppt/slides/slide28.xml" Id="R3d011d9c1fb84f2b" /><Relationship Type="http://schemas.openxmlformats.org/officeDocument/2006/relationships/slide" Target="/ppt/slides/slide29.xml" Id="R7a310b7679e34aa6" /><Relationship Type="http://schemas.openxmlformats.org/officeDocument/2006/relationships/slide" Target="/ppt/slides/slide30.xml" Id="R29a1ed8ed84b4765" /><Relationship Type="http://schemas.openxmlformats.org/officeDocument/2006/relationships/slide" Target="/ppt/slides/slide31.xml" Id="Re6bd717db3f94581" /><Relationship Type="http://schemas.openxmlformats.org/officeDocument/2006/relationships/slide" Target="/ppt/slides/slide32.xml" Id="R3f59b8cd05e14476" /><Relationship Type="http://schemas.openxmlformats.org/officeDocument/2006/relationships/slide" Target="/ppt/slides/slide33.xml" Id="Rc59188d909a7462e" /><Relationship Type="http://schemas.openxmlformats.org/officeDocument/2006/relationships/slide" Target="/ppt/slides/slide34.xml" Id="Rb7a7733f56494d48" /><Relationship Type="http://schemas.openxmlformats.org/officeDocument/2006/relationships/slide" Target="/ppt/slides/slide35.xml" Id="R929a99eff6d74ed3" /><Relationship Type="http://schemas.openxmlformats.org/officeDocument/2006/relationships/slide" Target="/ppt/slides/slide36.xml" Id="R3670747420284f83" /><Relationship Type="http://schemas.openxmlformats.org/officeDocument/2006/relationships/slide" Target="/ppt/slides/slide37.xml" Id="R776497af4f864432" /></Relationships>
</file>

<file path=ppt/customXML/item.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3"/>
    </inkml:context>
    <inkml:brush xml:id="br0">
      <inkml:brushProperty name="width" value="0.2" units="cm"/>
      <inkml:brushProperty name="height" value="0.2" units="cm"/>
      <inkml:brushProperty name="color" value="#EAEAEA"/>
    </inkml:brush>
  </inkml:definitions>
  <inkml:trace contextRef="#ctx0" brushRef="#br0">1 1 24575,'5255'0'-1365</inkml:trace>
</inkml:ink>
</file>

<file path=ppt/customXML/item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37"/>
    </inkml:context>
    <inkml:brush xml:id="br0">
      <inkml:brushProperty name="width" value="0.2" units="cm"/>
      <inkml:brushProperty name="height" value="0.2" units="cm"/>
      <inkml:brushProperty name="color" value="#EAEAEA"/>
    </inkml:brush>
  </inkml:definitions>
  <inkml:trace contextRef="#ctx0" brushRef="#br0">0 0 24575,'0'0'-8191</inkml:trace>
</inkml:ink>
</file>

<file path=ppt/customXML/item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notesMasters/_rels/notesMaster1.xml.rels>&#65279;<?xml version="1.0" encoding="utf-8"?><Relationships xmlns="http://schemas.openxmlformats.org/package/2006/relationships"><Relationship Type="http://schemas.openxmlformats.org/officeDocument/2006/relationships/theme" Target="/ppt/notesMasters/theme/theme1.xml" Id="R83d3e6be28114c97"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77F675-3266-4CC3-A97D-3592963B4946}" type="datetimeFigureOut">
              <a:rPr lang="zh-CN" altLang="en-US"/>
              <a:t>2025/4/28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1AA0EE-EF14-4FEC-BB7B-A8CD25C823E3}" type="slidenum">
              <a:rPr lang="zh-CN" altLang="en-US"/>
              <a:t>‹#›</a:t>
            </a:fld>
            <a:endParaRPr lang="zh-CN" altLang="en-US"/>
          </a:p>
        </p:txBody>
      </p:sp>
    </p:spTree>
    <p:extLst>
      <p:ext uri="{BB962C8B-B14F-4D97-AF65-F5344CB8AC3E}">
        <p14:creationId xmlns:p14="http://schemas.microsoft.com/office/powerpoint/2010/main" val="1848456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1.xml" Id="R6f7d2654773e4839" /><Relationship Type="http://schemas.openxmlformats.org/officeDocument/2006/relationships/notesMaster" Target="/ppt/notesMasters/notesMaster1.xml" Id="Rd48b1c0855754e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1f31cb737d48b9" /><Relationship Type="http://schemas.openxmlformats.org/officeDocument/2006/relationships/notesMaster" Target="/ppt/notesMasters/notesMaster1.xml" Id="R466a9b755ca743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53b0f5331b4451" /><Relationship Type="http://schemas.openxmlformats.org/officeDocument/2006/relationships/notesMaster" Target="/ppt/notesMasters/notesMaster1.xml" Id="R2c775075d57440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51845ae67349d8" /><Relationship Type="http://schemas.openxmlformats.org/officeDocument/2006/relationships/notesMaster" Target="/ppt/notesMasters/notesMaster1.xml" Id="R0604dd42724f46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1d92d498ea4743" /><Relationship Type="http://schemas.openxmlformats.org/officeDocument/2006/relationships/notesMaster" Target="/ppt/notesMasters/notesMaster1.xml" Id="R41339227ac6b45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65aa7ae8f34936" /><Relationship Type="http://schemas.openxmlformats.org/officeDocument/2006/relationships/notesMaster" Target="/ppt/notesMasters/notesMaster1.xml" Id="R25d019b39fbf43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d2e9ef2c654679" /><Relationship Type="http://schemas.openxmlformats.org/officeDocument/2006/relationships/notesMaster" Target="/ppt/notesMasters/notesMaster1.xml" Id="Rdd5f615718a549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64ac6e18cb47ee" /><Relationship Type="http://schemas.openxmlformats.org/officeDocument/2006/relationships/notesMaster" Target="/ppt/notesMasters/notesMaster1.xml" Id="R6147e3b95d05444a"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61882d387a441a" /><Relationship Type="http://schemas.openxmlformats.org/officeDocument/2006/relationships/notesMaster" Target="/ppt/notesMasters/notesMaster1.xml" Id="R817b87d9fa744a1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bf5759b57d44b07" /><Relationship Type="http://schemas.openxmlformats.org/officeDocument/2006/relationships/notesMaster" Target="/ppt/notesMasters/notesMaster1.xml" Id="R1566fb8ee3c94f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bd4d26cb8c4baa" /><Relationship Type="http://schemas.openxmlformats.org/officeDocument/2006/relationships/notesMaster" Target="/ppt/notesMasters/notesMaster1.xml" Id="R6dc251dacfe34af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68a68f55ae54606" /><Relationship Type="http://schemas.openxmlformats.org/officeDocument/2006/relationships/notesMaster" Target="/ppt/notesMasters/notesMaster1.xml" Id="Rb09c9b3eaedc46a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d5156480d304bb5" /><Relationship Type="http://schemas.openxmlformats.org/officeDocument/2006/relationships/notesMaster" Target="/ppt/notesMasters/notesMaster1.xml" Id="R0f656147c343447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d385f8f627a4c27" /><Relationship Type="http://schemas.openxmlformats.org/officeDocument/2006/relationships/notesMaster" Target="/ppt/notesMasters/notesMaster1.xml" Id="Read558c83a9047d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a306e38fac94585" /><Relationship Type="http://schemas.openxmlformats.org/officeDocument/2006/relationships/notesMaster" Target="/ppt/notesMasters/notesMaster1.xml" Id="Rbd788444a3a74fe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7fd6cdf8be54572" /><Relationship Type="http://schemas.openxmlformats.org/officeDocument/2006/relationships/notesMaster" Target="/ppt/notesMasters/notesMaster1.xml" Id="Rb85dd8e54da044e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ae01b286e9c42f4" /><Relationship Type="http://schemas.openxmlformats.org/officeDocument/2006/relationships/notesMaster" Target="/ppt/notesMasters/notesMaster1.xml" Id="R73420ebef2704e7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73002a960134995" /><Relationship Type="http://schemas.openxmlformats.org/officeDocument/2006/relationships/notesMaster" Target="/ppt/notesMasters/notesMaster1.xml" Id="R8e4f92c78cff4ba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73036dad017405e" /><Relationship Type="http://schemas.openxmlformats.org/officeDocument/2006/relationships/notesMaster" Target="/ppt/notesMasters/notesMaster1.xml" Id="R9eaaf2ba9398438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39c6b8aa55d4bb7" /><Relationship Type="http://schemas.openxmlformats.org/officeDocument/2006/relationships/notesMaster" Target="/ppt/notesMasters/notesMaster1.xml" Id="R7ffb3d2b43a64b7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c00c81bb1c840f4" /><Relationship Type="http://schemas.openxmlformats.org/officeDocument/2006/relationships/notesMaster" Target="/ppt/notesMasters/notesMaster1.xml" Id="R0575b51b3d05485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baf4309d9e14441" /><Relationship Type="http://schemas.openxmlformats.org/officeDocument/2006/relationships/notesMaster" Target="/ppt/notesMasters/notesMaster1.xml" Id="R0d38d28b46ad463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84096b02faa460b" /><Relationship Type="http://schemas.openxmlformats.org/officeDocument/2006/relationships/notesMaster" Target="/ppt/notesMasters/notesMaster1.xml" Id="R671d8c8fd3b64a6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b1dfeb3ec00473d" /><Relationship Type="http://schemas.openxmlformats.org/officeDocument/2006/relationships/notesMaster" Target="/ppt/notesMasters/notesMaster1.xml" Id="R455933096f44413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a5ae917fb2e4b1c" /><Relationship Type="http://schemas.openxmlformats.org/officeDocument/2006/relationships/notesMaster" Target="/ppt/notesMasters/notesMaster1.xml" Id="Rb51fbc9ad944464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258324552884ac3" /><Relationship Type="http://schemas.openxmlformats.org/officeDocument/2006/relationships/notesMaster" Target="/ppt/notesMasters/notesMaster1.xml" Id="Rd4437370f7f0424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ecd20c89c214ef3" /><Relationship Type="http://schemas.openxmlformats.org/officeDocument/2006/relationships/notesMaster" Target="/ppt/notesMasters/notesMaster1.xml" Id="R7d3d303853f1430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db192136fdf473a" /><Relationship Type="http://schemas.openxmlformats.org/officeDocument/2006/relationships/notesMaster" Target="/ppt/notesMasters/notesMaster1.xml" Id="R147d98c466a64dd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1dd793bfe344822" /><Relationship Type="http://schemas.openxmlformats.org/officeDocument/2006/relationships/notesMaster" Target="/ppt/notesMasters/notesMaster1.xml" Id="R71b150b5bac94e1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ce48b5b630e437b" /><Relationship Type="http://schemas.openxmlformats.org/officeDocument/2006/relationships/notesMaster" Target="/ppt/notesMasters/notesMaster1.xml" Id="R386cd25853b34c7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5aa0a74d1434628" /><Relationship Type="http://schemas.openxmlformats.org/officeDocument/2006/relationships/notesMaster" Target="/ppt/notesMasters/notesMaster1.xml" Id="R640cde2b423f43b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f32994070c04dca" /><Relationship Type="http://schemas.openxmlformats.org/officeDocument/2006/relationships/notesMaster" Target="/ppt/notesMasters/notesMaster1.xml" Id="Rc98b3755ddf4461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958ce5eb7944161" /><Relationship Type="http://schemas.openxmlformats.org/officeDocument/2006/relationships/notesMaster" Target="/ppt/notesMasters/notesMaster1.xml" Id="Re0d9c1d3752146fa"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1</a:t>
            </a:fld>
            <a:endParaRPr lang="zh-CN" altLang="en-US"/>
          </a:p>
        </p:txBody>
      </p:sp>
    </p:spTree>
    <p:extLst>
      <p:ext uri="{BB962C8B-B14F-4D97-AF65-F5344CB8AC3E}">
        <p14:creationId xmlns:p14="http://schemas.microsoft.com/office/powerpoint/2010/main" val="4120544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2</a:t>
            </a:fld>
            <a:endParaRPr lang="zh-CN" altLang="en-US"/>
          </a:p>
        </p:txBody>
      </p:sp>
    </p:spTree>
    <p:extLst>
      <p:ext uri="{BB962C8B-B14F-4D97-AF65-F5344CB8AC3E}">
        <p14:creationId xmlns:p14="http://schemas.microsoft.com/office/powerpoint/2010/main" val="3485643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3</a:t>
            </a:fld>
            <a:endParaRPr lang="zh-CN" altLang="en-US"/>
          </a:p>
        </p:txBody>
      </p:sp>
    </p:spTree>
    <p:extLst>
      <p:ext uri="{BB962C8B-B14F-4D97-AF65-F5344CB8AC3E}">
        <p14:creationId xmlns:p14="http://schemas.microsoft.com/office/powerpoint/2010/main" val="3470540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4</a:t>
            </a:fld>
            <a:endParaRPr lang="zh-CN" altLang="en-US"/>
          </a:p>
        </p:txBody>
      </p:sp>
    </p:spTree>
    <p:extLst>
      <p:ext uri="{BB962C8B-B14F-4D97-AF65-F5344CB8AC3E}">
        <p14:creationId xmlns:p14="http://schemas.microsoft.com/office/powerpoint/2010/main" val="2965375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5</a:t>
            </a:fld>
            <a:endParaRPr lang="zh-CN" altLang="en-US"/>
          </a:p>
        </p:txBody>
      </p:sp>
    </p:spTree>
    <p:extLst>
      <p:ext uri="{BB962C8B-B14F-4D97-AF65-F5344CB8AC3E}">
        <p14:creationId xmlns:p14="http://schemas.microsoft.com/office/powerpoint/2010/main" val="18363635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6</a:t>
            </a:fld>
            <a:endParaRPr lang="zh-CN" altLang="en-US"/>
          </a:p>
        </p:txBody>
      </p:sp>
    </p:spTree>
    <p:extLst>
      <p:ext uri="{BB962C8B-B14F-4D97-AF65-F5344CB8AC3E}">
        <p14:creationId xmlns:p14="http://schemas.microsoft.com/office/powerpoint/2010/main" val="36502965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7</a:t>
            </a:fld>
            <a:endParaRPr lang="zh-CN" altLang="en-US"/>
          </a:p>
        </p:txBody>
      </p:sp>
    </p:spTree>
    <p:extLst>
      <p:ext uri="{BB962C8B-B14F-4D97-AF65-F5344CB8AC3E}">
        <p14:creationId xmlns:p14="http://schemas.microsoft.com/office/powerpoint/2010/main" val="38429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8</a:t>
            </a:fld>
            <a:endParaRPr lang="zh-CN" altLang="en-US"/>
          </a:p>
        </p:txBody>
      </p:sp>
    </p:spTree>
    <p:extLst>
      <p:ext uri="{BB962C8B-B14F-4D97-AF65-F5344CB8AC3E}">
        <p14:creationId xmlns:p14="http://schemas.microsoft.com/office/powerpoint/2010/main" val="16488090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9</a:t>
            </a:fld>
            <a:endParaRPr lang="zh-CN" altLang="en-US"/>
          </a:p>
        </p:txBody>
      </p:sp>
    </p:spTree>
    <p:extLst>
      <p:ext uri="{BB962C8B-B14F-4D97-AF65-F5344CB8AC3E}">
        <p14:creationId xmlns:p14="http://schemas.microsoft.com/office/powerpoint/2010/main" val="3329457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10</a:t>
            </a:fld>
            <a:endParaRPr lang="zh-CN" altLang="en-US"/>
          </a:p>
        </p:txBody>
      </p:sp>
    </p:spTree>
    <p:extLst>
      <p:ext uri="{BB962C8B-B14F-4D97-AF65-F5344CB8AC3E}">
        <p14:creationId xmlns:p14="http://schemas.microsoft.com/office/powerpoint/2010/main" val="2166097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11</a:t>
            </a:fld>
            <a:endParaRPr lang="zh-CN" altLang="en-US"/>
          </a:p>
        </p:txBody>
      </p:sp>
    </p:spTree>
    <p:extLst>
      <p:ext uri="{BB962C8B-B14F-4D97-AF65-F5344CB8AC3E}">
        <p14:creationId xmlns:p14="http://schemas.microsoft.com/office/powerpoint/2010/main" val="29002954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12</a:t>
            </a:fld>
            <a:endParaRPr lang="zh-CN" altLang="en-US"/>
          </a:p>
        </p:txBody>
      </p:sp>
    </p:spTree>
    <p:extLst>
      <p:ext uri="{BB962C8B-B14F-4D97-AF65-F5344CB8AC3E}">
        <p14:creationId xmlns:p14="http://schemas.microsoft.com/office/powerpoint/2010/main" val="4193969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13</a:t>
            </a:fld>
            <a:endParaRPr lang="zh-CN" altLang="en-US"/>
          </a:p>
        </p:txBody>
      </p:sp>
    </p:spTree>
    <p:extLst>
      <p:ext uri="{BB962C8B-B14F-4D97-AF65-F5344CB8AC3E}">
        <p14:creationId xmlns:p14="http://schemas.microsoft.com/office/powerpoint/2010/main" val="12437537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14</a:t>
            </a:fld>
            <a:endParaRPr lang="zh-CN" altLang="en-US"/>
          </a:p>
        </p:txBody>
      </p:sp>
    </p:spTree>
    <p:extLst>
      <p:ext uri="{BB962C8B-B14F-4D97-AF65-F5344CB8AC3E}">
        <p14:creationId xmlns:p14="http://schemas.microsoft.com/office/powerpoint/2010/main" val="2464290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15</a:t>
            </a:fld>
            <a:endParaRPr lang="zh-CN" altLang="en-US"/>
          </a:p>
        </p:txBody>
      </p:sp>
    </p:spTree>
    <p:extLst>
      <p:ext uri="{BB962C8B-B14F-4D97-AF65-F5344CB8AC3E}">
        <p14:creationId xmlns:p14="http://schemas.microsoft.com/office/powerpoint/2010/main" val="10605290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16</a:t>
            </a:fld>
            <a:endParaRPr lang="zh-CN" altLang="en-US"/>
          </a:p>
        </p:txBody>
      </p:sp>
    </p:spTree>
    <p:extLst>
      <p:ext uri="{BB962C8B-B14F-4D97-AF65-F5344CB8AC3E}">
        <p14:creationId xmlns:p14="http://schemas.microsoft.com/office/powerpoint/2010/main" val="22564193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17</a:t>
            </a:fld>
            <a:endParaRPr lang="zh-CN" altLang="en-US"/>
          </a:p>
        </p:txBody>
      </p:sp>
    </p:spTree>
    <p:extLst>
      <p:ext uri="{BB962C8B-B14F-4D97-AF65-F5344CB8AC3E}">
        <p14:creationId xmlns:p14="http://schemas.microsoft.com/office/powerpoint/2010/main" val="38252995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18</a:t>
            </a:fld>
            <a:endParaRPr lang="zh-CN" altLang="en-US"/>
          </a:p>
        </p:txBody>
      </p:sp>
    </p:spTree>
    <p:extLst>
      <p:ext uri="{BB962C8B-B14F-4D97-AF65-F5344CB8AC3E}">
        <p14:creationId xmlns:p14="http://schemas.microsoft.com/office/powerpoint/2010/main" val="25388236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19</a:t>
            </a:fld>
            <a:endParaRPr lang="zh-CN" altLang="en-US"/>
          </a:p>
        </p:txBody>
      </p:sp>
    </p:spTree>
    <p:extLst>
      <p:ext uri="{BB962C8B-B14F-4D97-AF65-F5344CB8AC3E}">
        <p14:creationId xmlns:p14="http://schemas.microsoft.com/office/powerpoint/2010/main" val="41032111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20</a:t>
            </a:fld>
            <a:endParaRPr lang="zh-CN" altLang="en-US"/>
          </a:p>
        </p:txBody>
      </p:sp>
    </p:spTree>
    <p:extLst>
      <p:ext uri="{BB962C8B-B14F-4D97-AF65-F5344CB8AC3E}">
        <p14:creationId xmlns:p14="http://schemas.microsoft.com/office/powerpoint/2010/main" val="23341679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21</a:t>
            </a:fld>
            <a:endParaRPr lang="zh-CN" altLang="en-US"/>
          </a:p>
        </p:txBody>
      </p:sp>
    </p:spTree>
    <p:extLst>
      <p:ext uri="{BB962C8B-B14F-4D97-AF65-F5344CB8AC3E}">
        <p14:creationId xmlns:p14="http://schemas.microsoft.com/office/powerpoint/2010/main" val="24676065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22</a:t>
            </a:fld>
            <a:endParaRPr lang="zh-CN" altLang="en-US"/>
          </a:p>
        </p:txBody>
      </p:sp>
    </p:spTree>
    <p:extLst>
      <p:ext uri="{BB962C8B-B14F-4D97-AF65-F5344CB8AC3E}">
        <p14:creationId xmlns:p14="http://schemas.microsoft.com/office/powerpoint/2010/main" val="13816270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模板来自于：XX</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23</a:t>
            </a:fld>
            <a:endParaRPr lang="zh-CN" altLang="en-US"/>
          </a:p>
        </p:txBody>
      </p:sp>
    </p:spTree>
    <p:extLst>
      <p:ext uri="{BB962C8B-B14F-4D97-AF65-F5344CB8AC3E}">
        <p14:creationId xmlns:p14="http://schemas.microsoft.com/office/powerpoint/2010/main" val="37943739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24</a:t>
            </a:fld>
            <a:endParaRPr lang="zh-CN" altLang="en-US"/>
          </a:p>
        </p:txBody>
      </p:sp>
    </p:spTree>
    <p:extLst>
      <p:ext uri="{BB962C8B-B14F-4D97-AF65-F5344CB8AC3E}">
        <p14:creationId xmlns:p14="http://schemas.microsoft.com/office/powerpoint/2010/main" val="17483923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25</a:t>
            </a:fld>
            <a:endParaRPr lang="zh-CN" altLang="en-US"/>
          </a:p>
        </p:txBody>
      </p:sp>
    </p:spTree>
    <p:extLst>
      <p:ext uri="{BB962C8B-B14F-4D97-AF65-F5344CB8AC3E}">
        <p14:creationId xmlns:p14="http://schemas.microsoft.com/office/powerpoint/2010/main" val="2693662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26</a:t>
            </a:fld>
            <a:endParaRPr lang="zh-CN" altLang="en-US"/>
          </a:p>
        </p:txBody>
      </p:sp>
    </p:spTree>
    <p:extLst>
      <p:ext uri="{BB962C8B-B14F-4D97-AF65-F5344CB8AC3E}">
        <p14:creationId xmlns:p14="http://schemas.microsoft.com/office/powerpoint/2010/main" val="9784494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27</a:t>
            </a:fld>
            <a:endParaRPr lang="zh-CN" altLang="en-US"/>
          </a:p>
        </p:txBody>
      </p:sp>
    </p:spTree>
    <p:extLst>
      <p:ext uri="{BB962C8B-B14F-4D97-AF65-F5344CB8AC3E}">
        <p14:creationId xmlns:p14="http://schemas.microsoft.com/office/powerpoint/2010/main" val="11860869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28</a:t>
            </a:fld>
            <a:endParaRPr lang="zh-CN" altLang="en-US"/>
          </a:p>
        </p:txBody>
      </p:sp>
    </p:spTree>
    <p:extLst>
      <p:ext uri="{BB962C8B-B14F-4D97-AF65-F5344CB8AC3E}">
        <p14:creationId xmlns:p14="http://schemas.microsoft.com/office/powerpoint/2010/main" val="32741922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29</a:t>
            </a:fld>
            <a:endParaRPr lang="zh-CN" altLang="en-US"/>
          </a:p>
        </p:txBody>
      </p:sp>
    </p:spTree>
    <p:extLst>
      <p:ext uri="{BB962C8B-B14F-4D97-AF65-F5344CB8AC3E}">
        <p14:creationId xmlns:p14="http://schemas.microsoft.com/office/powerpoint/2010/main" val="3929424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30</a:t>
            </a:fld>
            <a:endParaRPr lang="zh-CN" altLang="en-US"/>
          </a:p>
        </p:txBody>
      </p:sp>
    </p:spTree>
    <p:extLst>
      <p:ext uri="{BB962C8B-B14F-4D97-AF65-F5344CB8AC3E}">
        <p14:creationId xmlns:p14="http://schemas.microsoft.com/office/powerpoint/2010/main" val="3507792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31</a:t>
            </a:fld>
            <a:endParaRPr lang="zh-CN" altLang="en-US"/>
          </a:p>
        </p:txBody>
      </p:sp>
    </p:spTree>
    <p:extLst>
      <p:ext uri="{BB962C8B-B14F-4D97-AF65-F5344CB8AC3E}">
        <p14:creationId xmlns:p14="http://schemas.microsoft.com/office/powerpoint/2010/main" val="25972093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32</a:t>
            </a:fld>
            <a:endParaRPr lang="zh-CN" altLang="en-US"/>
          </a:p>
        </p:txBody>
      </p:sp>
    </p:spTree>
    <p:extLst>
      <p:ext uri="{BB962C8B-B14F-4D97-AF65-F5344CB8AC3E}">
        <p14:creationId xmlns:p14="http://schemas.microsoft.com/office/powerpoint/2010/main" val="5242651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1AA0EE-EF14-4FEC-BB7B-A8CD25C823E3}" type="slidenum">
              <a:rPr lang="zh-CN" altLang="en-US"/>
              <a:t>33</a:t>
            </a:fld>
            <a:endParaRPr lang="zh-CN" altLang="en-US"/>
          </a:p>
        </p:txBody>
      </p:sp>
    </p:spTree>
    <p:extLst>
      <p:ext uri="{BB962C8B-B14F-4D97-AF65-F5344CB8AC3E}">
        <p14:creationId xmlns:p14="http://schemas.microsoft.com/office/powerpoint/2010/main" val="859658168"/>
      </p:ext>
    </p:extLst>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a43ca9caa747c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13a7251e4064ff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62359a36bc54b0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0ef3f7f347942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5bb214cd84441b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aa9384d6fd047a1" /></Relationships>
</file>

<file path=ppt/slideLayouts/_rels/slideLayout7.xml.rels>&#65279;<?xml version="1.0" encoding="utf-8"?><Relationships xmlns="http://schemas.openxmlformats.org/package/2006/relationships"><Relationship Type="http://schemas.openxmlformats.org/officeDocument/2006/relationships/hyperlink" Target="http://www.1ppt.com/xiazai/" TargetMode="External" Id="Rc2b7486a4e554dcaabd80ce10a4e85fd" /><Relationship Type="http://schemas.openxmlformats.org/officeDocument/2006/relationships/slideMaster" Target="/ppt/slideMasters/slideMaster1.xml" Id="R2303adf0a7b14df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3b7d6fa0b8348e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9b7f4e34336447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64fa9dfce29400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d81d45758a449ea"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e772c2844dde4ae3"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98C9BEB-352E-458C-BF10-0BDFE27F9085}" type="datetimeFigureOut">
              <a:rPr lang="zh-CN" altLang="en-US"/>
              <a:t>2025/4/28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4D31588-B674-44D4-80B5-FEFD9E83B534}" type="slidenum">
              <a:rPr lang="zh-CN" altLang="en-US"/>
              <a:t>‹#›</a:t>
            </a:fld>
            <a:endParaRPr lang="zh-CN" altLang="en-US"/>
          </a:p>
        </p:txBody>
      </p:sp>
    </p:spTree>
    <p:extLst>
      <p:ext uri="{BB962C8B-B14F-4D97-AF65-F5344CB8AC3E}">
        <p14:creationId xmlns:p14="http://schemas.microsoft.com/office/powerpoint/2010/main" val="1858552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98C9BEB-352E-458C-BF10-0BDFE27F9085}" type="datetimeFigureOut">
              <a:rPr lang="zh-CN" altLang="en-US"/>
              <a:t>2025/4/28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4D31588-B674-44D4-80B5-FEFD9E83B534}" type="slidenum">
              <a:rPr lang="zh-CN" altLang="en-US"/>
              <a:t>‹#›</a:t>
            </a:fld>
            <a:endParaRPr lang="zh-CN" altLang="en-US"/>
          </a:p>
        </p:txBody>
      </p:sp>
    </p:spTree>
    <p:extLst>
      <p:ext uri="{BB962C8B-B14F-4D97-AF65-F5344CB8AC3E}">
        <p14:creationId xmlns:p14="http://schemas.microsoft.com/office/powerpoint/2010/main" val="3163616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98C9BEB-352E-458C-BF10-0BDFE27F9085}" type="datetimeFigureOut">
              <a:rPr lang="zh-CN" altLang="en-US"/>
              <a:t>2025/4/28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4D31588-B674-44D4-80B5-FEFD9E83B534}" type="slidenum">
              <a:rPr lang="zh-CN" altLang="en-US"/>
              <a:t>‹#›</a:t>
            </a:fld>
            <a:endParaRPr lang="zh-CN" altLang="en-US"/>
          </a:p>
        </p:txBody>
      </p:sp>
    </p:spTree>
    <p:extLst>
      <p:ext uri="{BB962C8B-B14F-4D97-AF65-F5344CB8AC3E}">
        <p14:creationId xmlns:p14="http://schemas.microsoft.com/office/powerpoint/2010/main" val="1059524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98C9BEB-352E-458C-BF10-0BDFE27F9085}" type="datetimeFigureOut">
              <a:rPr lang="zh-CN" altLang="en-US"/>
              <a:t>2025/4/28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4D31588-B674-44D4-80B5-FEFD9E83B534}" type="slidenum">
              <a:rPr lang="zh-CN" altLang="en-US"/>
              <a:t>‹#›</a:t>
            </a:fld>
            <a:endParaRPr lang="zh-CN" altLang="en-US"/>
          </a:p>
        </p:txBody>
      </p:sp>
    </p:spTree>
    <p:extLst>
      <p:ext uri="{BB962C8B-B14F-4D97-AF65-F5344CB8AC3E}">
        <p14:creationId xmlns:p14="http://schemas.microsoft.com/office/powerpoint/2010/main" val="1673069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98C9BEB-352E-458C-BF10-0BDFE27F9085}" type="datetimeFigureOut">
              <a:rPr lang="zh-CN" altLang="en-US"/>
              <a:t>2025/4/28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4D31588-B674-44D4-80B5-FEFD9E83B534}" type="slidenum">
              <a:rPr lang="zh-CN" altLang="en-US"/>
              <a:t>‹#›</a:t>
            </a:fld>
            <a:endParaRPr lang="zh-CN" altLang="en-US"/>
          </a:p>
        </p:txBody>
      </p:sp>
    </p:spTree>
    <p:extLst>
      <p:ext uri="{BB962C8B-B14F-4D97-AF65-F5344CB8AC3E}">
        <p14:creationId xmlns:p14="http://schemas.microsoft.com/office/powerpoint/2010/main" val="3771346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98C9BEB-352E-458C-BF10-0BDFE27F9085}" type="datetimeFigureOut">
              <a:rPr lang="zh-CN" altLang="en-US"/>
              <a:t>2025/4/28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4D31588-B674-44D4-80B5-FEFD9E83B534}" type="slidenum">
              <a:rPr lang="zh-CN" altLang="en-US"/>
              <a:t>‹#›</a:t>
            </a:fld>
            <a:endParaRPr lang="zh-CN" altLang="en-US"/>
          </a:p>
        </p:txBody>
      </p:sp>
    </p:spTree>
    <p:extLst>
      <p:ext uri="{BB962C8B-B14F-4D97-AF65-F5344CB8AC3E}">
        <p14:creationId xmlns:p14="http://schemas.microsoft.com/office/powerpoint/2010/main" val="299676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98C9BEB-352E-458C-BF10-0BDFE27F9085}" type="datetimeFigureOut">
              <a:rPr lang="zh-CN" altLang="en-US"/>
              <a:t>2025/4/28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4D31588-B674-44D4-80B5-FEFD9E83B534}" type="slidenum">
              <a:rPr lang="zh-CN" altLang="en-US"/>
              <a:t>‹#›</a:t>
            </a:fld>
            <a:endParaRPr lang="zh-CN" altLang="en-US"/>
          </a:p>
        </p:txBody>
      </p:sp>
      <p:sp>
        <p:nvSpPr>
          <p:cNvPr id="11" name="TextBox 9">
            <a:extLst>
              <a:ext uri="{FF2B5EF4-FFF2-40B4-BE49-F238E27FC236}">
                <a16:creationId xmlns:a16="http://schemas.microsoft.com/office/drawing/2014/main" id="{C90EE826-ABD5-CC79-F0CB-6A4D1C5326EB}"/>
              </a:ext>
            </a:extLst>
          </p:cNvPr>
          <p:cNvSpPr txBox="1"/>
          <p:nvPr userDrawn="1"/>
        </p:nvSpPr>
        <p:spPr>
          <a:xfrm>
            <a:off x="320426" y="6213791"/>
            <a:ext cx="432049"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c2b7486a4e554dcaabd80ce10a4e85fd"/>
              </a:rPr>
              <a:t>PPT</a:t>
            </a:r>
            <a:r>
              <a:rPr lang="zh-CN" altLang="en-US" sz="100" dirty="0">
                <a:solidFill>
                  <a:prstClr val="black"/>
                </a:solidFill>
                <a:latin typeface="微软雅黑" panose="020B0503020204020204" pitchFamily="34" charset="-122"/>
                <a:ea typeface="微软雅黑" panose="020B0503020204020204" pitchFamily="34" charset="-122"/>
                <a:hlinkClick r:id="Rc2b7486a4e554dcaabd80ce10a4e85fd"/>
              </a:rPr>
              <a:t>下载</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http://www.1ppt.com/xiazai/</a:t>
            </a:r>
          </a:p>
        </p:txBody>
      </p:sp>
    </p:spTree>
    <p:extLst>
      <p:ext uri="{BB962C8B-B14F-4D97-AF65-F5344CB8AC3E}">
        <p14:creationId xmlns:p14="http://schemas.microsoft.com/office/powerpoint/2010/main" val="3288777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98C9BEB-352E-458C-BF10-0BDFE27F9085}" type="datetimeFigureOut">
              <a:rPr lang="zh-CN" altLang="en-US"/>
              <a:t>2025/4/28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4D31588-B674-44D4-80B5-FEFD9E83B534}" type="slidenum">
              <a:rPr lang="zh-CN" altLang="en-US"/>
              <a:t>‹#›</a:t>
            </a:fld>
            <a:endParaRPr lang="zh-CN" altLang="en-US"/>
          </a:p>
        </p:txBody>
      </p:sp>
    </p:spTree>
    <p:extLst>
      <p:ext uri="{BB962C8B-B14F-4D97-AF65-F5344CB8AC3E}">
        <p14:creationId xmlns:p14="http://schemas.microsoft.com/office/powerpoint/2010/main" val="3474726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98C9BEB-352E-458C-BF10-0BDFE27F9085}" type="datetimeFigureOut">
              <a:rPr lang="zh-CN" altLang="en-US"/>
              <a:t>2025/4/28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4D31588-B674-44D4-80B5-FEFD9E83B534}" type="slidenum">
              <a:rPr lang="zh-CN" altLang="en-US"/>
              <a:t>‹#›</a:t>
            </a:fld>
            <a:endParaRPr lang="zh-CN" altLang="en-US"/>
          </a:p>
        </p:txBody>
      </p:sp>
    </p:spTree>
    <p:extLst>
      <p:ext uri="{BB962C8B-B14F-4D97-AF65-F5344CB8AC3E}">
        <p14:creationId xmlns:p14="http://schemas.microsoft.com/office/powerpoint/2010/main" val="19577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98C9BEB-352E-458C-BF10-0BDFE27F9085}" type="datetimeFigureOut">
              <a:rPr lang="zh-CN" altLang="en-US"/>
              <a:t>2025/4/28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4D31588-B674-44D4-80B5-FEFD9E83B534}" type="slidenum">
              <a:rPr lang="zh-CN" altLang="en-US"/>
              <a:t>‹#›</a:t>
            </a:fld>
            <a:endParaRPr lang="zh-CN" altLang="en-US"/>
          </a:p>
        </p:txBody>
      </p:sp>
    </p:spTree>
    <p:extLst>
      <p:ext uri="{BB962C8B-B14F-4D97-AF65-F5344CB8AC3E}">
        <p14:creationId xmlns:p14="http://schemas.microsoft.com/office/powerpoint/2010/main" val="4091735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F98C9BEB-352E-458C-BF10-0BDFE27F9085}" type="datetimeFigureOut">
              <a:rPr lang="zh-CN" altLang="en-US"/>
              <a:t>2025/4/28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4D31588-B674-44D4-80B5-FEFD9E83B534}" type="slidenum">
              <a:rPr lang="zh-CN" altLang="en-US"/>
              <a:t>‹#›</a:t>
            </a:fld>
            <a:endParaRPr lang="zh-CN" altLang="en-US"/>
          </a:p>
        </p:txBody>
      </p:sp>
    </p:spTree>
    <p:extLst>
      <p:ext uri="{BB962C8B-B14F-4D97-AF65-F5344CB8AC3E}">
        <p14:creationId xmlns:p14="http://schemas.microsoft.com/office/powerpoint/2010/main" val="2078686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98C9BEB-352E-458C-BF10-0BDFE27F9085}" type="datetimeFigureOut">
              <a:rPr lang="zh-CN" altLang="en-US"/>
              <a:t>2025/4/28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4D31588-B674-44D4-80B5-FEFD9E83B534}" type="slidenum">
              <a:rPr lang="zh-CN" altLang="en-US"/>
              <a:t>‹#›</a:t>
            </a:fld>
            <a:endParaRPr lang="zh-CN" altLang="en-US"/>
          </a:p>
        </p:txBody>
      </p:sp>
    </p:spTree>
    <p:extLst>
      <p:ext uri="{BB962C8B-B14F-4D97-AF65-F5344CB8AC3E}">
        <p14:creationId xmlns:p14="http://schemas.microsoft.com/office/powerpoint/2010/main" val="2273692367"/>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e3ce814d774862" /><Relationship Type="http://schemas.openxmlformats.org/officeDocument/2006/relationships/slideLayout" Target="/ppt/slideLayouts/slideLayout1.xml" Id="Rb5aab2b72ff34284" /><Relationship Type="http://schemas.openxmlformats.org/officeDocument/2006/relationships/slideLayout" Target="/ppt/slideLayouts/slideLayout2.xml" Id="R045f91462518404a" /><Relationship Type="http://schemas.openxmlformats.org/officeDocument/2006/relationships/slideLayout" Target="/ppt/slideLayouts/slideLayout3.xml" Id="Rf5db28f367254b48" /><Relationship Type="http://schemas.openxmlformats.org/officeDocument/2006/relationships/slideLayout" Target="/ppt/slideLayouts/slideLayout4.xml" Id="R5ba8bffb753e4b88" /><Relationship Type="http://schemas.openxmlformats.org/officeDocument/2006/relationships/slideLayout" Target="/ppt/slideLayouts/slideLayout5.xml" Id="Rf372a03d318940b2" /><Relationship Type="http://schemas.openxmlformats.org/officeDocument/2006/relationships/slideLayout" Target="/ppt/slideLayouts/slideLayout6.xml" Id="R1fe3cbb01fb84743" /><Relationship Type="http://schemas.openxmlformats.org/officeDocument/2006/relationships/slideLayout" Target="/ppt/slideLayouts/slideLayout7.xml" Id="R7021b69578bd4e24" /><Relationship Type="http://schemas.openxmlformats.org/officeDocument/2006/relationships/slideLayout" Target="/ppt/slideLayouts/slideLayout8.xml" Id="R0f9828cf94764c0c" /><Relationship Type="http://schemas.openxmlformats.org/officeDocument/2006/relationships/slideLayout" Target="/ppt/slideLayouts/slideLayout9.xml" Id="R1dfb46d723c243d2" /><Relationship Type="http://schemas.openxmlformats.org/officeDocument/2006/relationships/slideLayout" Target="/ppt/slideLayouts/slideLayout10.xml" Id="Rf423ad428484495c" /><Relationship Type="http://schemas.openxmlformats.org/officeDocument/2006/relationships/slideLayout" Target="/ppt/slideLayouts/slideLayout11.xml" Id="R581d6705b6e94bc6" /><Relationship Type="http://schemas.openxmlformats.org/officeDocument/2006/relationships/slideLayout" Target="/ppt/slideLayouts/slideLayout12.xml" Id="Rfa4781569e964e22"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8C9BEB-352E-458C-BF10-0BDFE27F9085}" type="datetimeFigureOut">
              <a:rPr lang="zh-CN" altLang="en-US"/>
              <a:t>2025/4/28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D31588-B674-44D4-80B5-FEFD9E83B534}" type="slidenum">
              <a:rPr lang="zh-CN" altLang="en-US"/>
              <a:t>‹#›</a:t>
            </a:fld>
            <a:endParaRPr lang="zh-CN" altLang="en-US"/>
          </a:p>
        </p:txBody>
      </p:sp>
    </p:spTree>
    <p:extLst>
      <p:ext uri="{BB962C8B-B14F-4D97-AF65-F5344CB8AC3E}">
        <p14:creationId xmlns:p14="http://schemas.microsoft.com/office/powerpoint/2010/main" val="83305921"/>
      </p:ext>
    </p:extLst>
  </p:cSld>
  <p:clrMap bg1="lt1" tx1="dk1" bg2="lt2" tx2="dk2" accent1="accent1" accent2="accent2" accent3="accent3" accent4="accent4" accent5="accent5" accent6="accent6" hlink="hlink" folHlink="folHlink"/>
  <p:sldLayoutIdLst>
    <p:sldLayoutId id="2147483654" r:id="R1fe3cbb01fb84743"/>
    <p:sldLayoutId id="2147483653" r:id="Rf372a03d318940b2"/>
    <p:sldLayoutId id="2147483650" r:id="R045f91462518404a"/>
    <p:sldLayoutId id="2147483659" r:id="R581d6705b6e94bc6"/>
    <p:sldLayoutId id="2147483657" r:id="R1dfb46d723c243d2"/>
    <p:sldLayoutId id="2147483655" r:id="R7021b69578bd4e24"/>
    <p:sldLayoutId id="2147483651" r:id="Rf5db28f367254b48"/>
    <p:sldLayoutId id="2147483649" r:id="Rb5aab2b72ff34284"/>
    <p:sldLayoutId id="2147483660" r:id="Rfa4781569e964e22"/>
    <p:sldLayoutId id="2147483658" r:id="Rf423ad428484495c"/>
    <p:sldLayoutId id="2147483656" r:id="R0f9828cf94764c0c"/>
    <p:sldLayoutId id="2147483652" r:id="R5ba8bffb753e4b8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theme2.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image" Target="/ppt/media/image.bin" Id="Rdb65aba9c8624f17" /><Relationship Type="http://schemas.openxmlformats.org/officeDocument/2006/relationships/notesSlide" Target="/ppt/notesSlides/notesSlide1.xml" Id="Rc223205093b84b6c" /><Relationship Type="http://schemas.openxmlformats.org/officeDocument/2006/relationships/slideLayout" Target="/ppt/slideLayouts/slideLayout1.xml" Id="R7b0efd1100a648a5" /></Relationships>
</file>

<file path=ppt/slides/_rels/slide2.xml.rels>&#65279;<?xml version="1.0" encoding="utf-8"?><Relationships xmlns="http://schemas.openxmlformats.org/package/2006/relationships"><Relationship Type="http://schemas.openxmlformats.org/officeDocument/2006/relationships/image" Target="/ppt/media/image.bin" Id="R99fcd3c31bf8461d" /><Relationship Type="http://schemas.openxmlformats.org/officeDocument/2006/relationships/notesSlide" Target="/ppt/notesSlides/notesSlide2.xml" Id="Rf4805ef06e7f4043" /><Relationship Type="http://schemas.openxmlformats.org/officeDocument/2006/relationships/slideLayout" Target="/ppt/slideLayouts/slideLayout1.xml" Id="Rb94ebe840ca449cf" /></Relationships>
</file>

<file path=ppt/slides/_rels/slide3.xml.rels>&#65279;<?xml version="1.0" encoding="utf-8"?><Relationships xmlns="http://schemas.openxmlformats.org/package/2006/relationships"><Relationship Type="http://schemas.openxmlformats.org/officeDocument/2006/relationships/image" Target="/ppt/media/image.bin" Id="R65262c8a60fd4136" /><Relationship Type="http://schemas.openxmlformats.org/officeDocument/2006/relationships/notesSlide" Target="/ppt/notesSlides/notesSlide3.xml" Id="R6ed777c74c814939" /><Relationship Type="http://schemas.openxmlformats.org/officeDocument/2006/relationships/slideLayout" Target="/ppt/slideLayouts/slideLayout1.xml" Id="R6467e80c556647d0" /></Relationships>
</file>

<file path=ppt/slides/_rels/slide4.xml.rels>&#65279;<?xml version="1.0" encoding="utf-8"?><Relationships xmlns="http://schemas.openxmlformats.org/package/2006/relationships"><Relationship Type="http://schemas.openxmlformats.org/officeDocument/2006/relationships/notesSlide" Target="/ppt/notesSlides/notesSlide4.xml" Id="R686910232a064bd9" /><Relationship Type="http://schemas.openxmlformats.org/officeDocument/2006/relationships/slideLayout" Target="/ppt/slideLayouts/slideLayout1.xml" Id="Rdaa0d8f54d364ee8" /></Relationships>
</file>

<file path=ppt/slides/_rels/slide5.xml.rels>&#65279;<?xml version="1.0" encoding="utf-8"?><Relationships xmlns="http://schemas.openxmlformats.org/package/2006/relationships"><Relationship Type="http://schemas.openxmlformats.org/officeDocument/2006/relationships/notesSlide" Target="/ppt/notesSlides/notesSlide5.xml" Id="Rfd33b732c5a54cc0" /><Relationship Type="http://schemas.openxmlformats.org/officeDocument/2006/relationships/slideLayout" Target="/ppt/slideLayouts/slideLayout1.xml" Id="R6efad401f6e14fcd" /></Relationships>
</file>

<file path=ppt/slides/_rels/slide6.xml.rels>&#65279;<?xml version="1.0" encoding="utf-8"?><Relationships xmlns="http://schemas.openxmlformats.org/package/2006/relationships"><Relationship Type="http://schemas.openxmlformats.org/officeDocument/2006/relationships/image" Target="/ppt/media/image2.bin" Id="R763e57dcf6694e5c" /><Relationship Type="http://schemas.openxmlformats.org/officeDocument/2006/relationships/notesSlide" Target="/ppt/notesSlides/notesSlide6.xml" Id="R03de44a8654f461e" /><Relationship Type="http://schemas.openxmlformats.org/officeDocument/2006/relationships/slideLayout" Target="/ppt/slideLayouts/slideLayout1.xml" Id="Rca572180e6224455" /></Relationships>
</file>

<file path=ppt/slides/_rels/slide7.xml.rels>&#65279;<?xml version="1.0" encoding="utf-8"?><Relationships xmlns="http://schemas.openxmlformats.org/package/2006/relationships"><Relationship Type="http://schemas.openxmlformats.org/officeDocument/2006/relationships/notesSlide" Target="/ppt/notesSlides/notesSlide7.xml" Id="Raefcedbff39245a1" /><Relationship Type="http://schemas.openxmlformats.org/officeDocument/2006/relationships/slideLayout" Target="/ppt/slideLayouts/slideLayout1.xml" Id="R10f49c440c7d4d42" /></Relationships>
</file>

<file path=ppt/slides/_rels/slide8.xml.rels>&#65279;<?xml version="1.0" encoding="utf-8"?><Relationships xmlns="http://schemas.openxmlformats.org/package/2006/relationships"><Relationship Type="http://schemas.openxmlformats.org/officeDocument/2006/relationships/image" Target="/ppt/media/image.bin" Id="R77ea15b2d5e54182" /><Relationship Type="http://schemas.openxmlformats.org/officeDocument/2006/relationships/notesSlide" Target="/ppt/notesSlides/notesSlide8.xml" Id="Rff6d17f4f7244f19" /><Relationship Type="http://schemas.openxmlformats.org/officeDocument/2006/relationships/slideLayout" Target="/ppt/slideLayouts/slideLayout1.xml" Id="Rd5d1c702567249fb" /></Relationships>
</file>

<file path=ppt/slides/_rels/slide9.xml.rels>&#65279;<?xml version="1.0" encoding="utf-8"?><Relationships xmlns="http://schemas.openxmlformats.org/package/2006/relationships"><Relationship Type="http://schemas.openxmlformats.org/officeDocument/2006/relationships/notesSlide" Target="/ppt/notesSlides/notesSlide9.xml" Id="R4d433e54aae54c44" /><Relationship Type="http://schemas.openxmlformats.org/officeDocument/2006/relationships/slideLayout" Target="/ppt/slideLayouts/slideLayout1.xml" Id="R50007137852f4b15" /></Relationships>
</file>

<file path=ppt/slides/_rels/slide10.xml.rels>&#65279;<?xml version="1.0" encoding="utf-8"?><Relationships xmlns="http://schemas.openxmlformats.org/package/2006/relationships"><Relationship Type="http://schemas.openxmlformats.org/officeDocument/2006/relationships/image" Target="/ppt/media/image3.bin" Id="R56fb242bd218403c" /><Relationship Type="http://schemas.openxmlformats.org/officeDocument/2006/relationships/notesSlide" Target="/ppt/notesSlides/notesSlide10.xml" Id="R357e45925cc9421a" /><Relationship Type="http://schemas.openxmlformats.org/officeDocument/2006/relationships/slideLayout" Target="/ppt/slideLayouts/slideLayout1.xml" Id="Ra86335aa4ffd4495" /></Relationships>
</file>

<file path=ppt/slides/_rels/slide11.xml.rels>&#65279;<?xml version="1.0" encoding="utf-8"?><Relationships xmlns="http://schemas.openxmlformats.org/package/2006/relationships"><Relationship Type="http://schemas.openxmlformats.org/officeDocument/2006/relationships/notesSlide" Target="/ppt/notesSlides/notesSlide11.xml" Id="R48c81358e907498f" /><Relationship Type="http://schemas.openxmlformats.org/officeDocument/2006/relationships/slideLayout" Target="/ppt/slideLayouts/slideLayout1.xml" Id="R0a5991e04bad4976" /></Relationships>
</file>

<file path=ppt/slides/_rels/slide12.xml.rels>&#65279;<?xml version="1.0" encoding="utf-8"?><Relationships xmlns="http://schemas.openxmlformats.org/package/2006/relationships"><Relationship Type="http://schemas.openxmlformats.org/officeDocument/2006/relationships/notesSlide" Target="/ppt/notesSlides/notesSlide12.xml" Id="R4311caceace14fab" /><Relationship Type="http://schemas.openxmlformats.org/officeDocument/2006/relationships/slideLayout" Target="/ppt/slideLayouts/slideLayout1.xml" Id="R6e54f36d57ce42c3" /></Relationships>
</file>

<file path=ppt/slides/_rels/slide13.xml.rels>&#65279;<?xml version="1.0" encoding="utf-8"?><Relationships xmlns="http://schemas.openxmlformats.org/package/2006/relationships"><Relationship Type="http://schemas.openxmlformats.org/officeDocument/2006/relationships/image" Target="/ppt/media/image.bin" Id="Re15b0eea90264f4a" /><Relationship Type="http://schemas.openxmlformats.org/officeDocument/2006/relationships/notesSlide" Target="/ppt/notesSlides/notesSlide13.xml" Id="R1176ee85503e434f" /><Relationship Type="http://schemas.openxmlformats.org/officeDocument/2006/relationships/slideLayout" Target="/ppt/slideLayouts/slideLayout1.xml" Id="R8050f7ebd0c84ab4" /></Relationships>
</file>

<file path=ppt/slides/_rels/slide14.xml.rels>&#65279;<?xml version="1.0" encoding="utf-8"?><Relationships xmlns="http://schemas.openxmlformats.org/package/2006/relationships"><Relationship Type="http://schemas.openxmlformats.org/officeDocument/2006/relationships/chart" Target="/ppt/slides/charts/chart1.xml" Id="R492effefa2e7446b" /><Relationship Type="http://schemas.openxmlformats.org/officeDocument/2006/relationships/notesSlide" Target="/ppt/notesSlides/notesSlide14.xml" Id="Red9ff3027d1546f2" /><Relationship Type="http://schemas.openxmlformats.org/officeDocument/2006/relationships/slideLayout" Target="/ppt/slideLayouts/slideLayout1.xml" Id="R06403c20a9ff40bd" /></Relationships>
</file>

<file path=ppt/slides/_rels/slide15.xml.rels>&#65279;<?xml version="1.0" encoding="utf-8"?><Relationships xmlns="http://schemas.openxmlformats.org/package/2006/relationships"><Relationship Type="http://schemas.openxmlformats.org/officeDocument/2006/relationships/notesSlide" Target="/ppt/notesSlides/notesSlide15.xml" Id="Refd24eccd06f4cb1" /><Relationship Type="http://schemas.openxmlformats.org/officeDocument/2006/relationships/slideLayout" Target="/ppt/slideLayouts/slideLayout1.xml" Id="Rf0be46f7014244fa" /></Relationships>
</file>

<file path=ppt/slides/_rels/slide16.xml.rels>&#65279;<?xml version="1.0" encoding="utf-8"?><Relationships xmlns="http://schemas.openxmlformats.org/package/2006/relationships"><Relationship Type="http://schemas.openxmlformats.org/officeDocument/2006/relationships/image" Target="/ppt/media/image4.bin" Id="Rdee185669b3b4177" /><Relationship Type="http://schemas.openxmlformats.org/officeDocument/2006/relationships/notesSlide" Target="/ppt/notesSlides/notesSlide16.xml" Id="Rcfb447f52c8943d5" /><Relationship Type="http://schemas.openxmlformats.org/officeDocument/2006/relationships/slideLayout" Target="/ppt/slideLayouts/slideLayout1.xml" Id="R6a4bc746b1c745d4" /></Relationships>
</file>

<file path=ppt/slides/_rels/slide17.xml.rels>&#65279;<?xml version="1.0" encoding="utf-8"?><Relationships xmlns="http://schemas.openxmlformats.org/package/2006/relationships"><Relationship Type="http://schemas.openxmlformats.org/officeDocument/2006/relationships/notesSlide" Target="/ppt/notesSlides/notesSlide17.xml" Id="R956c4bbea60f4a49" /><Relationship Type="http://schemas.openxmlformats.org/officeDocument/2006/relationships/slideLayout" Target="/ppt/slideLayouts/slideLayout1.xml" Id="Re98d058bbbb6405b" /></Relationships>
</file>

<file path=ppt/slides/_rels/slide18.xml.rels>&#65279;<?xml version="1.0" encoding="utf-8"?><Relationships xmlns="http://schemas.openxmlformats.org/package/2006/relationships"><Relationship Type="http://schemas.openxmlformats.org/officeDocument/2006/relationships/image" Target="/ppt/media/image.bin" Id="Rf326912936b74dab" /><Relationship Type="http://schemas.openxmlformats.org/officeDocument/2006/relationships/notesSlide" Target="/ppt/notesSlides/notesSlide18.xml" Id="R61409baae5ab4a62" /><Relationship Type="http://schemas.openxmlformats.org/officeDocument/2006/relationships/slideLayout" Target="/ppt/slideLayouts/slideLayout1.xml" Id="R53d935b222e24e52" /></Relationships>
</file>

<file path=ppt/slides/_rels/slide19.xml.rels>&#65279;<?xml version="1.0" encoding="utf-8"?><Relationships xmlns="http://schemas.openxmlformats.org/package/2006/relationships"><Relationship Type="http://schemas.openxmlformats.org/officeDocument/2006/relationships/notesSlide" Target="/ppt/notesSlides/notesSlide19.xml" Id="Rf43d9b23133f4c4b" /><Relationship Type="http://schemas.openxmlformats.org/officeDocument/2006/relationships/slideLayout" Target="/ppt/slideLayouts/slideLayout1.xml" Id="R506c8db213e74939" /></Relationships>
</file>

<file path=ppt/slides/_rels/slide20.xml.rels>&#65279;<?xml version="1.0" encoding="utf-8"?><Relationships xmlns="http://schemas.openxmlformats.org/package/2006/relationships"><Relationship Type="http://schemas.openxmlformats.org/officeDocument/2006/relationships/notesSlide" Target="/ppt/notesSlides/notesSlide20.xml" Id="R8ec92c854fcb49d4" /><Relationship Type="http://schemas.openxmlformats.org/officeDocument/2006/relationships/slideLayout" Target="/ppt/slideLayouts/slideLayout1.xml" Id="Rabdad5c20bed40b0" /></Relationships>
</file>

<file path=ppt/slides/_rels/slide21.xml.rels>&#65279;<?xml version="1.0" encoding="utf-8"?><Relationships xmlns="http://schemas.openxmlformats.org/package/2006/relationships"><Relationship Type="http://schemas.openxmlformats.org/officeDocument/2006/relationships/image" Target="/ppt/media/image5.bin" Id="R673aefd011f34de1" /><Relationship Type="http://schemas.openxmlformats.org/officeDocument/2006/relationships/notesSlide" Target="/ppt/notesSlides/notesSlide21.xml" Id="Rb2d68e455e794c26" /><Relationship Type="http://schemas.openxmlformats.org/officeDocument/2006/relationships/slideLayout" Target="/ppt/slideLayouts/slideLayout1.xml" Id="R8cef9e9cf7934f33" /></Relationships>
</file>

<file path=ppt/slides/_rels/slide22.xml.rels>&#65279;<?xml version="1.0" encoding="utf-8"?><Relationships xmlns="http://schemas.openxmlformats.org/package/2006/relationships"><Relationship Type="http://schemas.openxmlformats.org/officeDocument/2006/relationships/notesSlide" Target="/ppt/notesSlides/notesSlide22.xml" Id="R134e21ce72ff4e3b" /><Relationship Type="http://schemas.openxmlformats.org/officeDocument/2006/relationships/slideLayout" Target="/ppt/slideLayouts/slideLayout1.xml" Id="Rbf8b387581a84933" /></Relationships>
</file>

<file path=ppt/slides/_rels/slide23.xml.rels>&#65279;<?xml version="1.0" encoding="utf-8"?><Relationships xmlns="http://schemas.openxmlformats.org/package/2006/relationships"><Relationship Type="http://schemas.openxmlformats.org/officeDocument/2006/relationships/image" Target="/ppt/media/image.bin" Id="R8a73289a4cd24c15" /><Relationship Type="http://schemas.openxmlformats.org/officeDocument/2006/relationships/notesSlide" Target="/ppt/notesSlides/notesSlide23.xml" Id="R856fd21d62414824" /><Relationship Type="http://schemas.openxmlformats.org/officeDocument/2006/relationships/slideLayout" Target="/ppt/slideLayouts/slideLayout1.xml" Id="Ree0d940c070a4071" /></Relationships>
</file>

<file path=ppt/slides/_rels/slide24.xml.rels>&#65279;<?xml version="1.0" encoding="utf-8"?><Relationships xmlns="http://schemas.openxmlformats.org/package/2006/relationships"><Relationship Type="http://schemas.openxmlformats.org/officeDocument/2006/relationships/notesSlide" Target="/ppt/notesSlides/notesSlide24.xml" Id="R7924d072ade64d57" /><Relationship Type="http://schemas.openxmlformats.org/officeDocument/2006/relationships/slideLayout" Target="/ppt/slideLayouts/slideLayout1.xml" Id="R61d38e4492384a2b" /></Relationships>
</file>

<file path=ppt/slides/_rels/slide25.xml.rels>&#65279;<?xml version="1.0" encoding="utf-8"?><Relationships xmlns="http://schemas.openxmlformats.org/package/2006/relationships"><Relationship Type="http://schemas.openxmlformats.org/officeDocument/2006/relationships/image" Target="/ppt/media/image6.bin" Id="Rdabda838a7f54112" /><Relationship Type="http://schemas.openxmlformats.org/officeDocument/2006/relationships/notesSlide" Target="/ppt/notesSlides/notesSlide25.xml" Id="R65d562a4329a4f7b" /><Relationship Type="http://schemas.openxmlformats.org/officeDocument/2006/relationships/slideLayout" Target="/ppt/slideLayouts/slideLayout1.xml" Id="R89cb0d83e8a0461c" /></Relationships>
</file>

<file path=ppt/slides/_rels/slide26.xml.rels>&#65279;<?xml version="1.0" encoding="utf-8"?><Relationships xmlns="http://schemas.openxmlformats.org/package/2006/relationships"><Relationship Type="http://schemas.openxmlformats.org/officeDocument/2006/relationships/notesSlide" Target="/ppt/notesSlides/notesSlide26.xml" Id="Rf34f93f9db0140ef" /><Relationship Type="http://schemas.openxmlformats.org/officeDocument/2006/relationships/slideLayout" Target="/ppt/slideLayouts/slideLayout1.xml" Id="Rc54540210afe49c3" /></Relationships>
</file>

<file path=ppt/slides/_rels/slide27.xml.rels>&#65279;<?xml version="1.0" encoding="utf-8"?><Relationships xmlns="http://schemas.openxmlformats.org/package/2006/relationships"><Relationship Type="http://schemas.openxmlformats.org/officeDocument/2006/relationships/notesSlide" Target="/ppt/notesSlides/notesSlide27.xml" Id="R6ae29831d314496a" /><Relationship Type="http://schemas.openxmlformats.org/officeDocument/2006/relationships/slideLayout" Target="/ppt/slideLayouts/slideLayout1.xml" Id="R840d9201ad2647dc" /></Relationships>
</file>

<file path=ppt/slides/_rels/slide28.xml.rels>&#65279;<?xml version="1.0" encoding="utf-8"?><Relationships xmlns="http://schemas.openxmlformats.org/package/2006/relationships"><Relationship Type="http://schemas.openxmlformats.org/officeDocument/2006/relationships/image" Target="/ppt/media/image.bin" Id="R5727030a6320473f" /><Relationship Type="http://schemas.openxmlformats.org/officeDocument/2006/relationships/notesSlide" Target="/ppt/notesSlides/notesSlide28.xml" Id="R9774fe5993d84f61" /><Relationship Type="http://schemas.openxmlformats.org/officeDocument/2006/relationships/slideLayout" Target="/ppt/slideLayouts/slideLayout1.xml" Id="Rd3484e1d9db94674" /></Relationships>
</file>

<file path=ppt/slides/_rels/slide29.xml.rels>&#65279;<?xml version="1.0" encoding="utf-8"?><Relationships xmlns="http://schemas.openxmlformats.org/package/2006/relationships"><Relationship Type="http://schemas.openxmlformats.org/officeDocument/2006/relationships/image" Target="/ppt/media/image7.bin" Id="R86a57705d0cb4fad" /><Relationship Type="http://schemas.openxmlformats.org/officeDocument/2006/relationships/image" Target="/ppt/media/image8.bin" Id="R4b352656ff114fa6" /><Relationship Type="http://schemas.openxmlformats.org/officeDocument/2006/relationships/image" Target="/ppt/media/image9.bin" Id="R4f00a665e524400f" /><Relationship Type="http://schemas.openxmlformats.org/officeDocument/2006/relationships/image" Target="/ppt/media/image10.bin" Id="Rdffa554106b8463c" /><Relationship Type="http://schemas.openxmlformats.org/officeDocument/2006/relationships/notesSlide" Target="/ppt/notesSlides/notesSlide29.xml" Id="Rf5a7f386cc4b4f32" /><Relationship Type="http://schemas.openxmlformats.org/officeDocument/2006/relationships/slideLayout" Target="/ppt/slideLayouts/slideLayout1.xml" Id="R69e2411dc55d49f1" /></Relationships>
</file>

<file path=ppt/slides/_rels/slide30.xml.rels>&#65279;<?xml version="1.0" encoding="utf-8"?><Relationships xmlns="http://schemas.openxmlformats.org/package/2006/relationships"><Relationship Type="http://schemas.openxmlformats.org/officeDocument/2006/relationships/notesSlide" Target="/ppt/notesSlides/notesSlide30.xml" Id="R9b4624f4e6c945c9" /><Relationship Type="http://schemas.openxmlformats.org/officeDocument/2006/relationships/slideLayout" Target="/ppt/slideLayouts/slideLayout1.xml" Id="Rce8a1f0b20d44d19" /></Relationships>
</file>

<file path=ppt/slides/_rels/slide31.xml.rels>&#65279;<?xml version="1.0" encoding="utf-8"?><Relationships xmlns="http://schemas.openxmlformats.org/package/2006/relationships"><Relationship Type="http://schemas.openxmlformats.org/officeDocument/2006/relationships/image" Target="/ppt/media/image11.bin" Id="Rab0e8004456d4262" /><Relationship Type="http://schemas.openxmlformats.org/officeDocument/2006/relationships/notesSlide" Target="/ppt/notesSlides/notesSlide31.xml" Id="R2fb3438cb6ea4cca" /><Relationship Type="http://schemas.openxmlformats.org/officeDocument/2006/relationships/slideLayout" Target="/ppt/slideLayouts/slideLayout1.xml" Id="R3f85d2c759da4f58" /></Relationships>
</file>

<file path=ppt/slides/_rels/slide32.xml.rels>&#65279;<?xml version="1.0" encoding="utf-8"?><Relationships xmlns="http://schemas.openxmlformats.org/package/2006/relationships"><Relationship Type="http://schemas.openxmlformats.org/officeDocument/2006/relationships/notesSlide" Target="/ppt/notesSlides/notesSlide32.xml" Id="Rd45a628242bf4a2d" /><Relationship Type="http://schemas.openxmlformats.org/officeDocument/2006/relationships/slideLayout" Target="/ppt/slideLayouts/slideLayout1.xml" Id="R2cd7fc257a774995" /></Relationships>
</file>

<file path=ppt/slides/_rels/slide33.xml.rels>&#65279;<?xml version="1.0" encoding="utf-8"?><Relationships xmlns="http://schemas.openxmlformats.org/package/2006/relationships"><Relationship Type="http://schemas.openxmlformats.org/officeDocument/2006/relationships/image" Target="/ppt/media/image.bin" Id="R5aa27d1c10e34dfb" /><Relationship Type="http://schemas.openxmlformats.org/officeDocument/2006/relationships/notesSlide" Target="/ppt/notesSlides/notesSlide33.xml" Id="Rfddeb5ad1c884411" /><Relationship Type="http://schemas.openxmlformats.org/officeDocument/2006/relationships/slideLayout" Target="/ppt/slideLayouts/slideLayout1.xml" Id="R4878e01007ae4c27" /></Relationships>
</file>

<file path=ppt/slides/_rels/slide34.xml.rels>&#65279;<?xml version="1.0" encoding="utf-8"?><Relationships xmlns="http://schemas.openxmlformats.org/package/2006/relationships"><Relationship Type="http://schemas.openxmlformats.org/officeDocument/2006/relationships/hyperlink" Target="https://pptsupermarket.com/customizes" TargetMode="External" Id="Race635d87f474aa8a05f242c51ba0674" /><Relationship Type="http://schemas.openxmlformats.org/officeDocument/2006/relationships/image" Target="/ppt/media/image12.bin" Id="Rf1ad0a6f382b4d1b" /><Relationship Type="http://schemas.openxmlformats.org/officeDocument/2006/relationships/image" Target="/ppt/media/image13.bin" Id="R9560aa7c4a9b4b16" /><Relationship Type="http://schemas.openxmlformats.org/officeDocument/2006/relationships/image" Target="/ppt/media/image14.bin" Id="Rc0ea80f6bcee42b2" /><Relationship Type="http://schemas.openxmlformats.org/officeDocument/2006/relationships/customXml" Target="/ppt/customXML/item.xml" Id="R6a28b504385648a7" /><Relationship Type="http://schemas.openxmlformats.org/officeDocument/2006/relationships/customXml" Target="/ppt/customXML/item2.xml" Id="Ra7fa35b3477a4b01" /><Relationship Type="http://schemas.openxmlformats.org/officeDocument/2006/relationships/slideLayout" Target="/ppt/slideLayouts/slideLayout5.xml" Id="R7e3035644ee54642" /></Relationships>
</file>

<file path=ppt/slides/_rels/slide35.xml.rels>&#65279;<?xml version="1.0" encoding="utf-8"?><Relationships xmlns="http://schemas.openxmlformats.org/package/2006/relationships"><Relationship Type="http://schemas.openxmlformats.org/officeDocument/2006/relationships/hyperlink" Target="https://www.pptsupermarket.com/" TargetMode="External" Id="R998e16f23263465f929327f80218cdce" /><Relationship Type="http://schemas.openxmlformats.org/officeDocument/2006/relationships/image" Target="/ppt/media/image15.bin" Id="R522b2170d9444dd6" /><Relationship Type="http://schemas.openxmlformats.org/officeDocument/2006/relationships/image" Target="/ppt/media/image16.bin" Id="Rd2512a62d60a4660" /><Relationship Type="http://schemas.openxmlformats.org/officeDocument/2006/relationships/image" Target="/ppt/media/image17.bin" Id="R6edff7fa8d5545b1" /><Relationship Type="http://schemas.openxmlformats.org/officeDocument/2006/relationships/image" Target="/ppt/media/image13.bin" Id="Rd4d02c5c69db4009" /><Relationship Type="http://schemas.openxmlformats.org/officeDocument/2006/relationships/image" Target="/ppt/media/image18.bin" Id="R928f2b98c56b4d83" /><Relationship Type="http://schemas.openxmlformats.org/officeDocument/2006/relationships/image" Target="/ppt/media/image19.bin" Id="Rfa4c78dad80b4b07" /><Relationship Type="http://schemas.openxmlformats.org/officeDocument/2006/relationships/image" Target="/ppt/media/image14.bin" Id="R9dd4f5646ffe484c" /><Relationship Type="http://schemas.openxmlformats.org/officeDocument/2006/relationships/customXml" Target="/ppt/customXML/item3.xml" Id="Rbba63440e28b4213" /><Relationship Type="http://schemas.openxmlformats.org/officeDocument/2006/relationships/customXml" Target="/ppt/customXML/item4.xml" Id="Recafbfd89a5b40ee" /><Relationship Type="http://schemas.openxmlformats.org/officeDocument/2006/relationships/customXml" Target="/ppt/customXML/item5.xml" Id="Rb292e1f75067418c" /><Relationship Type="http://schemas.openxmlformats.org/officeDocument/2006/relationships/slideLayout" Target="/ppt/slideLayouts/slideLayout5.xml" Id="R9469734055364573" /></Relationships>
</file>

<file path=ppt/slides/_rels/slide36.xml.rels>&#65279;<?xml version="1.0" encoding="utf-8"?><Relationships xmlns="http://schemas.openxmlformats.org/package/2006/relationships"><Relationship Type="http://schemas.openxmlformats.org/officeDocument/2006/relationships/image" Target="/ppt/media/image20.bin" Id="R616b6e0e283a43cf" /><Relationship Type="http://schemas.openxmlformats.org/officeDocument/2006/relationships/image" Target="/ppt/media/image21.bin" Id="R422c11f53bfa4e9c" /><Relationship Type="http://schemas.openxmlformats.org/officeDocument/2006/relationships/image" Target="/ppt/media/image19.bin" Id="R7f1fc9c79c364fe3" /><Relationship Type="http://schemas.openxmlformats.org/officeDocument/2006/relationships/image" Target="/ppt/media/image22.bin" Id="Rded1143f393a4c4c" /><Relationship Type="http://schemas.openxmlformats.org/officeDocument/2006/relationships/customXml" Target="/ppt/customXML/item6.xml" Id="R1b38e649c1534936" /><Relationship Type="http://schemas.openxmlformats.org/officeDocument/2006/relationships/customXml" Target="/ppt/customXML/item7.xml" Id="R1627bd27607a42ce" /><Relationship Type="http://schemas.openxmlformats.org/officeDocument/2006/relationships/customXml" Target="/ppt/customXML/item8.xml" Id="R2de4c4a6aa8746d8" /><Relationship Type="http://schemas.openxmlformats.org/officeDocument/2006/relationships/slideLayout" Target="/ppt/slideLayouts/slideLayout6.xml" Id="Re9eb3ef8b0b64102" /></Relationships>
</file>

<file path=ppt/slides/_rels/slide37.xml.rels>&#65279;<?xml version="1.0" encoding="utf-8"?><Relationships xmlns="http://schemas.openxmlformats.org/package/2006/relationships"><Relationship Type="http://schemas.openxmlformats.org/officeDocument/2006/relationships/hyperlink" Target="https://www.100font.com/thread-118.htm" TargetMode="External" Id="Rd9714a39db234aed90c1f4edc127981b" /><Relationship Type="http://schemas.openxmlformats.org/officeDocument/2006/relationships/hyperlink" Target="https://storyset.com/" TargetMode="External" Id="Ra135f91b0ea7441b866382d55cf0f160" /><Relationship Type="http://schemas.openxmlformats.org/officeDocument/2006/relationships/slideLayout" Target="/ppt/slideLayouts/slideLayout5.xml" Id="Rab2080e9de3f4e56" /></Relationships>
</file>

<file path=ppt/slides/charts/_rels/chart1.xml.rels>&#65279;<?xml version="1.0" encoding="utf-8"?><Relationships xmlns="http://schemas.openxmlformats.org/package/2006/relationships"><Relationship Type="http://schemas.openxmlformats.org/officeDocument/2006/relationships/package" Target="/ppt/slides/charts/embeddings/package.bin" Id="R4c2cb7e8fa6243bc" /></Relationships>
</file>

<file path=ppt/slides/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radarChart>
        <c:radarStyle val="marker"/>
        <c:varyColors val="0"/>
        <c:ser>
          <c:idx val="0"/>
          <c:order val="0"/>
          <c:tx>
            <c:strRef>
              <c:f>Sheet1!$B$1</c:f>
              <c:strCache>
                <c:ptCount val="1"/>
                <c:pt idx="0">
                  <c:v>系列 1</c:v>
                </c:pt>
              </c:strCache>
            </c:strRef>
          </c:tx>
          <c:spPr>
            <a:ln w="28575" cap="rnd">
              <a:solidFill>
                <a:srgbClr val="23A2E4"/>
              </a:solidFill>
              <a:round/>
            </a:ln>
            <a:effectLst/>
          </c:spPr>
          <c:marker>
            <c:symbol val="none"/>
          </c:marker>
          <c:cat>
            <c:numRef>
              <c:f>Sheet1!$A$2:$A$6</c:f>
              <c:numCache>
                <c:formatCode>m/d/yyyy</c:formatCode>
                <c:ptCount val="5"/>
                <c:pt idx="0">
                  <c:v>37261</c:v>
                </c:pt>
                <c:pt idx="1">
                  <c:v>37262</c:v>
                </c:pt>
                <c:pt idx="2">
                  <c:v>37263</c:v>
                </c:pt>
                <c:pt idx="3">
                  <c:v>37264</c:v>
                </c:pt>
                <c:pt idx="4">
                  <c:v>37265</c:v>
                </c:pt>
              </c:numCache>
            </c:numRef>
          </c:cat>
          <c:val>
            <c:numRef>
              <c:f>Sheet1!$B$2:$B$6</c:f>
              <c:numCache>
                <c:formatCode>General</c:formatCode>
                <c:ptCount val="5"/>
                <c:pt idx="0">
                  <c:v>32</c:v>
                </c:pt>
                <c:pt idx="1">
                  <c:v>32</c:v>
                </c:pt>
                <c:pt idx="2">
                  <c:v>28</c:v>
                </c:pt>
                <c:pt idx="3">
                  <c:v>12</c:v>
                </c:pt>
                <c:pt idx="4">
                  <c:v>15</c:v>
                </c:pt>
              </c:numCache>
            </c:numRef>
          </c:val>
          <c:extLst>
            <c:ext xmlns:c16="http://schemas.microsoft.com/office/drawing/2014/chart" uri="{C3380CC4-5D6E-409C-BE32-E72D297353CC}">
              <c16:uniqueId val="{00000000-EC24-40C1-B982-3AA6DDFB3780}"/>
            </c:ext>
          </c:extLst>
        </c:ser>
        <c:ser>
          <c:idx val="1"/>
          <c:order val="1"/>
          <c:tx>
            <c:strRef>
              <c:f>Sheet1!$C$1</c:f>
              <c:strCache>
                <c:ptCount val="1"/>
                <c:pt idx="0">
                  <c:v>系列 2</c:v>
                </c:pt>
              </c:strCache>
            </c:strRef>
          </c:tx>
          <c:spPr>
            <a:ln w="28575" cap="rnd">
              <a:solidFill>
                <a:srgbClr val="044BC9"/>
              </a:solidFill>
              <a:round/>
            </a:ln>
            <a:effectLst/>
          </c:spPr>
          <c:marker>
            <c:symbol val="none"/>
          </c:marker>
          <c:dPt>
            <c:idx val="0"/>
            <c:marker>
              <c:symbol val="none"/>
            </c:marker>
            <c:bubble3D val="0"/>
            <c:spPr>
              <a:ln w="28575" cap="rnd">
                <a:solidFill>
                  <a:srgbClr val="044BC9"/>
                </a:solidFill>
                <a:round/>
              </a:ln>
              <a:effectLst/>
            </c:spPr>
            <c:extLst>
              <c:ext xmlns:c16="http://schemas.microsoft.com/office/drawing/2014/chart" uri="{C3380CC4-5D6E-409C-BE32-E72D297353CC}">
                <c16:uniqueId val="{00000000-CA5B-429A-9698-1656C2EDDFB0}"/>
              </c:ext>
            </c:extLst>
          </c:dPt>
          <c:cat>
            <c:numRef>
              <c:f>Sheet1!$A$2:$A$6</c:f>
              <c:numCache>
                <c:formatCode>m/d/yyyy</c:formatCode>
                <c:ptCount val="5"/>
                <c:pt idx="0">
                  <c:v>37261</c:v>
                </c:pt>
                <c:pt idx="1">
                  <c:v>37262</c:v>
                </c:pt>
                <c:pt idx="2">
                  <c:v>37263</c:v>
                </c:pt>
                <c:pt idx="3">
                  <c:v>37264</c:v>
                </c:pt>
                <c:pt idx="4">
                  <c:v>37265</c:v>
                </c:pt>
              </c:numCache>
            </c:numRef>
          </c:cat>
          <c:val>
            <c:numRef>
              <c:f>Sheet1!$C$2:$C$6</c:f>
              <c:numCache>
                <c:formatCode>General</c:formatCode>
                <c:ptCount val="5"/>
                <c:pt idx="0">
                  <c:v>12</c:v>
                </c:pt>
                <c:pt idx="1">
                  <c:v>12</c:v>
                </c:pt>
                <c:pt idx="2">
                  <c:v>12</c:v>
                </c:pt>
                <c:pt idx="3">
                  <c:v>21</c:v>
                </c:pt>
                <c:pt idx="4">
                  <c:v>28</c:v>
                </c:pt>
              </c:numCache>
            </c:numRef>
          </c:val>
          <c:extLst>
            <c:ext xmlns:c16="http://schemas.microsoft.com/office/drawing/2014/chart" uri="{C3380CC4-5D6E-409C-BE32-E72D297353CC}">
              <c16:uniqueId val="{00000001-EC24-40C1-B982-3AA6DDFB3780}"/>
            </c:ext>
          </c:extLst>
        </c:ser>
        <c:dLbls>
          <c:showLegendKey val="0"/>
          <c:showVal val="0"/>
          <c:showCatName val="0"/>
          <c:showSerName val="0"/>
          <c:showPercent val="0"/>
          <c:showBubbleSize val="0"/>
        </c:dLbls>
        <c:axId val="2072366944"/>
        <c:axId val="2072395232"/>
      </c:radarChart>
      <c:catAx>
        <c:axId val="2072366944"/>
        <c:scaling>
          <c:orientation val="minMax"/>
        </c:scaling>
        <c:delete val="1"/>
        <c:axPos val="b"/>
        <c:numFmt formatCode="m/d/yyyy" sourceLinked="1"/>
        <c:majorTickMark val="none"/>
        <c:minorTickMark val="none"/>
        <c:tickLblPos val="nextTo"/>
        <c:crossAx val="2072395232"/>
        <c:crosses val="autoZero"/>
        <c:auto val="1"/>
        <c:lblAlgn val="ctr"/>
        <c:lblOffset val="100"/>
        <c:noMultiLvlLbl val="0"/>
      </c:catAx>
      <c:valAx>
        <c:axId val="2072395232"/>
        <c:scaling>
          <c:orientation val="minMax"/>
        </c:scaling>
        <c:delete val="0"/>
        <c:axPos val="l"/>
        <c:majorGridlines>
          <c:spPr>
            <a:ln w="6350" cap="flat" cmpd="sng" algn="ctr">
              <a:solidFill>
                <a:schemeClr val="bg1">
                  <a:lumMod val="7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思源黑体 CN Normal" panose="020B0400000000000000" pitchFamily="34" charset="-122"/>
                <a:ea typeface="思源黑体 CN Normal" panose="020B0400000000000000" pitchFamily="34" charset="-122"/>
                <a:cs typeface="+mn-cs"/>
              </a:defRPr>
            </a:pPr>
            <a:endParaRPr lang="zh-CN"/>
          </a:p>
        </c:txPr>
        <c:crossAx val="2072366944"/>
        <c:crosses val="autoZero"/>
        <c:crossBetween val="between"/>
        <c:majorUnit val="1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a:latin typeface="思源黑体 CN Normal" panose="020B0400000000000000" pitchFamily="34" charset="-122"/>
          <a:ea typeface="思源黑体 CN Normal" panose="020B0400000000000000" pitchFamily="34" charset="-122"/>
        </a:defRPr>
      </a:pPr>
      <a:endParaRPr lang="zh-CN"/>
    </a:p>
  </c:txPr>
  <c:externalData r:id="R4c2cb7e8fa6243bc">
    <c:autoUpdate val="0"/>
  </c:externalData>
</c:chartSpace>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0" y="2863105"/>
            <a:ext cx="12191998" cy="3994895"/>
            <a:chOff x="0" y="3619500"/>
            <a:chExt cx="12191998" cy="3238500"/>
          </a:xfrm>
        </p:grpSpPr>
        <p:pic>
          <p:nvPicPr>
            <p:cNvPr id="3" name="图片 2"/>
            <p:cNvPicPr>
              <a:picLocks noChangeAspect="1"/>
            </p:cNvPicPr>
            <p:nvPr/>
          </p:nvPicPr>
          <p:blipFill rotWithShape="1">
            <a:blip r:embed="Rdb65aba9c8624f17"/>
            <a:srcRect l="2986" r="2356"/>
            <a:stretch/>
          </p:blipFill>
          <p:spPr>
            <a:xfrm>
              <a:off x="6095999" y="3619500"/>
              <a:ext cx="6095999" cy="3238500"/>
            </a:xfrm>
            <a:prstGeom prst="rect">
              <a:avLst/>
            </a:prstGeom>
          </p:spPr>
        </p:pic>
        <p:pic>
          <p:nvPicPr>
            <p:cNvPr id="10" name="图片 9"/>
            <p:cNvPicPr>
              <a:picLocks noChangeAspect="1"/>
            </p:cNvPicPr>
            <p:nvPr/>
          </p:nvPicPr>
          <p:blipFill rotWithShape="1">
            <a:blip r:embed="Rdb65aba9c8624f17"/>
            <a:srcRect l="2986" r="2356"/>
            <a:stretch/>
          </p:blipFill>
          <p:spPr>
            <a:xfrm flipH="1">
              <a:off x="0" y="3619500"/>
              <a:ext cx="6095999" cy="3238500"/>
            </a:xfrm>
            <a:prstGeom prst="rect">
              <a:avLst/>
            </a:prstGeom>
          </p:spPr>
        </p:pic>
      </p:grpSp>
      <p:sp>
        <p:nvSpPr>
          <p:cNvPr id="4" name="文本框 3"/>
          <p:cNvSpPr txBox="1"/>
          <p:nvPr/>
        </p:nvSpPr>
        <p:spPr>
          <a:xfrm>
            <a:off x="2755374" y="1984872"/>
            <a:ext cx="6681253" cy="1323439"/>
          </a:xfrm>
          <a:prstGeom prst="rect">
            <a:avLst/>
          </a:prstGeom>
          <a:noFill/>
        </p:spPr>
        <p:txBody>
          <a:bodyPr wrap="square" rtlCol="0">
            <a:spAutoFit/>
          </a:bodyPr>
          <a:lstStyle/>
          <a:p>
            <a:pPr algn="dist"/>
            <a:r>
              <a:rPr lang="zh-CN" altLang="en-US" sz="8000" b="1" dirty="0">
                <a:ln w="12700">
                  <a:noFill/>
                </a:ln>
                <a:gradFill>
                  <a:gsLst>
                    <a:gs pos="0">
                      <a:srgbClr val="044BC9"/>
                    </a:gs>
                    <a:gs pos="100000">
                      <a:srgbClr val="23A2E4"/>
                    </a:gs>
                  </a:gsLst>
                  <a:lin ang="0" scaled="0"/>
                </a:gradFill>
                <a:latin typeface="Aa黑体 (非商业使用)" panose="02010600010101010101" pitchFamily="2" charset="-122"/>
                <a:ea typeface="Aa黑体 (非商业使用)" panose="02010600010101010101" pitchFamily="2" charset="-122"/>
                <a:sym typeface="思源黑体" panose="020B0500000000000000" pitchFamily="34" charset="-122"/>
              </a:rPr>
              <a:t>项目复盘报告</a:t>
            </a:r>
          </a:p>
        </p:txBody>
      </p:sp>
      <p:sp>
        <p:nvSpPr>
          <p:cNvPr id="11" name="Text Placeholder 3">
            <a:extLst>
              <a:ext uri="{FF2B5EF4-FFF2-40B4-BE49-F238E27FC236}">
                <a16:creationId xmlns:a16="http://schemas.microsoft.com/office/drawing/2014/main" id="{CA19DF75-27FF-4804-8C59-F17F55C9C104}"/>
              </a:ext>
            </a:extLst>
          </p:cNvPr>
          <p:cNvSpPr txBox="1">
            <a:spLocks/>
          </p:cNvSpPr>
          <p:nvPr/>
        </p:nvSpPr>
        <p:spPr>
          <a:xfrm>
            <a:off x="212111" y="255771"/>
            <a:ext cx="3470283" cy="370615"/>
          </a:xfrm>
          <a:prstGeom prst="rect">
            <a:avLst/>
          </a:prstGeom>
        </p:spPr>
        <p:txBody>
          <a:bodyPr/>
          <a:lstStyle>
            <a:lvl1pPr marL="0" indent="0" algn="l" defTabSz="1828343" rtl="0" eaLnBrk="1" latinLnBrk="0" hangingPunct="1">
              <a:lnSpc>
                <a:spcPct val="90000"/>
              </a:lnSpc>
              <a:spcBef>
                <a:spcPts val="2000"/>
              </a:spcBef>
              <a:buFont typeface="Arial" panose="020B0604020202020204" pitchFamily="34" charset="0"/>
              <a:buNone/>
              <a:defRPr sz="8000" b="1" kern="1200">
                <a:solidFill>
                  <a:schemeClr val="tx2"/>
                </a:solidFill>
                <a:latin typeface="Amiri" pitchFamily="2" charset="-78"/>
                <a:ea typeface="Amiri" pitchFamily="2" charset="-78"/>
                <a:cs typeface="Amiri" pitchFamily="2" charset="-78"/>
              </a:defRPr>
            </a:lvl1pPr>
            <a:lvl2pPr marL="1371257" indent="-457086" algn="l" defTabSz="1828343" rtl="0" eaLnBrk="1" latinLnBrk="0" hangingPunct="1">
              <a:lnSpc>
                <a:spcPct val="90000"/>
              </a:lnSpc>
              <a:spcBef>
                <a:spcPts val="1000"/>
              </a:spcBef>
              <a:buFont typeface="Arial" panose="020B0604020202020204" pitchFamily="34" charset="0"/>
              <a:buChar char="•"/>
              <a:defRPr sz="4799" kern="1200">
                <a:solidFill>
                  <a:schemeClr val="tx1"/>
                </a:solidFill>
                <a:latin typeface="+mn-lt"/>
                <a:ea typeface="+mn-ea"/>
                <a:cs typeface="+mn-cs"/>
              </a:defRPr>
            </a:lvl2pPr>
            <a:lvl3pPr marL="2285429" indent="-457086" algn="l" defTabSz="1828343" rtl="0" eaLnBrk="1" latinLnBrk="0" hangingPunct="1">
              <a:lnSpc>
                <a:spcPct val="90000"/>
              </a:lnSpc>
              <a:spcBef>
                <a:spcPts val="1000"/>
              </a:spcBef>
              <a:buFont typeface="Arial" panose="020B0604020202020204" pitchFamily="34" charset="0"/>
              <a:buChar char="•"/>
              <a:defRPr sz="3999" kern="1200">
                <a:solidFill>
                  <a:schemeClr val="tx1"/>
                </a:solidFill>
                <a:latin typeface="+mn-lt"/>
                <a:ea typeface="+mn-ea"/>
                <a:cs typeface="+mn-cs"/>
              </a:defRPr>
            </a:lvl3pPr>
            <a:lvl4pPr marL="3199600"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4pPr>
            <a:lvl5pPr marL="4113771"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gn="dist"/>
            <a:r>
              <a:rPr lang="zh-CN" altLang="en-US" sz="1600" b="0" dirty="0">
                <a:solidFill>
                  <a:srgbClr val="044BC9"/>
                </a:solidFill>
                <a:latin typeface="思源黑体 CN Light" panose="020B0300000000000000" pitchFamily="34" charset="-122"/>
                <a:ea typeface="思源黑体 CN Light" panose="020B0300000000000000" pitchFamily="34" charset="-122"/>
              </a:rPr>
              <a:t>这里输入您的公司</a:t>
            </a:r>
            <a:r>
              <a:rPr lang="en-US" altLang="zh-CN" sz="1600" b="0" dirty="0">
                <a:solidFill>
                  <a:srgbClr val="044BC9"/>
                </a:solidFill>
                <a:latin typeface="思源黑体 CN Light" panose="020B0300000000000000" pitchFamily="34" charset="-122"/>
                <a:ea typeface="思源黑体 CN Light" panose="020B0300000000000000" pitchFamily="34" charset="-122"/>
              </a:rPr>
              <a:t>/</a:t>
            </a:r>
            <a:r>
              <a:rPr lang="zh-CN" altLang="en-US" sz="1600" b="0" dirty="0">
                <a:solidFill>
                  <a:srgbClr val="044BC9"/>
                </a:solidFill>
                <a:latin typeface="思源黑体 CN Light" panose="020B0300000000000000" pitchFamily="34" charset="-122"/>
                <a:ea typeface="思源黑体 CN Light" panose="020B0300000000000000" pitchFamily="34" charset="-122"/>
              </a:rPr>
              <a:t>组织名称</a:t>
            </a:r>
            <a:endParaRPr lang="en-ID" sz="1600" b="0" dirty="0">
              <a:solidFill>
                <a:srgbClr val="044BC9"/>
              </a:solidFill>
              <a:latin typeface="思源黑体 CN Light" panose="020B0300000000000000" pitchFamily="34" charset="-122"/>
              <a:ea typeface="思源黑体 CN Light" panose="020B0300000000000000" pitchFamily="34" charset="-122"/>
            </a:endParaRPr>
          </a:p>
        </p:txBody>
      </p:sp>
      <p:sp>
        <p:nvSpPr>
          <p:cNvPr id="12" name="矩形 11">
            <a:extLst>
              <a:ext uri="{FF2B5EF4-FFF2-40B4-BE49-F238E27FC236}">
                <a16:creationId xmlns:a16="http://schemas.microsoft.com/office/drawing/2014/main" id="{535883B3-EF7F-4DF1-A1E7-9EAA262A8946}"/>
              </a:ext>
            </a:extLst>
          </p:cNvPr>
          <p:cNvSpPr/>
          <p:nvPr/>
        </p:nvSpPr>
        <p:spPr>
          <a:xfrm>
            <a:off x="2855586" y="3455961"/>
            <a:ext cx="6480829" cy="572464"/>
          </a:xfrm>
          <a:prstGeom prst="rect">
            <a:avLst/>
          </a:prstGeom>
        </p:spPr>
        <p:txBody>
          <a:bodyPr wrap="square">
            <a:spAutoFit/>
          </a:bodyPr>
          <a:lstStyle/>
          <a:p>
            <a:pPr algn="ctr">
              <a:lnSpc>
                <a:spcPct val="130000"/>
              </a:lnSpc>
              <a:spcBef>
                <a:spcPts val="600"/>
              </a:spcBef>
              <a:spcAft>
                <a:spcPts val="600"/>
              </a:spcAft>
              <a:defRPr/>
            </a:pPr>
            <a:r>
              <a:rPr lang="en-US" altLang="zh-CN" sz="1200" dirty="0">
                <a:solidFill>
                  <a:schemeClr val="tx1">
                    <a:lumMod val="50000"/>
                    <a:lumOff val="50000"/>
                  </a:schemeClr>
                </a:solidFill>
                <a:latin typeface="Aa黑体 (非商业使用)" panose="02010600010101010101" pitchFamily="2" charset="-122"/>
                <a:ea typeface="Aa黑体 (非商业使用)" panose="02010600010101010101" pitchFamily="2" charset="-122"/>
              </a:rPr>
              <a:t>Please replace text, click add relevant headline, modify the text content, also can copy your. Please replace text, click add relevant headline, modify the text content,</a:t>
            </a:r>
          </a:p>
        </p:txBody>
      </p:sp>
      <p:sp>
        <p:nvSpPr>
          <p:cNvPr id="14" name="圆角矩形 13"/>
          <p:cNvSpPr/>
          <p:nvPr/>
        </p:nvSpPr>
        <p:spPr>
          <a:xfrm>
            <a:off x="4895850" y="4263203"/>
            <a:ext cx="2400300" cy="433313"/>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44BC9"/>
                </a:solidFill>
                <a:latin typeface="Aa黑体 (非商业使用)" panose="02010600010101010101" pitchFamily="2" charset="-122"/>
                <a:ea typeface="Aa黑体 (非商业使用)" panose="02010600010101010101" pitchFamily="2" charset="-122"/>
              </a:rPr>
              <a:t>汇报人：XX</a:t>
            </a:r>
            <a:r>
              <a:rPr lang="en-US" altLang="zh-CN" dirty="0">
                <a:solidFill>
                  <a:srgbClr val="044BC9"/>
                </a:solidFill>
                <a:latin typeface="Aa黑体 (非商业使用)" panose="02010600010101010101" pitchFamily="2" charset="-122"/>
                <a:ea typeface="Aa黑体 (非商业使用)" panose="02010600010101010101" pitchFamily="2" charset="-122"/>
              </a:rPr>
              <a:t>PPT</a:t>
            </a:r>
            <a:endParaRPr lang="zh-CN" altLang="en-US" dirty="0">
              <a:solidFill>
                <a:srgbClr val="044BC9"/>
              </a:solidFill>
              <a:latin typeface="Aa黑体 (非商业使用)" panose="02010600010101010101" pitchFamily="2" charset="-122"/>
              <a:ea typeface="Aa黑体 (非商业使用)" panose="02010600010101010101" pitchFamily="2" charset="-122"/>
            </a:endParaRPr>
          </a:p>
        </p:txBody>
      </p:sp>
      <p:grpSp>
        <p:nvGrpSpPr>
          <p:cNvPr id="21" name="组合 20"/>
          <p:cNvGrpSpPr/>
          <p:nvPr/>
        </p:nvGrpSpPr>
        <p:grpSpPr>
          <a:xfrm>
            <a:off x="3492345" y="1747283"/>
            <a:ext cx="5207310" cy="0"/>
            <a:chOff x="3746190" y="2146300"/>
            <a:chExt cx="5207310" cy="0"/>
          </a:xfrm>
        </p:grpSpPr>
        <p:cxnSp>
          <p:nvCxnSpPr>
            <p:cNvPr id="17" name="直接连接符 16"/>
            <p:cNvCxnSpPr/>
            <p:nvPr/>
          </p:nvCxnSpPr>
          <p:spPr>
            <a:xfrm>
              <a:off x="3746190" y="2146300"/>
              <a:ext cx="5207310" cy="0"/>
            </a:xfrm>
            <a:prstGeom prst="line">
              <a:avLst/>
            </a:prstGeom>
            <a:ln>
              <a:solidFill>
                <a:srgbClr val="044BC9"/>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3746190" y="2146300"/>
              <a:ext cx="914710" cy="0"/>
            </a:xfrm>
            <a:prstGeom prst="line">
              <a:avLst/>
            </a:prstGeom>
            <a:ln w="57150">
              <a:solidFill>
                <a:srgbClr val="044BC9"/>
              </a:solidFill>
            </a:ln>
          </p:spPr>
          <p:style>
            <a:lnRef idx="1">
              <a:schemeClr val="accent1"/>
            </a:lnRef>
            <a:fillRef idx="0">
              <a:schemeClr val="accent1"/>
            </a:fillRef>
            <a:effectRef idx="0">
              <a:schemeClr val="accent1"/>
            </a:effectRef>
            <a:fontRef idx="minor">
              <a:schemeClr val="tx1"/>
            </a:fontRef>
          </p:style>
        </p:cxnSp>
      </p:grpSp>
      <p:grpSp>
        <p:nvGrpSpPr>
          <p:cNvPr id="32" name="组合 31">
            <a:extLst>
              <a:ext uri="{FF2B5EF4-FFF2-40B4-BE49-F238E27FC236}">
                <a16:creationId xmlns:a16="http://schemas.microsoft.com/office/drawing/2014/main" id="{BA07F046-C67C-4029-A9C7-475312ACB55C}"/>
              </a:ext>
            </a:extLst>
          </p:cNvPr>
          <p:cNvGrpSpPr/>
          <p:nvPr/>
        </p:nvGrpSpPr>
        <p:grpSpPr>
          <a:xfrm>
            <a:off x="2939989" y="1666752"/>
            <a:ext cx="216018" cy="167054"/>
            <a:chOff x="1467073" y="4995308"/>
            <a:chExt cx="216018" cy="167054"/>
          </a:xfrm>
        </p:grpSpPr>
        <p:sp>
          <p:nvSpPr>
            <p:cNvPr id="33" name="等腰三角形 3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34" name="等腰三角形 3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Tree>
    <p:extLst>
      <p:ext uri="{BB962C8B-B14F-4D97-AF65-F5344CB8AC3E}">
        <p14:creationId xmlns:p14="http://schemas.microsoft.com/office/powerpoint/2010/main" val="3256210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4000">
        <p15:prstTrans prst="airplane"/>
      </p:transition>
    </mc:Choice>
    <mc:Fallback xmlns:p14="http://schemas.microsoft.com/office/powerpoint/2010/main" xmlns:a16="http://schemas.microsoft.com/office/drawing/2014/main" xmlns="">
      <p:transition spd="slow" advTm="4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500"/>
                                        <p:tgtEl>
                                          <p:spTgt spid="3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randombar(horizontal)">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fltVal val="0"/>
                                          </p:val>
                                        </p:tav>
                                        <p:tav tm="100000">
                                          <p:val>
                                            <p:strVal val="#ppt_w"/>
                                          </p:val>
                                        </p:tav>
                                      </p:tavLst>
                                    </p:anim>
                                    <p:anim calcmode="lin" valueType="num">
                                      <p:cBhvr>
                                        <p:cTn id="32" dur="500" fill="hold"/>
                                        <p:tgtEl>
                                          <p:spTgt spid="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9C95872-8E92-9896-48D9-EEFF22ED5D93}"/>
              </a:ext>
            </a:extLst>
          </p:cNvPr>
          <p:cNvSpPr txBox="1"/>
          <p:nvPr/>
        </p:nvSpPr>
        <p:spPr>
          <a:xfrm>
            <a:off x="418689" y="506125"/>
            <a:ext cx="540060"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 </a:t>
            </a:r>
            <a:r>
              <a:rPr lang="en-US" altLang="zh-CN" sz="100" dirty="0">
                <a:noFill/>
                <a:latin typeface="微软雅黑" panose="020B0503020204020204" pitchFamily="34" charset="-122"/>
                <a:ea typeface="微软雅黑" panose="020B0503020204020204" pitchFamily="34" charset="-122"/>
              </a:rPr>
              <a:t>http://www.1ppt.com/moban/</a:t>
            </a:r>
            <a:r>
              <a:rPr lang="zh-CN" altLang="en-US" sz="100" dirty="0">
                <a:noFill/>
                <a:latin typeface="微软雅黑" panose="020B0503020204020204" pitchFamily="34" charset="-122"/>
                <a:ea typeface="微软雅黑" panose="020B0503020204020204" pitchFamily="34" charset="-122"/>
              </a:rPr>
              <a:t> </a:t>
            </a:r>
            <a:endParaRPr lang="en-US" altLang="zh-CN" sz="100" dirty="0">
              <a:noFill/>
              <a:latin typeface="微软雅黑" panose="020B0503020204020204" pitchFamily="34" charset="-122"/>
              <a:ea typeface="微软雅黑" panose="020B0503020204020204" pitchFamily="34" charset="-122"/>
            </a:endParaRPr>
          </a:p>
        </p:txBody>
      </p:sp>
      <p:grpSp>
        <p:nvGrpSpPr>
          <p:cNvPr id="15" name="组合 14"/>
          <p:cNvGrpSpPr/>
          <p:nvPr/>
        </p:nvGrpSpPr>
        <p:grpSpPr>
          <a:xfrm flipV="1">
            <a:off x="0" y="0"/>
            <a:ext cx="12191998" cy="3994895"/>
            <a:chOff x="0" y="3619500"/>
            <a:chExt cx="12191998" cy="3238500"/>
          </a:xfrm>
        </p:grpSpPr>
        <p:pic>
          <p:nvPicPr>
            <p:cNvPr id="3" name="图片 2"/>
            <p:cNvPicPr>
              <a:picLocks noChangeAspect="1"/>
            </p:cNvPicPr>
            <p:nvPr/>
          </p:nvPicPr>
          <p:blipFill rotWithShape="1">
            <a:blip r:embed="R99fcd3c31bf8461d"/>
            <a:srcRect l="2986" r="2356"/>
            <a:stretch/>
          </p:blipFill>
          <p:spPr>
            <a:xfrm>
              <a:off x="6095999" y="3619500"/>
              <a:ext cx="6095999" cy="3238500"/>
            </a:xfrm>
            <a:prstGeom prst="rect">
              <a:avLst/>
            </a:prstGeom>
          </p:spPr>
        </p:pic>
        <p:pic>
          <p:nvPicPr>
            <p:cNvPr id="10" name="图片 9"/>
            <p:cNvPicPr>
              <a:picLocks noChangeAspect="1"/>
            </p:cNvPicPr>
            <p:nvPr/>
          </p:nvPicPr>
          <p:blipFill rotWithShape="1">
            <a:blip r:embed="R99fcd3c31bf8461d"/>
            <a:srcRect l="2986" r="2356"/>
            <a:stretch/>
          </p:blipFill>
          <p:spPr>
            <a:xfrm flipH="1">
              <a:off x="0" y="3619500"/>
              <a:ext cx="6095999" cy="3238500"/>
            </a:xfrm>
            <a:prstGeom prst="rect">
              <a:avLst/>
            </a:prstGeom>
          </p:spPr>
        </p:pic>
      </p:grpSp>
      <p:sp>
        <p:nvSpPr>
          <p:cNvPr id="18" name="矩形 17"/>
          <p:cNvSpPr/>
          <p:nvPr/>
        </p:nvSpPr>
        <p:spPr>
          <a:xfrm>
            <a:off x="4393078" y="2245395"/>
            <a:ext cx="3405842" cy="769441"/>
          </a:xfrm>
          <a:prstGeom prst="rect">
            <a:avLst/>
          </a:prstGeom>
          <a:noFill/>
        </p:spPr>
        <p:txBody>
          <a:bodyPr wrap="square" rtlCol="0">
            <a:spAutoFit/>
          </a:bodyPr>
          <a:lstStyle/>
          <a:p>
            <a:pPr algn="dist"/>
            <a:r>
              <a:rPr lang="en-US" altLang="zh-CN" sz="4400" b="1" dirty="0">
                <a:ln w="12700">
                  <a:noFill/>
                </a:ln>
                <a:gradFill>
                  <a:gsLst>
                    <a:gs pos="0">
                      <a:srgbClr val="044BC9"/>
                    </a:gs>
                    <a:gs pos="100000">
                      <a:srgbClr val="23A2E4"/>
                    </a:gs>
                  </a:gsLst>
                  <a:lin ang="5400000" scaled="0"/>
                </a:gradFill>
                <a:latin typeface="Aa黑体 (非商业使用)" panose="02010600010101010101" pitchFamily="2" charset="-122"/>
                <a:ea typeface="Aa黑体 (非商业使用)" panose="02010600010101010101" pitchFamily="2" charset="-122"/>
              </a:rPr>
              <a:t>CONTENT</a:t>
            </a:r>
            <a:endParaRPr lang="zh-CN" altLang="en-US" sz="4400" b="1" dirty="0">
              <a:ln w="12700">
                <a:noFill/>
              </a:ln>
              <a:gradFill>
                <a:gsLst>
                  <a:gs pos="0">
                    <a:srgbClr val="044BC9"/>
                  </a:gs>
                  <a:gs pos="100000">
                    <a:srgbClr val="23A2E4"/>
                  </a:gs>
                </a:gsLst>
                <a:lin ang="5400000" scaled="0"/>
              </a:gradFill>
              <a:latin typeface="Aa黑体 (非商业使用)" panose="02010600010101010101" pitchFamily="2" charset="-122"/>
              <a:ea typeface="Aa黑体 (非商业使用)" panose="02010600010101010101" pitchFamily="2" charset="-122"/>
            </a:endParaRPr>
          </a:p>
        </p:txBody>
      </p:sp>
      <p:grpSp>
        <p:nvGrpSpPr>
          <p:cNvPr id="5" name="组合 4"/>
          <p:cNvGrpSpPr/>
          <p:nvPr/>
        </p:nvGrpSpPr>
        <p:grpSpPr>
          <a:xfrm>
            <a:off x="933350" y="3898254"/>
            <a:ext cx="2721084" cy="584775"/>
            <a:chOff x="869850" y="3842208"/>
            <a:chExt cx="2721084" cy="584775"/>
          </a:xfrm>
        </p:grpSpPr>
        <p:sp>
          <p:nvSpPr>
            <p:cNvPr id="20" name="文本框 19"/>
            <p:cNvSpPr txBox="1"/>
            <p:nvPr/>
          </p:nvSpPr>
          <p:spPr>
            <a:xfrm>
              <a:off x="1085868" y="3842208"/>
              <a:ext cx="2505066" cy="584775"/>
            </a:xfrm>
            <a:prstGeom prst="rect">
              <a:avLst/>
            </a:prstGeom>
            <a:noFill/>
          </p:spPr>
          <p:txBody>
            <a:bodyPr vert="horz" wrap="square" rtlCol="0">
              <a:spAutoFit/>
            </a:bodyPr>
            <a:lstStyle/>
            <a:p>
              <a:pPr algn="ctr"/>
              <a:r>
                <a:rPr lang="en-US" altLang="zh-CN" sz="3200" b="1" dirty="0">
                  <a:gradFill>
                    <a:gsLst>
                      <a:gs pos="0">
                        <a:srgbClr val="044BC9"/>
                      </a:gs>
                      <a:gs pos="100000">
                        <a:srgbClr val="23A2E4"/>
                      </a:gs>
                    </a:gsLst>
                    <a:lin ang="0" scaled="0"/>
                  </a:gradFill>
                  <a:latin typeface="Aa黑体 (非商业使用)" panose="02010600010101010101" pitchFamily="2" charset="-122"/>
                  <a:ea typeface="Aa黑体 (非商业使用)" panose="02010600010101010101" pitchFamily="2" charset="-122"/>
                </a:rPr>
                <a:t>01.</a:t>
              </a:r>
              <a:r>
                <a:rPr lang="zh-CN" altLang="en-US" sz="3200" b="1" dirty="0">
                  <a:gradFill>
                    <a:gsLst>
                      <a:gs pos="0">
                        <a:srgbClr val="044BC9"/>
                      </a:gs>
                      <a:gs pos="100000">
                        <a:srgbClr val="23A2E4"/>
                      </a:gs>
                    </a:gsLst>
                    <a:lin ang="0" scaled="0"/>
                  </a:gradFill>
                  <a:latin typeface="Aa黑体 (非商业使用)" panose="02010600010101010101" pitchFamily="2" charset="-122"/>
                  <a:ea typeface="Aa黑体 (非商业使用)" panose="02010600010101010101" pitchFamily="2" charset="-122"/>
                </a:rPr>
                <a:t>项目概况</a:t>
              </a:r>
            </a:p>
          </p:txBody>
        </p:sp>
        <p:grpSp>
          <p:nvGrpSpPr>
            <p:cNvPr id="27" name="组合 26">
              <a:extLst>
                <a:ext uri="{FF2B5EF4-FFF2-40B4-BE49-F238E27FC236}">
                  <a16:creationId xmlns:a16="http://schemas.microsoft.com/office/drawing/2014/main" id="{BA07F046-C67C-4029-A9C7-475312ACB55C}"/>
                </a:ext>
              </a:extLst>
            </p:cNvPr>
            <p:cNvGrpSpPr/>
            <p:nvPr/>
          </p:nvGrpSpPr>
          <p:grpSpPr>
            <a:xfrm>
              <a:off x="869850" y="4051068"/>
              <a:ext cx="216018" cy="167054"/>
              <a:chOff x="1467073" y="4995308"/>
              <a:chExt cx="216018" cy="167054"/>
            </a:xfrm>
          </p:grpSpPr>
          <p:sp>
            <p:nvSpPr>
              <p:cNvPr id="28" name="等腰三角形 27">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29" name="等腰三角形 28">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grpSp>
      <p:grpSp>
        <p:nvGrpSpPr>
          <p:cNvPr id="7" name="组合 6"/>
          <p:cNvGrpSpPr/>
          <p:nvPr/>
        </p:nvGrpSpPr>
        <p:grpSpPr>
          <a:xfrm>
            <a:off x="4690949" y="3898254"/>
            <a:ext cx="2721084" cy="584775"/>
            <a:chOff x="4627449" y="3842208"/>
            <a:chExt cx="2721084" cy="584775"/>
          </a:xfrm>
        </p:grpSpPr>
        <p:sp>
          <p:nvSpPr>
            <p:cNvPr id="22" name="文本框 21"/>
            <p:cNvSpPr txBox="1"/>
            <p:nvPr/>
          </p:nvSpPr>
          <p:spPr>
            <a:xfrm>
              <a:off x="4843467" y="3842208"/>
              <a:ext cx="2505066" cy="584775"/>
            </a:xfrm>
            <a:prstGeom prst="rect">
              <a:avLst/>
            </a:prstGeom>
            <a:noFill/>
          </p:spPr>
          <p:txBody>
            <a:bodyPr vert="horz" wrap="square" rtlCol="0">
              <a:spAutoFit/>
            </a:bodyPr>
            <a:lstStyle/>
            <a:p>
              <a:pPr algn="ctr"/>
              <a:r>
                <a:rPr lang="en-US" altLang="zh-CN" sz="3200" b="1" dirty="0">
                  <a:gradFill>
                    <a:gsLst>
                      <a:gs pos="0">
                        <a:srgbClr val="044BC9"/>
                      </a:gs>
                      <a:gs pos="100000">
                        <a:srgbClr val="23A2E4"/>
                      </a:gs>
                    </a:gsLst>
                    <a:lin ang="0" scaled="0"/>
                  </a:gradFill>
                  <a:latin typeface="Aa黑体 (非商业使用)" panose="02010600010101010101" pitchFamily="2" charset="-122"/>
                  <a:ea typeface="Aa黑体 (非商业使用)" panose="02010600010101010101" pitchFamily="2" charset="-122"/>
                </a:rPr>
                <a:t>02.</a:t>
              </a:r>
              <a:r>
                <a:rPr lang="zh-CN" altLang="en-US" sz="3200" b="1" dirty="0">
                  <a:gradFill>
                    <a:gsLst>
                      <a:gs pos="0">
                        <a:srgbClr val="044BC9"/>
                      </a:gs>
                      <a:gs pos="100000">
                        <a:srgbClr val="23A2E4"/>
                      </a:gs>
                    </a:gsLst>
                    <a:lin ang="0" scaled="0"/>
                  </a:gradFill>
                  <a:latin typeface="Aa黑体 (非商业使用)" panose="02010600010101010101" pitchFamily="2" charset="-122"/>
                  <a:ea typeface="Aa黑体 (非商业使用)" panose="02010600010101010101" pitchFamily="2" charset="-122"/>
                </a:rPr>
                <a:t>目标回顾</a:t>
              </a:r>
            </a:p>
          </p:txBody>
        </p:sp>
        <p:grpSp>
          <p:nvGrpSpPr>
            <p:cNvPr id="30" name="组合 29">
              <a:extLst>
                <a:ext uri="{FF2B5EF4-FFF2-40B4-BE49-F238E27FC236}">
                  <a16:creationId xmlns:a16="http://schemas.microsoft.com/office/drawing/2014/main" id="{BA07F046-C67C-4029-A9C7-475312ACB55C}"/>
                </a:ext>
              </a:extLst>
            </p:cNvPr>
            <p:cNvGrpSpPr/>
            <p:nvPr/>
          </p:nvGrpSpPr>
          <p:grpSpPr>
            <a:xfrm>
              <a:off x="4627449" y="4051068"/>
              <a:ext cx="216018" cy="167054"/>
              <a:chOff x="1467073" y="4995308"/>
              <a:chExt cx="216018" cy="167054"/>
            </a:xfrm>
          </p:grpSpPr>
          <p:sp>
            <p:nvSpPr>
              <p:cNvPr id="31" name="等腰三角形 30">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35" name="等腰三角形 34">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grpSp>
      <p:grpSp>
        <p:nvGrpSpPr>
          <p:cNvPr id="9" name="组合 8"/>
          <p:cNvGrpSpPr/>
          <p:nvPr/>
        </p:nvGrpSpPr>
        <p:grpSpPr>
          <a:xfrm>
            <a:off x="8448548" y="3898254"/>
            <a:ext cx="2721084" cy="584775"/>
            <a:chOff x="8385048" y="3842208"/>
            <a:chExt cx="2721084" cy="584775"/>
          </a:xfrm>
        </p:grpSpPr>
        <p:sp>
          <p:nvSpPr>
            <p:cNvPr id="23" name="文本框 22"/>
            <p:cNvSpPr txBox="1"/>
            <p:nvPr/>
          </p:nvSpPr>
          <p:spPr>
            <a:xfrm>
              <a:off x="8601066" y="3842208"/>
              <a:ext cx="2505066" cy="584775"/>
            </a:xfrm>
            <a:prstGeom prst="rect">
              <a:avLst/>
            </a:prstGeom>
            <a:noFill/>
          </p:spPr>
          <p:txBody>
            <a:bodyPr vert="horz" wrap="square" rtlCol="0">
              <a:spAutoFit/>
            </a:bodyPr>
            <a:lstStyle/>
            <a:p>
              <a:pPr algn="ctr"/>
              <a:r>
                <a:rPr lang="en-US" altLang="zh-CN" sz="3200" b="1" dirty="0">
                  <a:gradFill>
                    <a:gsLst>
                      <a:gs pos="0">
                        <a:srgbClr val="044BC9"/>
                      </a:gs>
                      <a:gs pos="100000">
                        <a:srgbClr val="23A2E4"/>
                      </a:gs>
                    </a:gsLst>
                    <a:lin ang="0" scaled="0"/>
                  </a:gradFill>
                  <a:latin typeface="Aa黑体 (非商业使用)" panose="02010600010101010101" pitchFamily="2" charset="-122"/>
                  <a:ea typeface="Aa黑体 (非商业使用)" panose="02010600010101010101" pitchFamily="2" charset="-122"/>
                </a:rPr>
                <a:t>03.</a:t>
              </a:r>
              <a:r>
                <a:rPr lang="zh-CN" altLang="en-US" sz="3200" b="1" dirty="0">
                  <a:gradFill>
                    <a:gsLst>
                      <a:gs pos="0">
                        <a:srgbClr val="044BC9"/>
                      </a:gs>
                      <a:gs pos="100000">
                        <a:srgbClr val="23A2E4"/>
                      </a:gs>
                    </a:gsLst>
                    <a:lin ang="0" scaled="0"/>
                  </a:gradFill>
                  <a:latin typeface="Aa黑体 (非商业使用)" panose="02010600010101010101" pitchFamily="2" charset="-122"/>
                  <a:ea typeface="Aa黑体 (非商业使用)" panose="02010600010101010101" pitchFamily="2" charset="-122"/>
                </a:rPr>
                <a:t>过程分析</a:t>
              </a:r>
            </a:p>
          </p:txBody>
        </p:sp>
        <p:grpSp>
          <p:nvGrpSpPr>
            <p:cNvPr id="36" name="组合 35">
              <a:extLst>
                <a:ext uri="{FF2B5EF4-FFF2-40B4-BE49-F238E27FC236}">
                  <a16:creationId xmlns:a16="http://schemas.microsoft.com/office/drawing/2014/main" id="{BA07F046-C67C-4029-A9C7-475312ACB55C}"/>
                </a:ext>
              </a:extLst>
            </p:cNvPr>
            <p:cNvGrpSpPr/>
            <p:nvPr/>
          </p:nvGrpSpPr>
          <p:grpSpPr>
            <a:xfrm>
              <a:off x="8385048" y="4051068"/>
              <a:ext cx="216018" cy="167054"/>
              <a:chOff x="1467073" y="4995308"/>
              <a:chExt cx="216018" cy="167054"/>
            </a:xfrm>
          </p:grpSpPr>
          <p:sp>
            <p:nvSpPr>
              <p:cNvPr id="37" name="等腰三角形 36">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38" name="等腰三角形 37">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grpSp>
      <p:grpSp>
        <p:nvGrpSpPr>
          <p:cNvPr id="6" name="组合 5"/>
          <p:cNvGrpSpPr/>
          <p:nvPr/>
        </p:nvGrpSpPr>
        <p:grpSpPr>
          <a:xfrm>
            <a:off x="933350" y="4950849"/>
            <a:ext cx="2721084" cy="584775"/>
            <a:chOff x="869850" y="4894803"/>
            <a:chExt cx="2721084" cy="584775"/>
          </a:xfrm>
        </p:grpSpPr>
        <p:sp>
          <p:nvSpPr>
            <p:cNvPr id="24" name="文本框 23"/>
            <p:cNvSpPr txBox="1"/>
            <p:nvPr/>
          </p:nvSpPr>
          <p:spPr>
            <a:xfrm>
              <a:off x="1085868" y="4894803"/>
              <a:ext cx="2505066" cy="584775"/>
            </a:xfrm>
            <a:prstGeom prst="rect">
              <a:avLst/>
            </a:prstGeom>
            <a:noFill/>
          </p:spPr>
          <p:txBody>
            <a:bodyPr vert="horz" wrap="square" rtlCol="0">
              <a:spAutoFit/>
            </a:bodyPr>
            <a:lstStyle/>
            <a:p>
              <a:pPr algn="ctr"/>
              <a:r>
                <a:rPr lang="en-US" altLang="zh-CN" sz="3200" b="1" dirty="0">
                  <a:gradFill>
                    <a:gsLst>
                      <a:gs pos="0">
                        <a:srgbClr val="044BC9"/>
                      </a:gs>
                      <a:gs pos="100000">
                        <a:srgbClr val="23A2E4"/>
                      </a:gs>
                    </a:gsLst>
                    <a:lin ang="0" scaled="0"/>
                  </a:gradFill>
                  <a:latin typeface="Aa黑体 (非商业使用)" panose="02010600010101010101" pitchFamily="2" charset="-122"/>
                  <a:ea typeface="Aa黑体 (非商业使用)" panose="02010600010101010101" pitchFamily="2" charset="-122"/>
                </a:rPr>
                <a:t>04.</a:t>
              </a:r>
              <a:r>
                <a:rPr lang="zh-CN" altLang="en-US" sz="3200" b="1" dirty="0">
                  <a:gradFill>
                    <a:gsLst>
                      <a:gs pos="0">
                        <a:srgbClr val="044BC9"/>
                      </a:gs>
                      <a:gs pos="100000">
                        <a:srgbClr val="23A2E4"/>
                      </a:gs>
                    </a:gsLst>
                    <a:lin ang="0" scaled="0"/>
                  </a:gradFill>
                  <a:latin typeface="Aa黑体 (非商业使用)" panose="02010600010101010101" pitchFamily="2" charset="-122"/>
                  <a:ea typeface="Aa黑体 (非商业使用)" panose="02010600010101010101" pitchFamily="2" charset="-122"/>
                </a:rPr>
                <a:t>经验分享</a:t>
              </a:r>
            </a:p>
          </p:txBody>
        </p:sp>
        <p:grpSp>
          <p:nvGrpSpPr>
            <p:cNvPr id="39" name="组合 38">
              <a:extLst>
                <a:ext uri="{FF2B5EF4-FFF2-40B4-BE49-F238E27FC236}">
                  <a16:creationId xmlns:a16="http://schemas.microsoft.com/office/drawing/2014/main" id="{BA07F046-C67C-4029-A9C7-475312ACB55C}"/>
                </a:ext>
              </a:extLst>
            </p:cNvPr>
            <p:cNvGrpSpPr/>
            <p:nvPr/>
          </p:nvGrpSpPr>
          <p:grpSpPr>
            <a:xfrm>
              <a:off x="869850" y="5103425"/>
              <a:ext cx="216018" cy="167054"/>
              <a:chOff x="1467073" y="4995308"/>
              <a:chExt cx="216018" cy="167054"/>
            </a:xfrm>
          </p:grpSpPr>
          <p:sp>
            <p:nvSpPr>
              <p:cNvPr id="40" name="等腰三角形 39">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41" name="等腰三角形 40">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grpSp>
      <p:grpSp>
        <p:nvGrpSpPr>
          <p:cNvPr id="8" name="组合 7"/>
          <p:cNvGrpSpPr/>
          <p:nvPr/>
        </p:nvGrpSpPr>
        <p:grpSpPr>
          <a:xfrm>
            <a:off x="4690949" y="4950849"/>
            <a:ext cx="2721084" cy="584775"/>
            <a:chOff x="4627449" y="4894803"/>
            <a:chExt cx="2721084" cy="584775"/>
          </a:xfrm>
        </p:grpSpPr>
        <p:sp>
          <p:nvSpPr>
            <p:cNvPr id="25" name="文本框 24"/>
            <p:cNvSpPr txBox="1"/>
            <p:nvPr/>
          </p:nvSpPr>
          <p:spPr>
            <a:xfrm>
              <a:off x="4843467" y="4894803"/>
              <a:ext cx="2505066" cy="584775"/>
            </a:xfrm>
            <a:prstGeom prst="rect">
              <a:avLst/>
            </a:prstGeom>
            <a:noFill/>
          </p:spPr>
          <p:txBody>
            <a:bodyPr vert="horz" wrap="square" rtlCol="0">
              <a:spAutoFit/>
            </a:bodyPr>
            <a:lstStyle/>
            <a:p>
              <a:pPr algn="ctr"/>
              <a:r>
                <a:rPr lang="en-US" altLang="zh-CN" sz="3200" b="1" dirty="0">
                  <a:gradFill>
                    <a:gsLst>
                      <a:gs pos="0">
                        <a:srgbClr val="044BC9"/>
                      </a:gs>
                      <a:gs pos="100000">
                        <a:srgbClr val="23A2E4"/>
                      </a:gs>
                    </a:gsLst>
                    <a:lin ang="0" scaled="0"/>
                  </a:gradFill>
                  <a:latin typeface="Aa黑体 (非商业使用)" panose="02010600010101010101" pitchFamily="2" charset="-122"/>
                  <a:ea typeface="Aa黑体 (非商业使用)" panose="02010600010101010101" pitchFamily="2" charset="-122"/>
                </a:rPr>
                <a:t>05.</a:t>
              </a:r>
              <a:r>
                <a:rPr lang="zh-CN" altLang="en-US" sz="3200" b="1" dirty="0">
                  <a:gradFill>
                    <a:gsLst>
                      <a:gs pos="0">
                        <a:srgbClr val="044BC9"/>
                      </a:gs>
                      <a:gs pos="100000">
                        <a:srgbClr val="23A2E4"/>
                      </a:gs>
                    </a:gsLst>
                    <a:lin ang="0" scaled="0"/>
                  </a:gradFill>
                  <a:latin typeface="Aa黑体 (非商业使用)" panose="02010600010101010101" pitchFamily="2" charset="-122"/>
                  <a:ea typeface="Aa黑体 (非商业使用)" panose="02010600010101010101" pitchFamily="2" charset="-122"/>
                </a:rPr>
                <a:t>问题分析</a:t>
              </a:r>
            </a:p>
          </p:txBody>
        </p:sp>
        <p:grpSp>
          <p:nvGrpSpPr>
            <p:cNvPr id="42" name="组合 41">
              <a:extLst>
                <a:ext uri="{FF2B5EF4-FFF2-40B4-BE49-F238E27FC236}">
                  <a16:creationId xmlns:a16="http://schemas.microsoft.com/office/drawing/2014/main" id="{BA07F046-C67C-4029-A9C7-475312ACB55C}"/>
                </a:ext>
              </a:extLst>
            </p:cNvPr>
            <p:cNvGrpSpPr/>
            <p:nvPr/>
          </p:nvGrpSpPr>
          <p:grpSpPr>
            <a:xfrm>
              <a:off x="4627449" y="5103425"/>
              <a:ext cx="216018" cy="167054"/>
              <a:chOff x="1467073" y="4995308"/>
              <a:chExt cx="216018" cy="167054"/>
            </a:xfrm>
          </p:grpSpPr>
          <p:sp>
            <p:nvSpPr>
              <p:cNvPr id="43" name="等腰三角形 4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44" name="等腰三角形 4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grpSp>
      <p:grpSp>
        <p:nvGrpSpPr>
          <p:cNvPr id="13" name="组合 12"/>
          <p:cNvGrpSpPr/>
          <p:nvPr/>
        </p:nvGrpSpPr>
        <p:grpSpPr>
          <a:xfrm>
            <a:off x="8448548" y="4950849"/>
            <a:ext cx="2721084" cy="584775"/>
            <a:chOff x="8385048" y="4894803"/>
            <a:chExt cx="2721084" cy="584775"/>
          </a:xfrm>
        </p:grpSpPr>
        <p:sp>
          <p:nvSpPr>
            <p:cNvPr id="26" name="文本框 25"/>
            <p:cNvSpPr txBox="1"/>
            <p:nvPr/>
          </p:nvSpPr>
          <p:spPr>
            <a:xfrm>
              <a:off x="8601066" y="4894803"/>
              <a:ext cx="2505066" cy="584775"/>
            </a:xfrm>
            <a:prstGeom prst="rect">
              <a:avLst/>
            </a:prstGeom>
            <a:noFill/>
          </p:spPr>
          <p:txBody>
            <a:bodyPr vert="horz" wrap="square" rtlCol="0">
              <a:spAutoFit/>
            </a:bodyPr>
            <a:lstStyle/>
            <a:p>
              <a:pPr algn="ctr"/>
              <a:r>
                <a:rPr lang="en-US" altLang="zh-CN" sz="3200" b="1" dirty="0">
                  <a:gradFill>
                    <a:gsLst>
                      <a:gs pos="0">
                        <a:srgbClr val="044BC9"/>
                      </a:gs>
                      <a:gs pos="100000">
                        <a:srgbClr val="23A2E4"/>
                      </a:gs>
                    </a:gsLst>
                    <a:lin ang="0" scaled="0"/>
                  </a:gradFill>
                  <a:latin typeface="Aa黑体 (非商业使用)" panose="02010600010101010101" pitchFamily="2" charset="-122"/>
                  <a:ea typeface="Aa黑体 (非商业使用)" panose="02010600010101010101" pitchFamily="2" charset="-122"/>
                </a:rPr>
                <a:t>06.</a:t>
              </a:r>
              <a:r>
                <a:rPr lang="zh-CN" altLang="en-US" sz="3200" b="1" dirty="0">
                  <a:gradFill>
                    <a:gsLst>
                      <a:gs pos="0">
                        <a:srgbClr val="044BC9"/>
                      </a:gs>
                      <a:gs pos="100000">
                        <a:srgbClr val="23A2E4"/>
                      </a:gs>
                    </a:gsLst>
                    <a:lin ang="0" scaled="0"/>
                  </a:gradFill>
                  <a:latin typeface="Aa黑体 (非商业使用)" panose="02010600010101010101" pitchFamily="2" charset="-122"/>
                  <a:ea typeface="Aa黑体 (非商业使用)" panose="02010600010101010101" pitchFamily="2" charset="-122"/>
                </a:rPr>
                <a:t>改进措施</a:t>
              </a:r>
            </a:p>
          </p:txBody>
        </p:sp>
        <p:grpSp>
          <p:nvGrpSpPr>
            <p:cNvPr id="45" name="组合 44">
              <a:extLst>
                <a:ext uri="{FF2B5EF4-FFF2-40B4-BE49-F238E27FC236}">
                  <a16:creationId xmlns:a16="http://schemas.microsoft.com/office/drawing/2014/main" id="{BA07F046-C67C-4029-A9C7-475312ACB55C}"/>
                </a:ext>
              </a:extLst>
            </p:cNvPr>
            <p:cNvGrpSpPr/>
            <p:nvPr/>
          </p:nvGrpSpPr>
          <p:grpSpPr>
            <a:xfrm>
              <a:off x="8385048" y="5103425"/>
              <a:ext cx="216018" cy="167054"/>
              <a:chOff x="1467073" y="4995308"/>
              <a:chExt cx="216018" cy="167054"/>
            </a:xfrm>
          </p:grpSpPr>
          <p:sp>
            <p:nvSpPr>
              <p:cNvPr id="46" name="等腰三角形 45">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47" name="等腰三角形 46">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grpSp>
      <p:grpSp>
        <p:nvGrpSpPr>
          <p:cNvPr id="48" name="组合 47"/>
          <p:cNvGrpSpPr/>
          <p:nvPr/>
        </p:nvGrpSpPr>
        <p:grpSpPr>
          <a:xfrm>
            <a:off x="4392616" y="3014836"/>
            <a:ext cx="3406766" cy="0"/>
            <a:chOff x="3746190" y="2146300"/>
            <a:chExt cx="3406766" cy="0"/>
          </a:xfrm>
        </p:grpSpPr>
        <p:cxnSp>
          <p:nvCxnSpPr>
            <p:cNvPr id="49" name="直接连接符 48"/>
            <p:cNvCxnSpPr/>
            <p:nvPr/>
          </p:nvCxnSpPr>
          <p:spPr>
            <a:xfrm>
              <a:off x="3746190" y="2146300"/>
              <a:ext cx="3406766" cy="0"/>
            </a:xfrm>
            <a:prstGeom prst="line">
              <a:avLst/>
            </a:prstGeom>
            <a:ln>
              <a:solidFill>
                <a:srgbClr val="044BC9"/>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3746190" y="2146300"/>
              <a:ext cx="511166" cy="0"/>
            </a:xfrm>
            <a:prstGeom prst="line">
              <a:avLst/>
            </a:prstGeom>
            <a:ln w="57150">
              <a:solidFill>
                <a:srgbClr val="044BC9"/>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730974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4000">
        <p15:prstTrans prst="airplane"/>
      </p:transition>
    </mc:Choice>
    <mc:Fallback xmlns:p14="http://schemas.microsoft.com/office/powerpoint/2010/main" xmlns:a16="http://schemas.microsoft.com/office/drawing/2014/main" xmlns="">
      <p:transition spd="slow" advTm="4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randombar(horizontal)">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wipe(left)">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ppt_x"/>
                                          </p:val>
                                        </p:tav>
                                        <p:tav tm="100000">
                                          <p:val>
                                            <p:strVal val="#ppt_x"/>
                                          </p:val>
                                        </p:tav>
                                      </p:tavLst>
                                    </p:anim>
                                    <p:anim calcmode="lin" valueType="num">
                                      <p:cBhvr additive="base">
                                        <p:cTn id="30" dur="500" fill="hold"/>
                                        <p:tgtEl>
                                          <p:spTgt spid="6"/>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0" y="2863105"/>
            <a:ext cx="12191998" cy="3994895"/>
            <a:chOff x="0" y="3619500"/>
            <a:chExt cx="12191998" cy="3238500"/>
          </a:xfrm>
        </p:grpSpPr>
        <p:pic>
          <p:nvPicPr>
            <p:cNvPr id="3" name="图片 2"/>
            <p:cNvPicPr>
              <a:picLocks noChangeAspect="1"/>
            </p:cNvPicPr>
            <p:nvPr/>
          </p:nvPicPr>
          <p:blipFill rotWithShape="1">
            <a:blip r:embed="R65262c8a60fd4136"/>
            <a:srcRect l="2986" r="2356"/>
            <a:stretch/>
          </p:blipFill>
          <p:spPr>
            <a:xfrm>
              <a:off x="6095999" y="3619500"/>
              <a:ext cx="6095999" cy="3238500"/>
            </a:xfrm>
            <a:prstGeom prst="rect">
              <a:avLst/>
            </a:prstGeom>
          </p:spPr>
        </p:pic>
        <p:pic>
          <p:nvPicPr>
            <p:cNvPr id="10" name="图片 9"/>
            <p:cNvPicPr>
              <a:picLocks noChangeAspect="1"/>
            </p:cNvPicPr>
            <p:nvPr/>
          </p:nvPicPr>
          <p:blipFill rotWithShape="1">
            <a:blip r:embed="R65262c8a60fd4136"/>
            <a:srcRect l="2986" r="2356"/>
            <a:stretch/>
          </p:blipFill>
          <p:spPr>
            <a:xfrm flipH="1">
              <a:off x="0" y="3619500"/>
              <a:ext cx="6095999" cy="3238500"/>
            </a:xfrm>
            <a:prstGeom prst="rect">
              <a:avLst/>
            </a:prstGeom>
          </p:spPr>
        </p:pic>
      </p:grpSp>
      <p:sp>
        <p:nvSpPr>
          <p:cNvPr id="11" name="Text Placeholder 3">
            <a:extLst>
              <a:ext uri="{FF2B5EF4-FFF2-40B4-BE49-F238E27FC236}">
                <a16:creationId xmlns:a16="http://schemas.microsoft.com/office/drawing/2014/main" id="{CA19DF75-27FF-4804-8C59-F17F55C9C104}"/>
              </a:ext>
            </a:extLst>
          </p:cNvPr>
          <p:cNvSpPr txBox="1">
            <a:spLocks/>
          </p:cNvSpPr>
          <p:nvPr/>
        </p:nvSpPr>
        <p:spPr>
          <a:xfrm>
            <a:off x="212111" y="255771"/>
            <a:ext cx="3470283" cy="370615"/>
          </a:xfrm>
          <a:prstGeom prst="rect">
            <a:avLst/>
          </a:prstGeom>
        </p:spPr>
        <p:txBody>
          <a:bodyPr/>
          <a:lstStyle>
            <a:lvl1pPr marL="0" indent="0" algn="l" defTabSz="1828343" rtl="0" eaLnBrk="1" latinLnBrk="0" hangingPunct="1">
              <a:lnSpc>
                <a:spcPct val="90000"/>
              </a:lnSpc>
              <a:spcBef>
                <a:spcPts val="2000"/>
              </a:spcBef>
              <a:buFont typeface="Arial" panose="020B0604020202020204" pitchFamily="34" charset="0"/>
              <a:buNone/>
              <a:defRPr sz="8000" b="1" kern="1200">
                <a:solidFill>
                  <a:schemeClr val="tx2"/>
                </a:solidFill>
                <a:latin typeface="Amiri" pitchFamily="2" charset="-78"/>
                <a:ea typeface="Amiri" pitchFamily="2" charset="-78"/>
                <a:cs typeface="Amiri" pitchFamily="2" charset="-78"/>
              </a:defRPr>
            </a:lvl1pPr>
            <a:lvl2pPr marL="1371257" indent="-457086" algn="l" defTabSz="1828343" rtl="0" eaLnBrk="1" latinLnBrk="0" hangingPunct="1">
              <a:lnSpc>
                <a:spcPct val="90000"/>
              </a:lnSpc>
              <a:spcBef>
                <a:spcPts val="1000"/>
              </a:spcBef>
              <a:buFont typeface="Arial" panose="020B0604020202020204" pitchFamily="34" charset="0"/>
              <a:buChar char="•"/>
              <a:defRPr sz="4799" kern="1200">
                <a:solidFill>
                  <a:schemeClr val="tx1"/>
                </a:solidFill>
                <a:latin typeface="+mn-lt"/>
                <a:ea typeface="+mn-ea"/>
                <a:cs typeface="+mn-cs"/>
              </a:defRPr>
            </a:lvl2pPr>
            <a:lvl3pPr marL="2285429" indent="-457086" algn="l" defTabSz="1828343" rtl="0" eaLnBrk="1" latinLnBrk="0" hangingPunct="1">
              <a:lnSpc>
                <a:spcPct val="90000"/>
              </a:lnSpc>
              <a:spcBef>
                <a:spcPts val="1000"/>
              </a:spcBef>
              <a:buFont typeface="Arial" panose="020B0604020202020204" pitchFamily="34" charset="0"/>
              <a:buChar char="•"/>
              <a:defRPr sz="3999" kern="1200">
                <a:solidFill>
                  <a:schemeClr val="tx1"/>
                </a:solidFill>
                <a:latin typeface="+mn-lt"/>
                <a:ea typeface="+mn-ea"/>
                <a:cs typeface="+mn-cs"/>
              </a:defRPr>
            </a:lvl3pPr>
            <a:lvl4pPr marL="3199600"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4pPr>
            <a:lvl5pPr marL="4113771"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gn="dist"/>
            <a:r>
              <a:rPr lang="zh-CN" altLang="en-US" sz="1600" b="0" dirty="0">
                <a:solidFill>
                  <a:srgbClr val="044BC9"/>
                </a:solidFill>
                <a:latin typeface="思源黑体 CN Light" panose="020B0300000000000000" pitchFamily="34" charset="-122"/>
                <a:ea typeface="思源黑体 CN Light" panose="020B0300000000000000" pitchFamily="34" charset="-122"/>
              </a:rPr>
              <a:t>这里输入您的公司</a:t>
            </a:r>
            <a:r>
              <a:rPr lang="en-US" altLang="zh-CN" sz="1600" b="0" dirty="0">
                <a:solidFill>
                  <a:srgbClr val="044BC9"/>
                </a:solidFill>
                <a:latin typeface="思源黑体 CN Light" panose="020B0300000000000000" pitchFamily="34" charset="-122"/>
                <a:ea typeface="思源黑体 CN Light" panose="020B0300000000000000" pitchFamily="34" charset="-122"/>
              </a:rPr>
              <a:t>/</a:t>
            </a:r>
            <a:r>
              <a:rPr lang="zh-CN" altLang="en-US" sz="1600" b="0" dirty="0">
                <a:solidFill>
                  <a:srgbClr val="044BC9"/>
                </a:solidFill>
                <a:latin typeface="思源黑体 CN Light" panose="020B0300000000000000" pitchFamily="34" charset="-122"/>
                <a:ea typeface="思源黑体 CN Light" panose="020B0300000000000000" pitchFamily="34" charset="-122"/>
              </a:rPr>
              <a:t>组织名称</a:t>
            </a:r>
            <a:endParaRPr lang="en-ID" sz="1600" b="0" dirty="0">
              <a:solidFill>
                <a:srgbClr val="044BC9"/>
              </a:solidFill>
              <a:latin typeface="思源黑体 CN Light" panose="020B0300000000000000" pitchFamily="34" charset="-122"/>
              <a:ea typeface="思源黑体 CN Light" panose="020B0300000000000000" pitchFamily="34" charset="-122"/>
            </a:endParaRPr>
          </a:p>
        </p:txBody>
      </p:sp>
      <p:sp>
        <p:nvSpPr>
          <p:cNvPr id="16" name="文本框 15"/>
          <p:cNvSpPr txBox="1"/>
          <p:nvPr/>
        </p:nvSpPr>
        <p:spPr>
          <a:xfrm>
            <a:off x="4375878" y="2126329"/>
            <a:ext cx="3440242" cy="1015663"/>
          </a:xfrm>
          <a:prstGeom prst="rect">
            <a:avLst/>
          </a:prstGeom>
          <a:noFill/>
        </p:spPr>
        <p:txBody>
          <a:bodyPr wrap="square" rtlCol="0">
            <a:spAutoFit/>
          </a:bodyPr>
          <a:lstStyle/>
          <a:p>
            <a:pPr algn="dist"/>
            <a:r>
              <a:rPr lang="zh-CN" altLang="en-US" sz="6000" b="1" dirty="0">
                <a:ln w="12700">
                  <a:noFill/>
                </a:ln>
                <a:gradFill>
                  <a:gsLst>
                    <a:gs pos="0">
                      <a:srgbClr val="044BC9"/>
                    </a:gs>
                    <a:gs pos="100000">
                      <a:srgbClr val="23A2E4"/>
                    </a:gs>
                  </a:gsLst>
                  <a:lin ang="0" scaled="0"/>
                </a:gradFill>
                <a:latin typeface="Aa黑体 (非商业使用)" panose="02010600010101010101" pitchFamily="2" charset="-122"/>
                <a:ea typeface="Aa黑体 (非商业使用)" panose="02010600010101010101" pitchFamily="2" charset="-122"/>
                <a:sym typeface="思源黑体" panose="020B0500000000000000" pitchFamily="34" charset="-122"/>
              </a:rPr>
              <a:t>项目概况</a:t>
            </a:r>
          </a:p>
        </p:txBody>
      </p:sp>
      <p:sp>
        <p:nvSpPr>
          <p:cNvPr id="18" name="矩形 17">
            <a:extLst>
              <a:ext uri="{FF2B5EF4-FFF2-40B4-BE49-F238E27FC236}">
                <a16:creationId xmlns:a16="http://schemas.microsoft.com/office/drawing/2014/main" id="{535883B3-EF7F-4DF1-A1E7-9EAA262A8946}"/>
              </a:ext>
            </a:extLst>
          </p:cNvPr>
          <p:cNvSpPr/>
          <p:nvPr/>
        </p:nvSpPr>
        <p:spPr>
          <a:xfrm>
            <a:off x="2541328" y="3497499"/>
            <a:ext cx="7109342" cy="812530"/>
          </a:xfrm>
          <a:prstGeom prst="rect">
            <a:avLst/>
          </a:prstGeom>
        </p:spPr>
        <p:txBody>
          <a:bodyPr wrap="square">
            <a:spAutoFit/>
          </a:bodyPr>
          <a:lstStyle/>
          <a:p>
            <a:pPr algn="ctr">
              <a:lnSpc>
                <a:spcPct val="130000"/>
              </a:lnSpc>
              <a:spcBef>
                <a:spcPts val="600"/>
              </a:spcBef>
              <a:spcAft>
                <a:spcPts val="600"/>
              </a:spcAft>
              <a:defRPr/>
            </a:pPr>
            <a:r>
              <a:rPr lang="en-US" altLang="zh-CN" sz="1200" dirty="0">
                <a:solidFill>
                  <a:srgbClr val="044BC9"/>
                </a:solidFill>
                <a:latin typeface="Aa黑体 (非商业使用)" panose="02010600010101010101" pitchFamily="2" charset="-122"/>
                <a:ea typeface="Aa黑体 (非商业使用)" panose="02010600010101010101" pitchFamily="2" charset="-122"/>
              </a:rPr>
              <a:t>Please replace text, click add relevant headline, modify the text content, also can copy your. Please replace text, click add relevant headline, modify the text content, Please replace text, click add relevant headline, modify the text content, also can copy your. Please replace text.</a:t>
            </a:r>
          </a:p>
        </p:txBody>
      </p:sp>
      <p:grpSp>
        <p:nvGrpSpPr>
          <p:cNvPr id="22" name="组合 21"/>
          <p:cNvGrpSpPr/>
          <p:nvPr/>
        </p:nvGrpSpPr>
        <p:grpSpPr>
          <a:xfrm>
            <a:off x="4184571" y="3286874"/>
            <a:ext cx="3822856" cy="0"/>
            <a:chOff x="3746190" y="2146300"/>
            <a:chExt cx="3822856" cy="0"/>
          </a:xfrm>
        </p:grpSpPr>
        <p:cxnSp>
          <p:nvCxnSpPr>
            <p:cNvPr id="23" name="直接连接符 22"/>
            <p:cNvCxnSpPr/>
            <p:nvPr/>
          </p:nvCxnSpPr>
          <p:spPr>
            <a:xfrm>
              <a:off x="3746190" y="2146300"/>
              <a:ext cx="3822856" cy="0"/>
            </a:xfrm>
            <a:prstGeom prst="line">
              <a:avLst/>
            </a:prstGeom>
            <a:ln>
              <a:solidFill>
                <a:srgbClr val="044BC9"/>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746190" y="2146300"/>
              <a:ext cx="914710" cy="0"/>
            </a:xfrm>
            <a:prstGeom prst="line">
              <a:avLst/>
            </a:prstGeom>
            <a:ln w="57150">
              <a:solidFill>
                <a:srgbClr val="044BC9"/>
              </a:solidFill>
            </a:ln>
          </p:spPr>
          <p:style>
            <a:lnRef idx="1">
              <a:schemeClr val="accent1"/>
            </a:lnRef>
            <a:fillRef idx="0">
              <a:schemeClr val="accent1"/>
            </a:fillRef>
            <a:effectRef idx="0">
              <a:schemeClr val="accent1"/>
            </a:effectRef>
            <a:fontRef idx="minor">
              <a:schemeClr val="tx1"/>
            </a:fontRef>
          </p:style>
        </p:cxnSp>
      </p:grpSp>
      <p:sp>
        <p:nvSpPr>
          <p:cNvPr id="26" name="矩形 25"/>
          <p:cNvSpPr/>
          <p:nvPr/>
        </p:nvSpPr>
        <p:spPr>
          <a:xfrm>
            <a:off x="8457078" y="949528"/>
            <a:ext cx="3405842" cy="769441"/>
          </a:xfrm>
          <a:prstGeom prst="rect">
            <a:avLst/>
          </a:prstGeom>
          <a:noFill/>
        </p:spPr>
        <p:txBody>
          <a:bodyPr wrap="square" rtlCol="0">
            <a:spAutoFit/>
          </a:bodyPr>
          <a:lstStyle/>
          <a:p>
            <a:pPr algn="ctr"/>
            <a:r>
              <a:rPr lang="en-US" altLang="zh-CN" sz="4400" b="1" dirty="0">
                <a:ln w="12700">
                  <a:noFill/>
                </a:ln>
                <a:gradFill>
                  <a:gsLst>
                    <a:gs pos="0">
                      <a:srgbClr val="044BC9"/>
                    </a:gs>
                    <a:gs pos="100000">
                      <a:srgbClr val="23A2E4"/>
                    </a:gs>
                  </a:gsLst>
                  <a:lin ang="5400000" scaled="0"/>
                </a:gradFill>
                <a:latin typeface="Aa黑体 (非商业使用)" panose="02010600010101010101" pitchFamily="2" charset="-122"/>
                <a:ea typeface="Aa黑体 (非商业使用)" panose="02010600010101010101" pitchFamily="2" charset="-122"/>
              </a:rPr>
              <a:t>PART 01</a:t>
            </a:r>
            <a:endParaRPr lang="zh-CN" altLang="en-US" sz="4400" b="1" dirty="0">
              <a:ln w="12700">
                <a:noFill/>
              </a:ln>
              <a:gradFill>
                <a:gsLst>
                  <a:gs pos="0">
                    <a:srgbClr val="044BC9"/>
                  </a:gs>
                  <a:gs pos="100000">
                    <a:srgbClr val="23A2E4"/>
                  </a:gs>
                </a:gsLst>
                <a:lin ang="5400000" scaled="0"/>
              </a:gradFill>
              <a:latin typeface="Aa黑体 (非商业使用)" panose="02010600010101010101" pitchFamily="2" charset="-122"/>
              <a:ea typeface="Aa黑体 (非商业使用)" panose="02010600010101010101" pitchFamily="2" charset="-122"/>
            </a:endParaRPr>
          </a:p>
        </p:txBody>
      </p:sp>
    </p:spTree>
    <p:extLst>
      <p:ext uri="{BB962C8B-B14F-4D97-AF65-F5344CB8AC3E}">
        <p14:creationId xmlns:p14="http://schemas.microsoft.com/office/powerpoint/2010/main" val="40945488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4000">
        <p15:prstTrans prst="airplane"/>
      </p:transition>
    </mc:Choice>
    <mc:Fallback xmlns:p14="http://schemas.microsoft.com/office/powerpoint/2010/main" xmlns:a16="http://schemas.microsoft.com/office/drawing/2014/main" xmlns="">
      <p:transition spd="slow" advTm="4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randombar(horizontal)">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41" presetClass="entr" presetSubtype="0" fill="hold" grpId="0" nodeType="clickEffect">
                                  <p:stCondLst>
                                    <p:cond delay="0"/>
                                  </p:stCondLst>
                                  <p:iterate type="lt">
                                    <p:tmPct val="10000"/>
                                  </p:iterate>
                                  <p:childTnLst>
                                    <p:set>
                                      <p:cBhvr>
                                        <p:cTn id="11" dur="1" fill="hold">
                                          <p:stCondLst>
                                            <p:cond delay="0"/>
                                          </p:stCondLst>
                                        </p:cTn>
                                        <p:tgtEl>
                                          <p:spTgt spid="16"/>
                                        </p:tgtEl>
                                        <p:attrNameLst>
                                          <p:attrName>style.visibility</p:attrName>
                                        </p:attrNameLst>
                                      </p:cBhvr>
                                      <p:to>
                                        <p:strVal val="visible"/>
                                      </p:to>
                                    </p:set>
                                    <p:anim calcmode="lin" valueType="num">
                                      <p:cBhvr>
                                        <p:cTn id="12"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16"/>
                                        </p:tgtEl>
                                        <p:attrNameLst>
                                          <p:attrName>ppt_y</p:attrName>
                                        </p:attrNameLst>
                                      </p:cBhvr>
                                      <p:tavLst>
                                        <p:tav tm="0">
                                          <p:val>
                                            <p:strVal val="#ppt_y"/>
                                          </p:val>
                                        </p:tav>
                                        <p:tav tm="100000">
                                          <p:val>
                                            <p:strVal val="#ppt_y"/>
                                          </p:val>
                                        </p:tav>
                                      </p:tavLst>
                                    </p:anim>
                                    <p:anim calcmode="lin" valueType="num">
                                      <p:cBhvr>
                                        <p:cTn id="14"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left)">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randombar(horizontal)">
                                      <p:cBhvr>
                                        <p:cTn id="2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2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1933566"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项目概况</a:t>
            </a:r>
          </a:p>
        </p:txBody>
      </p:sp>
      <p:sp>
        <p:nvSpPr>
          <p:cNvPr id="18" name="椭圆 17"/>
          <p:cNvSpPr/>
          <p:nvPr/>
        </p:nvSpPr>
        <p:spPr>
          <a:xfrm>
            <a:off x="4440827" y="2367375"/>
            <a:ext cx="3193918" cy="3193918"/>
          </a:xfrm>
          <a:prstGeom prst="ellipse">
            <a:avLst/>
          </a:prstGeom>
          <a:noFill/>
          <a:ln w="127000">
            <a:solidFill>
              <a:schemeClr val="bg1">
                <a:lumMod val="8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9" name="椭圆 18"/>
          <p:cNvSpPr/>
          <p:nvPr/>
        </p:nvSpPr>
        <p:spPr>
          <a:xfrm>
            <a:off x="4636645" y="2563193"/>
            <a:ext cx="2802283" cy="2802283"/>
          </a:xfrm>
          <a:prstGeom prst="ellipse">
            <a:avLst/>
          </a:prstGeom>
          <a:noFill/>
          <a:ln w="127000">
            <a:solidFill>
              <a:schemeClr val="bg1">
                <a:lumMod val="8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0" name="椭圆 19"/>
          <p:cNvSpPr/>
          <p:nvPr/>
        </p:nvSpPr>
        <p:spPr>
          <a:xfrm>
            <a:off x="4831169" y="2757717"/>
            <a:ext cx="2413233" cy="2413233"/>
          </a:xfrm>
          <a:prstGeom prst="ellipse">
            <a:avLst/>
          </a:prstGeom>
          <a:noFill/>
          <a:ln w="127000">
            <a:solidFill>
              <a:schemeClr val="bg1">
                <a:lumMod val="8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1" name="椭圆 20"/>
          <p:cNvSpPr/>
          <p:nvPr/>
        </p:nvSpPr>
        <p:spPr>
          <a:xfrm>
            <a:off x="5027367" y="2953915"/>
            <a:ext cx="2020837" cy="2020838"/>
          </a:xfrm>
          <a:prstGeom prst="ellipse">
            <a:avLst/>
          </a:prstGeom>
          <a:noFill/>
          <a:ln w="127000" cap="rnd">
            <a:solidFill>
              <a:schemeClr val="bg1">
                <a:lumMod val="8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2" name="弧形 21"/>
          <p:cNvSpPr/>
          <p:nvPr/>
        </p:nvSpPr>
        <p:spPr>
          <a:xfrm>
            <a:off x="4440827" y="2367375"/>
            <a:ext cx="3193918" cy="3193918"/>
          </a:xfrm>
          <a:prstGeom prst="arc">
            <a:avLst>
              <a:gd name="adj1" fmla="val 16200000"/>
              <a:gd name="adj2" fmla="val 20886546"/>
            </a:avLst>
          </a:prstGeom>
          <a:noFill/>
          <a:ln w="127000" cap="rnd">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3" name="弧形 22"/>
          <p:cNvSpPr/>
          <p:nvPr/>
        </p:nvSpPr>
        <p:spPr>
          <a:xfrm>
            <a:off x="4636645" y="2563192"/>
            <a:ext cx="2802283" cy="2802283"/>
          </a:xfrm>
          <a:prstGeom prst="arc">
            <a:avLst>
              <a:gd name="adj1" fmla="val 12350273"/>
              <a:gd name="adj2" fmla="val 15240146"/>
            </a:avLst>
          </a:prstGeom>
          <a:noFill/>
          <a:ln w="127000" cap="rnd">
            <a:solidFill>
              <a:srgbClr val="23A2E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4" name="弧形 23"/>
          <p:cNvSpPr/>
          <p:nvPr/>
        </p:nvSpPr>
        <p:spPr>
          <a:xfrm>
            <a:off x="4831169" y="2757717"/>
            <a:ext cx="2413233" cy="2413233"/>
          </a:xfrm>
          <a:prstGeom prst="arc">
            <a:avLst>
              <a:gd name="adj1" fmla="val 3842578"/>
              <a:gd name="adj2" fmla="val 9752989"/>
            </a:avLst>
          </a:prstGeom>
          <a:noFill/>
          <a:ln w="127000" cap="rnd">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5" name="弧形 24"/>
          <p:cNvSpPr/>
          <p:nvPr/>
        </p:nvSpPr>
        <p:spPr>
          <a:xfrm>
            <a:off x="5027367" y="2953915"/>
            <a:ext cx="2020837" cy="2020838"/>
          </a:xfrm>
          <a:prstGeom prst="arc">
            <a:avLst>
              <a:gd name="adj1" fmla="val 21482739"/>
              <a:gd name="adj2" fmla="val 2573572"/>
            </a:avLst>
          </a:prstGeom>
          <a:noFill/>
          <a:ln w="127000" cap="rnd">
            <a:solidFill>
              <a:srgbClr val="23A2E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6" name="文本框 6"/>
          <p:cNvSpPr txBox="1"/>
          <p:nvPr/>
        </p:nvSpPr>
        <p:spPr>
          <a:xfrm>
            <a:off x="7758612" y="3293593"/>
            <a:ext cx="492190" cy="297171"/>
          </a:xfrm>
          <a:prstGeom prst="rect">
            <a:avLst/>
          </a:prstGeom>
          <a:noFill/>
        </p:spPr>
        <p:txBody>
          <a:bodyPr wrap="none">
            <a:noAutofit/>
            <a:scene3d>
              <a:camera prst="orthographicFront"/>
              <a:lightRig rig="threePt" dir="t"/>
            </a:scene3d>
            <a:sp3d contourW="12700"/>
          </a:bodyPr>
          <a:lstStyle/>
          <a:p>
            <a:pPr algn="ctr"/>
            <a:r>
              <a:rPr lang="en-US" sz="2000" dirty="0"/>
              <a:t>65%</a:t>
            </a:r>
          </a:p>
        </p:txBody>
      </p:sp>
      <p:sp>
        <p:nvSpPr>
          <p:cNvPr id="27" name="文本框 58"/>
          <p:cNvSpPr txBox="1"/>
          <p:nvPr/>
        </p:nvSpPr>
        <p:spPr>
          <a:xfrm>
            <a:off x="7706465" y="4491221"/>
            <a:ext cx="464674" cy="297171"/>
          </a:xfrm>
          <a:prstGeom prst="rect">
            <a:avLst/>
          </a:prstGeom>
          <a:noFill/>
        </p:spPr>
        <p:txBody>
          <a:bodyPr wrap="none">
            <a:noAutofit/>
            <a:scene3d>
              <a:camera prst="orthographicFront"/>
              <a:lightRig rig="threePt" dir="t"/>
            </a:scene3d>
            <a:sp3d contourW="12700"/>
          </a:bodyPr>
          <a:lstStyle/>
          <a:p>
            <a:pPr algn="ctr"/>
            <a:r>
              <a:rPr lang="en-US" sz="2000" dirty="0"/>
              <a:t>10%</a:t>
            </a:r>
          </a:p>
        </p:txBody>
      </p:sp>
      <p:sp>
        <p:nvSpPr>
          <p:cNvPr id="28" name="文本框 60"/>
          <p:cNvSpPr txBox="1"/>
          <p:nvPr/>
        </p:nvSpPr>
        <p:spPr>
          <a:xfrm>
            <a:off x="3873973" y="4591025"/>
            <a:ext cx="485311" cy="297171"/>
          </a:xfrm>
          <a:prstGeom prst="rect">
            <a:avLst/>
          </a:prstGeom>
          <a:noFill/>
        </p:spPr>
        <p:txBody>
          <a:bodyPr wrap="none">
            <a:noAutofit/>
            <a:scene3d>
              <a:camera prst="orthographicFront"/>
              <a:lightRig rig="threePt" dir="t"/>
            </a:scene3d>
            <a:sp3d contourW="12700"/>
          </a:bodyPr>
          <a:lstStyle/>
          <a:p>
            <a:pPr algn="ctr"/>
            <a:r>
              <a:rPr lang="en-US" sz="2000" dirty="0"/>
              <a:t>45%</a:t>
            </a:r>
          </a:p>
        </p:txBody>
      </p:sp>
      <p:sp>
        <p:nvSpPr>
          <p:cNvPr id="29" name="文本框 61"/>
          <p:cNvSpPr txBox="1"/>
          <p:nvPr/>
        </p:nvSpPr>
        <p:spPr>
          <a:xfrm>
            <a:off x="4731584" y="2115766"/>
            <a:ext cx="483590" cy="297171"/>
          </a:xfrm>
          <a:prstGeom prst="rect">
            <a:avLst/>
          </a:prstGeom>
          <a:noFill/>
        </p:spPr>
        <p:txBody>
          <a:bodyPr wrap="none">
            <a:noAutofit/>
            <a:scene3d>
              <a:camera prst="orthographicFront"/>
              <a:lightRig rig="threePt" dir="t"/>
            </a:scene3d>
            <a:sp3d contourW="12700"/>
          </a:bodyPr>
          <a:lstStyle/>
          <a:p>
            <a:pPr algn="ctr"/>
            <a:r>
              <a:rPr lang="en-US" sz="2000"/>
              <a:t>20%</a:t>
            </a:r>
          </a:p>
        </p:txBody>
      </p:sp>
      <p:sp>
        <p:nvSpPr>
          <p:cNvPr id="30" name="Content Placeholder 2"/>
          <p:cNvSpPr txBox="1">
            <a:spLocks/>
          </p:cNvSpPr>
          <p:nvPr/>
        </p:nvSpPr>
        <p:spPr>
          <a:xfrm>
            <a:off x="8250802" y="1963027"/>
            <a:ext cx="3235284"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a:t>
            </a:r>
          </a:p>
        </p:txBody>
      </p:sp>
      <p:sp>
        <p:nvSpPr>
          <p:cNvPr id="32" name="Content Placeholder 2"/>
          <p:cNvSpPr txBox="1">
            <a:spLocks/>
          </p:cNvSpPr>
          <p:nvPr/>
        </p:nvSpPr>
        <p:spPr>
          <a:xfrm>
            <a:off x="8250802" y="4185073"/>
            <a:ext cx="3235284"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a:t>
            </a:r>
          </a:p>
        </p:txBody>
      </p:sp>
      <p:sp>
        <p:nvSpPr>
          <p:cNvPr id="33" name="Content Placeholder 2"/>
          <p:cNvSpPr txBox="1">
            <a:spLocks/>
          </p:cNvSpPr>
          <p:nvPr/>
        </p:nvSpPr>
        <p:spPr>
          <a:xfrm>
            <a:off x="576756" y="1963027"/>
            <a:ext cx="3235284"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a:t>
            </a:r>
          </a:p>
        </p:txBody>
      </p:sp>
      <p:sp>
        <p:nvSpPr>
          <p:cNvPr id="34" name="Content Placeholder 2"/>
          <p:cNvSpPr txBox="1">
            <a:spLocks/>
          </p:cNvSpPr>
          <p:nvPr/>
        </p:nvSpPr>
        <p:spPr>
          <a:xfrm>
            <a:off x="576756" y="4185073"/>
            <a:ext cx="3235284"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a:t>
            </a:r>
          </a:p>
        </p:txBody>
      </p:sp>
    </p:spTree>
    <p:extLst>
      <p:ext uri="{BB962C8B-B14F-4D97-AF65-F5344CB8AC3E}">
        <p14:creationId xmlns:p14="http://schemas.microsoft.com/office/powerpoint/2010/main" val="2740813046"/>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900" decel="100000" fill="hold"/>
                                        <p:tgtEl>
                                          <p:spTgt spid="18"/>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8"/>
                                        </p:tgtEl>
                                        <p:attrNameLst>
                                          <p:attrName>ppt_y</p:attrName>
                                        </p:attrNameLst>
                                      </p:cBhvr>
                                      <p:tavLst>
                                        <p:tav tm="0">
                                          <p:val>
                                            <p:strVal val="#ppt_y-.03"/>
                                          </p:val>
                                        </p:tav>
                                        <p:tav tm="100000">
                                          <p:val>
                                            <p:strVal val="#ppt_y"/>
                                          </p:val>
                                        </p:tav>
                                      </p:tavLst>
                                    </p:anim>
                                  </p:childTnLst>
                                </p:cTn>
                              </p:par>
                              <p:par>
                                <p:cTn id="11" presetID="37"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1000"/>
                                        <p:tgtEl>
                                          <p:spTgt spid="19"/>
                                        </p:tgtEl>
                                      </p:cBhvr>
                                    </p:animEffect>
                                    <p:anim calcmode="lin" valueType="num">
                                      <p:cBhvr>
                                        <p:cTn id="14" dur="1000" fill="hold"/>
                                        <p:tgtEl>
                                          <p:spTgt spid="19"/>
                                        </p:tgtEl>
                                        <p:attrNameLst>
                                          <p:attrName>ppt_x</p:attrName>
                                        </p:attrNameLst>
                                      </p:cBhvr>
                                      <p:tavLst>
                                        <p:tav tm="0">
                                          <p:val>
                                            <p:strVal val="#ppt_x"/>
                                          </p:val>
                                        </p:tav>
                                        <p:tav tm="100000">
                                          <p:val>
                                            <p:strVal val="#ppt_x"/>
                                          </p:val>
                                        </p:tav>
                                      </p:tavLst>
                                    </p:anim>
                                    <p:anim calcmode="lin" valueType="num">
                                      <p:cBhvr>
                                        <p:cTn id="15" dur="900" decel="100000" fill="hold"/>
                                        <p:tgtEl>
                                          <p:spTgt spid="19"/>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19"/>
                                        </p:tgtEl>
                                        <p:attrNameLst>
                                          <p:attrName>ppt_y</p:attrName>
                                        </p:attrNameLst>
                                      </p:cBhvr>
                                      <p:tavLst>
                                        <p:tav tm="0">
                                          <p:val>
                                            <p:strVal val="#ppt_y-.03"/>
                                          </p:val>
                                        </p:tav>
                                        <p:tav tm="100000">
                                          <p:val>
                                            <p:strVal val="#ppt_y"/>
                                          </p:val>
                                        </p:tav>
                                      </p:tavLst>
                                    </p:anim>
                                  </p:childTnLst>
                                </p:cTn>
                              </p:par>
                              <p:par>
                                <p:cTn id="17" presetID="37"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anim calcmode="lin" valueType="num">
                                      <p:cBhvr>
                                        <p:cTn id="20" dur="1000" fill="hold"/>
                                        <p:tgtEl>
                                          <p:spTgt spid="20"/>
                                        </p:tgtEl>
                                        <p:attrNameLst>
                                          <p:attrName>ppt_x</p:attrName>
                                        </p:attrNameLst>
                                      </p:cBhvr>
                                      <p:tavLst>
                                        <p:tav tm="0">
                                          <p:val>
                                            <p:strVal val="#ppt_x"/>
                                          </p:val>
                                        </p:tav>
                                        <p:tav tm="100000">
                                          <p:val>
                                            <p:strVal val="#ppt_x"/>
                                          </p:val>
                                        </p:tav>
                                      </p:tavLst>
                                    </p:anim>
                                    <p:anim calcmode="lin" valueType="num">
                                      <p:cBhvr>
                                        <p:cTn id="21" dur="900" decel="100000" fill="hold"/>
                                        <p:tgtEl>
                                          <p:spTgt spid="20"/>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20"/>
                                        </p:tgtEl>
                                        <p:attrNameLst>
                                          <p:attrName>ppt_y</p:attrName>
                                        </p:attrNameLst>
                                      </p:cBhvr>
                                      <p:tavLst>
                                        <p:tav tm="0">
                                          <p:val>
                                            <p:strVal val="#ppt_y-.03"/>
                                          </p:val>
                                        </p:tav>
                                        <p:tav tm="100000">
                                          <p:val>
                                            <p:strVal val="#ppt_y"/>
                                          </p:val>
                                        </p:tav>
                                      </p:tavLst>
                                    </p:anim>
                                  </p:childTnLst>
                                </p:cTn>
                              </p:par>
                              <p:par>
                                <p:cTn id="23" presetID="37"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1000"/>
                                        <p:tgtEl>
                                          <p:spTgt spid="21"/>
                                        </p:tgtEl>
                                      </p:cBhvr>
                                    </p:animEffect>
                                    <p:anim calcmode="lin" valueType="num">
                                      <p:cBhvr>
                                        <p:cTn id="26" dur="1000" fill="hold"/>
                                        <p:tgtEl>
                                          <p:spTgt spid="21"/>
                                        </p:tgtEl>
                                        <p:attrNameLst>
                                          <p:attrName>ppt_x</p:attrName>
                                        </p:attrNameLst>
                                      </p:cBhvr>
                                      <p:tavLst>
                                        <p:tav tm="0">
                                          <p:val>
                                            <p:strVal val="#ppt_x"/>
                                          </p:val>
                                        </p:tav>
                                        <p:tav tm="100000">
                                          <p:val>
                                            <p:strVal val="#ppt_x"/>
                                          </p:val>
                                        </p:tav>
                                      </p:tavLst>
                                    </p:anim>
                                    <p:anim calcmode="lin" valueType="num">
                                      <p:cBhvr>
                                        <p:cTn id="27" dur="900" decel="100000" fill="hold"/>
                                        <p:tgtEl>
                                          <p:spTgt spid="21"/>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21"/>
                                        </p:tgtEl>
                                        <p:attrNameLst>
                                          <p:attrName>ppt_y</p:attrName>
                                        </p:attrNameLst>
                                      </p:cBhvr>
                                      <p:tavLst>
                                        <p:tav tm="0">
                                          <p:val>
                                            <p:strVal val="#ppt_y-.03"/>
                                          </p:val>
                                        </p:tav>
                                        <p:tav tm="100000">
                                          <p:val>
                                            <p:strVal val="#ppt_y"/>
                                          </p:val>
                                        </p:tav>
                                      </p:tavLst>
                                    </p:anim>
                                  </p:childTnLst>
                                </p:cTn>
                              </p:par>
                              <p:par>
                                <p:cTn id="29" presetID="37"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1000"/>
                                        <p:tgtEl>
                                          <p:spTgt spid="22"/>
                                        </p:tgtEl>
                                      </p:cBhvr>
                                    </p:animEffect>
                                    <p:anim calcmode="lin" valueType="num">
                                      <p:cBhvr>
                                        <p:cTn id="32" dur="1000" fill="hold"/>
                                        <p:tgtEl>
                                          <p:spTgt spid="22"/>
                                        </p:tgtEl>
                                        <p:attrNameLst>
                                          <p:attrName>ppt_x</p:attrName>
                                        </p:attrNameLst>
                                      </p:cBhvr>
                                      <p:tavLst>
                                        <p:tav tm="0">
                                          <p:val>
                                            <p:strVal val="#ppt_x"/>
                                          </p:val>
                                        </p:tav>
                                        <p:tav tm="100000">
                                          <p:val>
                                            <p:strVal val="#ppt_x"/>
                                          </p:val>
                                        </p:tav>
                                      </p:tavLst>
                                    </p:anim>
                                    <p:anim calcmode="lin" valueType="num">
                                      <p:cBhvr>
                                        <p:cTn id="33" dur="900" decel="100000" fill="hold"/>
                                        <p:tgtEl>
                                          <p:spTgt spid="22"/>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22"/>
                                        </p:tgtEl>
                                        <p:attrNameLst>
                                          <p:attrName>ppt_y</p:attrName>
                                        </p:attrNameLst>
                                      </p:cBhvr>
                                      <p:tavLst>
                                        <p:tav tm="0">
                                          <p:val>
                                            <p:strVal val="#ppt_y-.03"/>
                                          </p:val>
                                        </p:tav>
                                        <p:tav tm="100000">
                                          <p:val>
                                            <p:strVal val="#ppt_y"/>
                                          </p:val>
                                        </p:tav>
                                      </p:tavLst>
                                    </p:anim>
                                  </p:childTnLst>
                                </p:cTn>
                              </p:par>
                              <p:par>
                                <p:cTn id="35" presetID="37"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1000"/>
                                        <p:tgtEl>
                                          <p:spTgt spid="23"/>
                                        </p:tgtEl>
                                      </p:cBhvr>
                                    </p:animEffect>
                                    <p:anim calcmode="lin" valueType="num">
                                      <p:cBhvr>
                                        <p:cTn id="38" dur="1000" fill="hold"/>
                                        <p:tgtEl>
                                          <p:spTgt spid="23"/>
                                        </p:tgtEl>
                                        <p:attrNameLst>
                                          <p:attrName>ppt_x</p:attrName>
                                        </p:attrNameLst>
                                      </p:cBhvr>
                                      <p:tavLst>
                                        <p:tav tm="0">
                                          <p:val>
                                            <p:strVal val="#ppt_x"/>
                                          </p:val>
                                        </p:tav>
                                        <p:tav tm="100000">
                                          <p:val>
                                            <p:strVal val="#ppt_x"/>
                                          </p:val>
                                        </p:tav>
                                      </p:tavLst>
                                    </p:anim>
                                    <p:anim calcmode="lin" valueType="num">
                                      <p:cBhvr>
                                        <p:cTn id="39" dur="900" decel="100000" fill="hold"/>
                                        <p:tgtEl>
                                          <p:spTgt spid="23"/>
                                        </p:tgtEl>
                                        <p:attrNameLst>
                                          <p:attrName>ppt_y</p:attrName>
                                        </p:attrNameLst>
                                      </p:cBhvr>
                                      <p:tavLst>
                                        <p:tav tm="0">
                                          <p:val>
                                            <p:strVal val="#ppt_y+1"/>
                                          </p:val>
                                        </p:tav>
                                        <p:tav tm="100000">
                                          <p:val>
                                            <p:strVal val="#ppt_y-.03"/>
                                          </p:val>
                                        </p:tav>
                                      </p:tavLst>
                                    </p:anim>
                                    <p:anim calcmode="lin" valueType="num">
                                      <p:cBhvr>
                                        <p:cTn id="40" dur="100" accel="100000" fill="hold">
                                          <p:stCondLst>
                                            <p:cond delay="900"/>
                                          </p:stCondLst>
                                        </p:cTn>
                                        <p:tgtEl>
                                          <p:spTgt spid="23"/>
                                        </p:tgtEl>
                                        <p:attrNameLst>
                                          <p:attrName>ppt_y</p:attrName>
                                        </p:attrNameLst>
                                      </p:cBhvr>
                                      <p:tavLst>
                                        <p:tav tm="0">
                                          <p:val>
                                            <p:strVal val="#ppt_y-.03"/>
                                          </p:val>
                                        </p:tav>
                                        <p:tav tm="100000">
                                          <p:val>
                                            <p:strVal val="#ppt_y"/>
                                          </p:val>
                                        </p:tav>
                                      </p:tavLst>
                                    </p:anim>
                                  </p:childTnLst>
                                </p:cTn>
                              </p:par>
                              <p:par>
                                <p:cTn id="41" presetID="37"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1000"/>
                                        <p:tgtEl>
                                          <p:spTgt spid="24"/>
                                        </p:tgtEl>
                                      </p:cBhvr>
                                    </p:animEffect>
                                    <p:anim calcmode="lin" valueType="num">
                                      <p:cBhvr>
                                        <p:cTn id="44" dur="1000" fill="hold"/>
                                        <p:tgtEl>
                                          <p:spTgt spid="24"/>
                                        </p:tgtEl>
                                        <p:attrNameLst>
                                          <p:attrName>ppt_x</p:attrName>
                                        </p:attrNameLst>
                                      </p:cBhvr>
                                      <p:tavLst>
                                        <p:tav tm="0">
                                          <p:val>
                                            <p:strVal val="#ppt_x"/>
                                          </p:val>
                                        </p:tav>
                                        <p:tav tm="100000">
                                          <p:val>
                                            <p:strVal val="#ppt_x"/>
                                          </p:val>
                                        </p:tav>
                                      </p:tavLst>
                                    </p:anim>
                                    <p:anim calcmode="lin" valueType="num">
                                      <p:cBhvr>
                                        <p:cTn id="45" dur="900" decel="100000" fill="hold"/>
                                        <p:tgtEl>
                                          <p:spTgt spid="24"/>
                                        </p:tgtEl>
                                        <p:attrNameLst>
                                          <p:attrName>ppt_y</p:attrName>
                                        </p:attrNameLst>
                                      </p:cBhvr>
                                      <p:tavLst>
                                        <p:tav tm="0">
                                          <p:val>
                                            <p:strVal val="#ppt_y+1"/>
                                          </p:val>
                                        </p:tav>
                                        <p:tav tm="100000">
                                          <p:val>
                                            <p:strVal val="#ppt_y-.03"/>
                                          </p:val>
                                        </p:tav>
                                      </p:tavLst>
                                    </p:anim>
                                    <p:anim calcmode="lin" valueType="num">
                                      <p:cBhvr>
                                        <p:cTn id="46" dur="100" accel="100000" fill="hold">
                                          <p:stCondLst>
                                            <p:cond delay="900"/>
                                          </p:stCondLst>
                                        </p:cTn>
                                        <p:tgtEl>
                                          <p:spTgt spid="24"/>
                                        </p:tgtEl>
                                        <p:attrNameLst>
                                          <p:attrName>ppt_y</p:attrName>
                                        </p:attrNameLst>
                                      </p:cBhvr>
                                      <p:tavLst>
                                        <p:tav tm="0">
                                          <p:val>
                                            <p:strVal val="#ppt_y-.03"/>
                                          </p:val>
                                        </p:tav>
                                        <p:tav tm="100000">
                                          <p:val>
                                            <p:strVal val="#ppt_y"/>
                                          </p:val>
                                        </p:tav>
                                      </p:tavLst>
                                    </p:anim>
                                  </p:childTnLst>
                                </p:cTn>
                              </p:par>
                              <p:par>
                                <p:cTn id="47" presetID="37"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1000"/>
                                        <p:tgtEl>
                                          <p:spTgt spid="25"/>
                                        </p:tgtEl>
                                      </p:cBhvr>
                                    </p:animEffect>
                                    <p:anim calcmode="lin" valueType="num">
                                      <p:cBhvr>
                                        <p:cTn id="50" dur="1000" fill="hold"/>
                                        <p:tgtEl>
                                          <p:spTgt spid="25"/>
                                        </p:tgtEl>
                                        <p:attrNameLst>
                                          <p:attrName>ppt_x</p:attrName>
                                        </p:attrNameLst>
                                      </p:cBhvr>
                                      <p:tavLst>
                                        <p:tav tm="0">
                                          <p:val>
                                            <p:strVal val="#ppt_x"/>
                                          </p:val>
                                        </p:tav>
                                        <p:tav tm="100000">
                                          <p:val>
                                            <p:strVal val="#ppt_x"/>
                                          </p:val>
                                        </p:tav>
                                      </p:tavLst>
                                    </p:anim>
                                    <p:anim calcmode="lin" valueType="num">
                                      <p:cBhvr>
                                        <p:cTn id="51" dur="900" decel="100000" fill="hold"/>
                                        <p:tgtEl>
                                          <p:spTgt spid="25"/>
                                        </p:tgtEl>
                                        <p:attrNameLst>
                                          <p:attrName>ppt_y</p:attrName>
                                        </p:attrNameLst>
                                      </p:cBhvr>
                                      <p:tavLst>
                                        <p:tav tm="0">
                                          <p:val>
                                            <p:strVal val="#ppt_y+1"/>
                                          </p:val>
                                        </p:tav>
                                        <p:tav tm="100000">
                                          <p:val>
                                            <p:strVal val="#ppt_y-.03"/>
                                          </p:val>
                                        </p:tav>
                                      </p:tavLst>
                                    </p:anim>
                                    <p:anim calcmode="lin" valueType="num">
                                      <p:cBhvr>
                                        <p:cTn id="52" dur="100" accel="100000" fill="hold">
                                          <p:stCondLst>
                                            <p:cond delay="900"/>
                                          </p:stCondLst>
                                        </p:cTn>
                                        <p:tgtEl>
                                          <p:spTgt spid="25"/>
                                        </p:tgtEl>
                                        <p:attrNameLst>
                                          <p:attrName>ppt_y</p:attrName>
                                        </p:attrNameLst>
                                      </p:cBhvr>
                                      <p:tavLst>
                                        <p:tav tm="0">
                                          <p:val>
                                            <p:strVal val="#ppt_y-.03"/>
                                          </p:val>
                                        </p:tav>
                                        <p:tav tm="100000">
                                          <p:val>
                                            <p:strVal val="#ppt_y"/>
                                          </p:val>
                                        </p:tav>
                                      </p:tavLst>
                                    </p:anim>
                                  </p:childTnLst>
                                </p:cTn>
                              </p:par>
                              <p:par>
                                <p:cTn id="53" presetID="37"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1000"/>
                                        <p:tgtEl>
                                          <p:spTgt spid="26"/>
                                        </p:tgtEl>
                                      </p:cBhvr>
                                    </p:animEffect>
                                    <p:anim calcmode="lin" valueType="num">
                                      <p:cBhvr>
                                        <p:cTn id="56" dur="1000" fill="hold"/>
                                        <p:tgtEl>
                                          <p:spTgt spid="26"/>
                                        </p:tgtEl>
                                        <p:attrNameLst>
                                          <p:attrName>ppt_x</p:attrName>
                                        </p:attrNameLst>
                                      </p:cBhvr>
                                      <p:tavLst>
                                        <p:tav tm="0">
                                          <p:val>
                                            <p:strVal val="#ppt_x"/>
                                          </p:val>
                                        </p:tav>
                                        <p:tav tm="100000">
                                          <p:val>
                                            <p:strVal val="#ppt_x"/>
                                          </p:val>
                                        </p:tav>
                                      </p:tavLst>
                                    </p:anim>
                                    <p:anim calcmode="lin" valueType="num">
                                      <p:cBhvr>
                                        <p:cTn id="57" dur="900" decel="100000" fill="hold"/>
                                        <p:tgtEl>
                                          <p:spTgt spid="26"/>
                                        </p:tgtEl>
                                        <p:attrNameLst>
                                          <p:attrName>ppt_y</p:attrName>
                                        </p:attrNameLst>
                                      </p:cBhvr>
                                      <p:tavLst>
                                        <p:tav tm="0">
                                          <p:val>
                                            <p:strVal val="#ppt_y+1"/>
                                          </p:val>
                                        </p:tav>
                                        <p:tav tm="100000">
                                          <p:val>
                                            <p:strVal val="#ppt_y-.03"/>
                                          </p:val>
                                        </p:tav>
                                      </p:tavLst>
                                    </p:anim>
                                    <p:anim calcmode="lin" valueType="num">
                                      <p:cBhvr>
                                        <p:cTn id="58" dur="100" accel="100000" fill="hold">
                                          <p:stCondLst>
                                            <p:cond delay="900"/>
                                          </p:stCondLst>
                                        </p:cTn>
                                        <p:tgtEl>
                                          <p:spTgt spid="26"/>
                                        </p:tgtEl>
                                        <p:attrNameLst>
                                          <p:attrName>ppt_y</p:attrName>
                                        </p:attrNameLst>
                                      </p:cBhvr>
                                      <p:tavLst>
                                        <p:tav tm="0">
                                          <p:val>
                                            <p:strVal val="#ppt_y-.03"/>
                                          </p:val>
                                        </p:tav>
                                        <p:tav tm="100000">
                                          <p:val>
                                            <p:strVal val="#ppt_y"/>
                                          </p:val>
                                        </p:tav>
                                      </p:tavLst>
                                    </p:anim>
                                  </p:childTnLst>
                                </p:cTn>
                              </p:par>
                              <p:par>
                                <p:cTn id="59" presetID="37" presetClass="entr" presetSubtype="0"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1000"/>
                                        <p:tgtEl>
                                          <p:spTgt spid="27"/>
                                        </p:tgtEl>
                                      </p:cBhvr>
                                    </p:animEffect>
                                    <p:anim calcmode="lin" valueType="num">
                                      <p:cBhvr>
                                        <p:cTn id="62" dur="1000" fill="hold"/>
                                        <p:tgtEl>
                                          <p:spTgt spid="27"/>
                                        </p:tgtEl>
                                        <p:attrNameLst>
                                          <p:attrName>ppt_x</p:attrName>
                                        </p:attrNameLst>
                                      </p:cBhvr>
                                      <p:tavLst>
                                        <p:tav tm="0">
                                          <p:val>
                                            <p:strVal val="#ppt_x"/>
                                          </p:val>
                                        </p:tav>
                                        <p:tav tm="100000">
                                          <p:val>
                                            <p:strVal val="#ppt_x"/>
                                          </p:val>
                                        </p:tav>
                                      </p:tavLst>
                                    </p:anim>
                                    <p:anim calcmode="lin" valueType="num">
                                      <p:cBhvr>
                                        <p:cTn id="63" dur="900" decel="100000" fill="hold"/>
                                        <p:tgtEl>
                                          <p:spTgt spid="27"/>
                                        </p:tgtEl>
                                        <p:attrNameLst>
                                          <p:attrName>ppt_y</p:attrName>
                                        </p:attrNameLst>
                                      </p:cBhvr>
                                      <p:tavLst>
                                        <p:tav tm="0">
                                          <p:val>
                                            <p:strVal val="#ppt_y+1"/>
                                          </p:val>
                                        </p:tav>
                                        <p:tav tm="100000">
                                          <p:val>
                                            <p:strVal val="#ppt_y-.03"/>
                                          </p:val>
                                        </p:tav>
                                      </p:tavLst>
                                    </p:anim>
                                    <p:anim calcmode="lin" valueType="num">
                                      <p:cBhvr>
                                        <p:cTn id="64" dur="100" accel="100000" fill="hold">
                                          <p:stCondLst>
                                            <p:cond delay="900"/>
                                          </p:stCondLst>
                                        </p:cTn>
                                        <p:tgtEl>
                                          <p:spTgt spid="27"/>
                                        </p:tgtEl>
                                        <p:attrNameLst>
                                          <p:attrName>ppt_y</p:attrName>
                                        </p:attrNameLst>
                                      </p:cBhvr>
                                      <p:tavLst>
                                        <p:tav tm="0">
                                          <p:val>
                                            <p:strVal val="#ppt_y-.03"/>
                                          </p:val>
                                        </p:tav>
                                        <p:tav tm="100000">
                                          <p:val>
                                            <p:strVal val="#ppt_y"/>
                                          </p:val>
                                        </p:tav>
                                      </p:tavLst>
                                    </p:anim>
                                  </p:childTnLst>
                                </p:cTn>
                              </p:par>
                              <p:par>
                                <p:cTn id="65" presetID="37" presetClass="entr" presetSubtype="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1000"/>
                                        <p:tgtEl>
                                          <p:spTgt spid="28"/>
                                        </p:tgtEl>
                                      </p:cBhvr>
                                    </p:animEffect>
                                    <p:anim calcmode="lin" valueType="num">
                                      <p:cBhvr>
                                        <p:cTn id="68" dur="1000" fill="hold"/>
                                        <p:tgtEl>
                                          <p:spTgt spid="28"/>
                                        </p:tgtEl>
                                        <p:attrNameLst>
                                          <p:attrName>ppt_x</p:attrName>
                                        </p:attrNameLst>
                                      </p:cBhvr>
                                      <p:tavLst>
                                        <p:tav tm="0">
                                          <p:val>
                                            <p:strVal val="#ppt_x"/>
                                          </p:val>
                                        </p:tav>
                                        <p:tav tm="100000">
                                          <p:val>
                                            <p:strVal val="#ppt_x"/>
                                          </p:val>
                                        </p:tav>
                                      </p:tavLst>
                                    </p:anim>
                                    <p:anim calcmode="lin" valueType="num">
                                      <p:cBhvr>
                                        <p:cTn id="69" dur="900" decel="100000" fill="hold"/>
                                        <p:tgtEl>
                                          <p:spTgt spid="28"/>
                                        </p:tgtEl>
                                        <p:attrNameLst>
                                          <p:attrName>ppt_y</p:attrName>
                                        </p:attrNameLst>
                                      </p:cBhvr>
                                      <p:tavLst>
                                        <p:tav tm="0">
                                          <p:val>
                                            <p:strVal val="#ppt_y+1"/>
                                          </p:val>
                                        </p:tav>
                                        <p:tav tm="100000">
                                          <p:val>
                                            <p:strVal val="#ppt_y-.03"/>
                                          </p:val>
                                        </p:tav>
                                      </p:tavLst>
                                    </p:anim>
                                    <p:anim calcmode="lin" valueType="num">
                                      <p:cBhvr>
                                        <p:cTn id="70" dur="100" accel="100000" fill="hold">
                                          <p:stCondLst>
                                            <p:cond delay="900"/>
                                          </p:stCondLst>
                                        </p:cTn>
                                        <p:tgtEl>
                                          <p:spTgt spid="28"/>
                                        </p:tgtEl>
                                        <p:attrNameLst>
                                          <p:attrName>ppt_y</p:attrName>
                                        </p:attrNameLst>
                                      </p:cBhvr>
                                      <p:tavLst>
                                        <p:tav tm="0">
                                          <p:val>
                                            <p:strVal val="#ppt_y-.03"/>
                                          </p:val>
                                        </p:tav>
                                        <p:tav tm="100000">
                                          <p:val>
                                            <p:strVal val="#ppt_y"/>
                                          </p:val>
                                        </p:tav>
                                      </p:tavLst>
                                    </p:anim>
                                  </p:childTnLst>
                                </p:cTn>
                              </p:par>
                              <p:par>
                                <p:cTn id="71" presetID="37" presetClass="entr" presetSubtype="0" fill="hold" grpId="0" nodeType="with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1000"/>
                                        <p:tgtEl>
                                          <p:spTgt spid="29"/>
                                        </p:tgtEl>
                                      </p:cBhvr>
                                    </p:animEffect>
                                    <p:anim calcmode="lin" valueType="num">
                                      <p:cBhvr>
                                        <p:cTn id="74" dur="1000" fill="hold"/>
                                        <p:tgtEl>
                                          <p:spTgt spid="29"/>
                                        </p:tgtEl>
                                        <p:attrNameLst>
                                          <p:attrName>ppt_x</p:attrName>
                                        </p:attrNameLst>
                                      </p:cBhvr>
                                      <p:tavLst>
                                        <p:tav tm="0">
                                          <p:val>
                                            <p:strVal val="#ppt_x"/>
                                          </p:val>
                                        </p:tav>
                                        <p:tav tm="100000">
                                          <p:val>
                                            <p:strVal val="#ppt_x"/>
                                          </p:val>
                                        </p:tav>
                                      </p:tavLst>
                                    </p:anim>
                                    <p:anim calcmode="lin" valueType="num">
                                      <p:cBhvr>
                                        <p:cTn id="75" dur="900" decel="100000" fill="hold"/>
                                        <p:tgtEl>
                                          <p:spTgt spid="29"/>
                                        </p:tgtEl>
                                        <p:attrNameLst>
                                          <p:attrName>ppt_y</p:attrName>
                                        </p:attrNameLst>
                                      </p:cBhvr>
                                      <p:tavLst>
                                        <p:tav tm="0">
                                          <p:val>
                                            <p:strVal val="#ppt_y+1"/>
                                          </p:val>
                                        </p:tav>
                                        <p:tav tm="100000">
                                          <p:val>
                                            <p:strVal val="#ppt_y-.03"/>
                                          </p:val>
                                        </p:tav>
                                      </p:tavLst>
                                    </p:anim>
                                    <p:anim calcmode="lin" valueType="num">
                                      <p:cBhvr>
                                        <p:cTn id="76" dur="100" accel="100000" fill="hold">
                                          <p:stCondLst>
                                            <p:cond delay="900"/>
                                          </p:stCondLst>
                                        </p:cTn>
                                        <p:tgtEl>
                                          <p:spTgt spid="29"/>
                                        </p:tgtEl>
                                        <p:attrNameLst>
                                          <p:attrName>ppt_y</p:attrName>
                                        </p:attrNameLst>
                                      </p:cBhvr>
                                      <p:tavLst>
                                        <p:tav tm="0">
                                          <p:val>
                                            <p:strVal val="#ppt_y-.03"/>
                                          </p:val>
                                        </p:tav>
                                        <p:tav tm="100000">
                                          <p:val>
                                            <p:strVal val="#ppt_y"/>
                                          </p:val>
                                        </p:tav>
                                      </p:tavLst>
                                    </p:anim>
                                  </p:childTnLst>
                                </p:cTn>
                              </p:par>
                              <p:par>
                                <p:cTn id="77" presetID="37"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1000"/>
                                        <p:tgtEl>
                                          <p:spTgt spid="30"/>
                                        </p:tgtEl>
                                      </p:cBhvr>
                                    </p:animEffect>
                                    <p:anim calcmode="lin" valueType="num">
                                      <p:cBhvr>
                                        <p:cTn id="80" dur="1000" fill="hold"/>
                                        <p:tgtEl>
                                          <p:spTgt spid="30"/>
                                        </p:tgtEl>
                                        <p:attrNameLst>
                                          <p:attrName>ppt_x</p:attrName>
                                        </p:attrNameLst>
                                      </p:cBhvr>
                                      <p:tavLst>
                                        <p:tav tm="0">
                                          <p:val>
                                            <p:strVal val="#ppt_x"/>
                                          </p:val>
                                        </p:tav>
                                        <p:tav tm="100000">
                                          <p:val>
                                            <p:strVal val="#ppt_x"/>
                                          </p:val>
                                        </p:tav>
                                      </p:tavLst>
                                    </p:anim>
                                    <p:anim calcmode="lin" valueType="num">
                                      <p:cBhvr>
                                        <p:cTn id="81" dur="900" decel="100000" fill="hold"/>
                                        <p:tgtEl>
                                          <p:spTgt spid="30"/>
                                        </p:tgtEl>
                                        <p:attrNameLst>
                                          <p:attrName>ppt_y</p:attrName>
                                        </p:attrNameLst>
                                      </p:cBhvr>
                                      <p:tavLst>
                                        <p:tav tm="0">
                                          <p:val>
                                            <p:strVal val="#ppt_y+1"/>
                                          </p:val>
                                        </p:tav>
                                        <p:tav tm="100000">
                                          <p:val>
                                            <p:strVal val="#ppt_y-.03"/>
                                          </p:val>
                                        </p:tav>
                                      </p:tavLst>
                                    </p:anim>
                                    <p:anim calcmode="lin" valueType="num">
                                      <p:cBhvr>
                                        <p:cTn id="82" dur="100" accel="100000" fill="hold">
                                          <p:stCondLst>
                                            <p:cond delay="900"/>
                                          </p:stCondLst>
                                        </p:cTn>
                                        <p:tgtEl>
                                          <p:spTgt spid="30"/>
                                        </p:tgtEl>
                                        <p:attrNameLst>
                                          <p:attrName>ppt_y</p:attrName>
                                        </p:attrNameLst>
                                      </p:cBhvr>
                                      <p:tavLst>
                                        <p:tav tm="0">
                                          <p:val>
                                            <p:strVal val="#ppt_y-.03"/>
                                          </p:val>
                                        </p:tav>
                                        <p:tav tm="100000">
                                          <p:val>
                                            <p:strVal val="#ppt_y"/>
                                          </p:val>
                                        </p:tav>
                                      </p:tavLst>
                                    </p:anim>
                                  </p:childTnLst>
                                </p:cTn>
                              </p:par>
                              <p:par>
                                <p:cTn id="83" presetID="37"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1000"/>
                                        <p:tgtEl>
                                          <p:spTgt spid="32"/>
                                        </p:tgtEl>
                                      </p:cBhvr>
                                    </p:animEffect>
                                    <p:anim calcmode="lin" valueType="num">
                                      <p:cBhvr>
                                        <p:cTn id="86" dur="1000" fill="hold"/>
                                        <p:tgtEl>
                                          <p:spTgt spid="32"/>
                                        </p:tgtEl>
                                        <p:attrNameLst>
                                          <p:attrName>ppt_x</p:attrName>
                                        </p:attrNameLst>
                                      </p:cBhvr>
                                      <p:tavLst>
                                        <p:tav tm="0">
                                          <p:val>
                                            <p:strVal val="#ppt_x"/>
                                          </p:val>
                                        </p:tav>
                                        <p:tav tm="100000">
                                          <p:val>
                                            <p:strVal val="#ppt_x"/>
                                          </p:val>
                                        </p:tav>
                                      </p:tavLst>
                                    </p:anim>
                                    <p:anim calcmode="lin" valueType="num">
                                      <p:cBhvr>
                                        <p:cTn id="87" dur="900" decel="100000" fill="hold"/>
                                        <p:tgtEl>
                                          <p:spTgt spid="32"/>
                                        </p:tgtEl>
                                        <p:attrNameLst>
                                          <p:attrName>ppt_y</p:attrName>
                                        </p:attrNameLst>
                                      </p:cBhvr>
                                      <p:tavLst>
                                        <p:tav tm="0">
                                          <p:val>
                                            <p:strVal val="#ppt_y+1"/>
                                          </p:val>
                                        </p:tav>
                                        <p:tav tm="100000">
                                          <p:val>
                                            <p:strVal val="#ppt_y-.03"/>
                                          </p:val>
                                        </p:tav>
                                      </p:tavLst>
                                    </p:anim>
                                    <p:anim calcmode="lin" valueType="num">
                                      <p:cBhvr>
                                        <p:cTn id="88" dur="100" accel="100000" fill="hold">
                                          <p:stCondLst>
                                            <p:cond delay="900"/>
                                          </p:stCondLst>
                                        </p:cTn>
                                        <p:tgtEl>
                                          <p:spTgt spid="32"/>
                                        </p:tgtEl>
                                        <p:attrNameLst>
                                          <p:attrName>ppt_y</p:attrName>
                                        </p:attrNameLst>
                                      </p:cBhvr>
                                      <p:tavLst>
                                        <p:tav tm="0">
                                          <p:val>
                                            <p:strVal val="#ppt_y-.03"/>
                                          </p:val>
                                        </p:tav>
                                        <p:tav tm="100000">
                                          <p:val>
                                            <p:strVal val="#ppt_y"/>
                                          </p:val>
                                        </p:tav>
                                      </p:tavLst>
                                    </p:anim>
                                  </p:childTnLst>
                                </p:cTn>
                              </p:par>
                              <p:par>
                                <p:cTn id="89" presetID="37" presetClass="entr" presetSubtype="0" fill="hold" grpId="0" nodeType="with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1000"/>
                                        <p:tgtEl>
                                          <p:spTgt spid="33"/>
                                        </p:tgtEl>
                                      </p:cBhvr>
                                    </p:animEffect>
                                    <p:anim calcmode="lin" valueType="num">
                                      <p:cBhvr>
                                        <p:cTn id="92" dur="1000" fill="hold"/>
                                        <p:tgtEl>
                                          <p:spTgt spid="33"/>
                                        </p:tgtEl>
                                        <p:attrNameLst>
                                          <p:attrName>ppt_x</p:attrName>
                                        </p:attrNameLst>
                                      </p:cBhvr>
                                      <p:tavLst>
                                        <p:tav tm="0">
                                          <p:val>
                                            <p:strVal val="#ppt_x"/>
                                          </p:val>
                                        </p:tav>
                                        <p:tav tm="100000">
                                          <p:val>
                                            <p:strVal val="#ppt_x"/>
                                          </p:val>
                                        </p:tav>
                                      </p:tavLst>
                                    </p:anim>
                                    <p:anim calcmode="lin" valueType="num">
                                      <p:cBhvr>
                                        <p:cTn id="93" dur="900" decel="100000" fill="hold"/>
                                        <p:tgtEl>
                                          <p:spTgt spid="33"/>
                                        </p:tgtEl>
                                        <p:attrNameLst>
                                          <p:attrName>ppt_y</p:attrName>
                                        </p:attrNameLst>
                                      </p:cBhvr>
                                      <p:tavLst>
                                        <p:tav tm="0">
                                          <p:val>
                                            <p:strVal val="#ppt_y+1"/>
                                          </p:val>
                                        </p:tav>
                                        <p:tav tm="100000">
                                          <p:val>
                                            <p:strVal val="#ppt_y-.03"/>
                                          </p:val>
                                        </p:tav>
                                      </p:tavLst>
                                    </p:anim>
                                    <p:anim calcmode="lin" valueType="num">
                                      <p:cBhvr>
                                        <p:cTn id="94" dur="100" accel="100000" fill="hold">
                                          <p:stCondLst>
                                            <p:cond delay="900"/>
                                          </p:stCondLst>
                                        </p:cTn>
                                        <p:tgtEl>
                                          <p:spTgt spid="33"/>
                                        </p:tgtEl>
                                        <p:attrNameLst>
                                          <p:attrName>ppt_y</p:attrName>
                                        </p:attrNameLst>
                                      </p:cBhvr>
                                      <p:tavLst>
                                        <p:tav tm="0">
                                          <p:val>
                                            <p:strVal val="#ppt_y-.03"/>
                                          </p:val>
                                        </p:tav>
                                        <p:tav tm="100000">
                                          <p:val>
                                            <p:strVal val="#ppt_y"/>
                                          </p:val>
                                        </p:tav>
                                      </p:tavLst>
                                    </p:anim>
                                  </p:childTnLst>
                                </p:cTn>
                              </p:par>
                              <p:par>
                                <p:cTn id="95" presetID="37"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1000"/>
                                        <p:tgtEl>
                                          <p:spTgt spid="34"/>
                                        </p:tgtEl>
                                      </p:cBhvr>
                                    </p:animEffect>
                                    <p:anim calcmode="lin" valueType="num">
                                      <p:cBhvr>
                                        <p:cTn id="98" dur="1000" fill="hold"/>
                                        <p:tgtEl>
                                          <p:spTgt spid="34"/>
                                        </p:tgtEl>
                                        <p:attrNameLst>
                                          <p:attrName>ppt_x</p:attrName>
                                        </p:attrNameLst>
                                      </p:cBhvr>
                                      <p:tavLst>
                                        <p:tav tm="0">
                                          <p:val>
                                            <p:strVal val="#ppt_x"/>
                                          </p:val>
                                        </p:tav>
                                        <p:tav tm="100000">
                                          <p:val>
                                            <p:strVal val="#ppt_x"/>
                                          </p:val>
                                        </p:tav>
                                      </p:tavLst>
                                    </p:anim>
                                    <p:anim calcmode="lin" valueType="num">
                                      <p:cBhvr>
                                        <p:cTn id="99" dur="900" decel="100000" fill="hold"/>
                                        <p:tgtEl>
                                          <p:spTgt spid="34"/>
                                        </p:tgtEl>
                                        <p:attrNameLst>
                                          <p:attrName>ppt_y</p:attrName>
                                        </p:attrNameLst>
                                      </p:cBhvr>
                                      <p:tavLst>
                                        <p:tav tm="0">
                                          <p:val>
                                            <p:strVal val="#ppt_y+1"/>
                                          </p:val>
                                        </p:tav>
                                        <p:tav tm="100000">
                                          <p:val>
                                            <p:strVal val="#ppt_y-.03"/>
                                          </p:val>
                                        </p:tav>
                                      </p:tavLst>
                                    </p:anim>
                                    <p:anim calcmode="lin" valueType="num">
                                      <p:cBhvr>
                                        <p:cTn id="100" dur="100" accel="100000" fill="hold">
                                          <p:stCondLst>
                                            <p:cond delay="900"/>
                                          </p:stCondLst>
                                        </p:cTn>
                                        <p:tgtEl>
                                          <p:spTgt spid="3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p:bldP spid="27" grpId="0"/>
      <p:bldP spid="28" grpId="0"/>
      <p:bldP spid="29" grpId="0"/>
      <p:bldP spid="30" grpId="0"/>
      <p:bldP spid="32" grpId="0"/>
      <p:bldP spid="33" grpId="0"/>
      <p:bldP spid="3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1933566"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项目概况</a:t>
            </a:r>
          </a:p>
        </p:txBody>
      </p:sp>
      <p:cxnSp>
        <p:nvCxnSpPr>
          <p:cNvPr id="6" name="Straight Connector 56"/>
          <p:cNvCxnSpPr/>
          <p:nvPr/>
        </p:nvCxnSpPr>
        <p:spPr>
          <a:xfrm>
            <a:off x="6096000" y="1882307"/>
            <a:ext cx="0" cy="3771981"/>
          </a:xfrm>
          <a:prstGeom prst="line">
            <a:avLst/>
          </a:prstGeom>
          <a:ln w="19050">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7" name="Oval 30"/>
          <p:cNvSpPr/>
          <p:nvPr/>
        </p:nvSpPr>
        <p:spPr>
          <a:xfrm>
            <a:off x="6389270" y="1999395"/>
            <a:ext cx="923827" cy="923827"/>
          </a:xfrm>
          <a:prstGeom prst="ellipse">
            <a:avLst/>
          </a:prstGeom>
          <a:solidFill>
            <a:srgbClr val="23A2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rgbClr val="4B7FB1"/>
              </a:solidFill>
              <a:latin typeface="+mn-ea"/>
            </a:endParaRPr>
          </a:p>
        </p:txBody>
      </p:sp>
      <p:sp>
        <p:nvSpPr>
          <p:cNvPr id="8" name="AutoShape 43"/>
          <p:cNvSpPr/>
          <p:nvPr/>
        </p:nvSpPr>
        <p:spPr bwMode="auto">
          <a:xfrm>
            <a:off x="6642102" y="2285942"/>
            <a:ext cx="433628" cy="31153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951" y="9367"/>
                </a:moveTo>
                <a:cubicBezTo>
                  <a:pt x="10901" y="9383"/>
                  <a:pt x="10851" y="9391"/>
                  <a:pt x="10800" y="9391"/>
                </a:cubicBezTo>
                <a:cubicBezTo>
                  <a:pt x="10748" y="9391"/>
                  <a:pt x="10698" y="9383"/>
                  <a:pt x="10648" y="9367"/>
                </a:cubicBezTo>
                <a:lnTo>
                  <a:pt x="1873" y="6550"/>
                </a:lnTo>
                <a:cubicBezTo>
                  <a:pt x="1566" y="6452"/>
                  <a:pt x="1349" y="6072"/>
                  <a:pt x="1349" y="5634"/>
                </a:cubicBezTo>
                <a:cubicBezTo>
                  <a:pt x="1349" y="5197"/>
                  <a:pt x="1566" y="4817"/>
                  <a:pt x="1873" y="4719"/>
                </a:cubicBezTo>
                <a:lnTo>
                  <a:pt x="10648" y="1902"/>
                </a:lnTo>
                <a:cubicBezTo>
                  <a:pt x="10698" y="1886"/>
                  <a:pt x="10748" y="1878"/>
                  <a:pt x="10800" y="1878"/>
                </a:cubicBezTo>
                <a:cubicBezTo>
                  <a:pt x="10851" y="1878"/>
                  <a:pt x="10901" y="1886"/>
                  <a:pt x="10951" y="1902"/>
                </a:cubicBezTo>
                <a:lnTo>
                  <a:pt x="19726" y="4719"/>
                </a:lnTo>
                <a:cubicBezTo>
                  <a:pt x="20033" y="4817"/>
                  <a:pt x="20249" y="5197"/>
                  <a:pt x="20249" y="5634"/>
                </a:cubicBezTo>
                <a:cubicBezTo>
                  <a:pt x="20249" y="6072"/>
                  <a:pt x="20033" y="6452"/>
                  <a:pt x="19726" y="6550"/>
                </a:cubicBezTo>
                <a:cubicBezTo>
                  <a:pt x="19726" y="6550"/>
                  <a:pt x="10951" y="9367"/>
                  <a:pt x="10951" y="9367"/>
                </a:cubicBezTo>
                <a:close/>
                <a:moveTo>
                  <a:pt x="16874" y="16904"/>
                </a:moveTo>
                <a:cubicBezTo>
                  <a:pt x="16874" y="17942"/>
                  <a:pt x="14849" y="19721"/>
                  <a:pt x="10800" y="19721"/>
                </a:cubicBezTo>
                <a:cubicBezTo>
                  <a:pt x="6749" y="19721"/>
                  <a:pt x="4724" y="17942"/>
                  <a:pt x="4724" y="16904"/>
                </a:cubicBezTo>
                <a:lnTo>
                  <a:pt x="4724" y="9394"/>
                </a:lnTo>
                <a:lnTo>
                  <a:pt x="10353" y="11200"/>
                </a:lnTo>
                <a:cubicBezTo>
                  <a:pt x="10501" y="11246"/>
                  <a:pt x="10651" y="11269"/>
                  <a:pt x="10800" y="11269"/>
                </a:cubicBezTo>
                <a:cubicBezTo>
                  <a:pt x="10949" y="11269"/>
                  <a:pt x="11098" y="11246"/>
                  <a:pt x="11255" y="11198"/>
                </a:cubicBezTo>
                <a:lnTo>
                  <a:pt x="16874" y="9394"/>
                </a:lnTo>
                <a:cubicBezTo>
                  <a:pt x="16874" y="9394"/>
                  <a:pt x="16874" y="16904"/>
                  <a:pt x="16874" y="16904"/>
                </a:cubicBezTo>
                <a:close/>
                <a:moveTo>
                  <a:pt x="21600" y="5634"/>
                </a:moveTo>
                <a:cubicBezTo>
                  <a:pt x="21600" y="4314"/>
                  <a:pt x="20954" y="3185"/>
                  <a:pt x="20030" y="2888"/>
                </a:cubicBezTo>
                <a:lnTo>
                  <a:pt x="11246" y="68"/>
                </a:lnTo>
                <a:cubicBezTo>
                  <a:pt x="11098" y="22"/>
                  <a:pt x="10949" y="0"/>
                  <a:pt x="10800" y="0"/>
                </a:cubicBezTo>
                <a:cubicBezTo>
                  <a:pt x="10651" y="0"/>
                  <a:pt x="10501" y="22"/>
                  <a:pt x="10344" y="71"/>
                </a:cubicBezTo>
                <a:lnTo>
                  <a:pt x="1570" y="2888"/>
                </a:lnTo>
                <a:cubicBezTo>
                  <a:pt x="645" y="3185"/>
                  <a:pt x="0" y="4314"/>
                  <a:pt x="0" y="5634"/>
                </a:cubicBezTo>
                <a:cubicBezTo>
                  <a:pt x="0" y="6955"/>
                  <a:pt x="645" y="8084"/>
                  <a:pt x="1569" y="8380"/>
                </a:cubicBezTo>
                <a:lnTo>
                  <a:pt x="3374" y="8960"/>
                </a:lnTo>
                <a:lnTo>
                  <a:pt x="3374" y="16904"/>
                </a:lnTo>
                <a:cubicBezTo>
                  <a:pt x="3374" y="19397"/>
                  <a:pt x="5425" y="21600"/>
                  <a:pt x="10800" y="21600"/>
                </a:cubicBezTo>
                <a:cubicBezTo>
                  <a:pt x="16174" y="21600"/>
                  <a:pt x="18224" y="19397"/>
                  <a:pt x="18224" y="16904"/>
                </a:cubicBezTo>
                <a:lnTo>
                  <a:pt x="18224" y="8960"/>
                </a:lnTo>
                <a:lnTo>
                  <a:pt x="20030" y="8380"/>
                </a:lnTo>
                <a:cubicBezTo>
                  <a:pt x="20954" y="8084"/>
                  <a:pt x="21600" y="6955"/>
                  <a:pt x="21600" y="5634"/>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4B7FB1"/>
              </a:solidFill>
              <a:effectLst>
                <a:outerShdw blurRad="38100" dist="38100" dir="2700000" algn="tl">
                  <a:srgbClr val="000000"/>
                </a:outerShdw>
              </a:effectLst>
              <a:latin typeface="+mn-ea"/>
              <a:sym typeface="Gill Sans" charset="0"/>
            </a:endParaRPr>
          </a:p>
        </p:txBody>
      </p:sp>
      <p:sp>
        <p:nvSpPr>
          <p:cNvPr id="9" name="AutoShape 44"/>
          <p:cNvSpPr/>
          <p:nvPr/>
        </p:nvSpPr>
        <p:spPr bwMode="auto">
          <a:xfrm>
            <a:off x="7049098" y="2393222"/>
            <a:ext cx="26639" cy="1487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963"/>
                </a:moveTo>
                <a:lnTo>
                  <a:pt x="0" y="19636"/>
                </a:lnTo>
                <a:cubicBezTo>
                  <a:pt x="0" y="20721"/>
                  <a:pt x="4841" y="21599"/>
                  <a:pt x="10800" y="21599"/>
                </a:cubicBezTo>
                <a:cubicBezTo>
                  <a:pt x="16758" y="21599"/>
                  <a:pt x="21600" y="20721"/>
                  <a:pt x="21600" y="19636"/>
                </a:cubicBezTo>
                <a:lnTo>
                  <a:pt x="21600" y="1963"/>
                </a:lnTo>
                <a:cubicBezTo>
                  <a:pt x="21600" y="878"/>
                  <a:pt x="16758" y="0"/>
                  <a:pt x="10800" y="0"/>
                </a:cubicBezTo>
                <a:cubicBezTo>
                  <a:pt x="4841" y="0"/>
                  <a:pt x="0" y="878"/>
                  <a:pt x="0" y="1963"/>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4B7FB1"/>
              </a:solidFill>
              <a:effectLst>
                <a:outerShdw blurRad="38100" dist="38100" dir="2700000" algn="tl">
                  <a:srgbClr val="000000"/>
                </a:outerShdw>
              </a:effectLst>
              <a:latin typeface="+mn-ea"/>
              <a:sym typeface="Gill Sans" charset="0"/>
            </a:endParaRPr>
          </a:p>
        </p:txBody>
      </p:sp>
      <p:sp>
        <p:nvSpPr>
          <p:cNvPr id="10" name="AutoShape 45"/>
          <p:cNvSpPr/>
          <p:nvPr/>
        </p:nvSpPr>
        <p:spPr bwMode="auto">
          <a:xfrm>
            <a:off x="7035039" y="2555277"/>
            <a:ext cx="54759" cy="8139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10427"/>
                  <a:pt x="0" y="14400"/>
                </a:cubicBezTo>
                <a:cubicBezTo>
                  <a:pt x="0" y="18372"/>
                  <a:pt x="4838" y="21599"/>
                  <a:pt x="10800" y="21599"/>
                </a:cubicBezTo>
                <a:cubicBezTo>
                  <a:pt x="16761" y="21599"/>
                  <a:pt x="21600" y="18372"/>
                  <a:pt x="21600" y="14400"/>
                </a:cubicBezTo>
                <a:cubicBezTo>
                  <a:pt x="21600" y="10427"/>
                  <a:pt x="16761" y="0"/>
                  <a:pt x="10800" y="0"/>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4B7FB1"/>
              </a:solidFill>
              <a:effectLst>
                <a:outerShdw blurRad="38100" dist="38100" dir="2700000" algn="tl">
                  <a:srgbClr val="000000"/>
                </a:outerShdw>
              </a:effectLst>
              <a:latin typeface="+mn-ea"/>
              <a:sym typeface="Gill Sans" charset="0"/>
            </a:endParaRPr>
          </a:p>
        </p:txBody>
      </p:sp>
      <p:sp>
        <p:nvSpPr>
          <p:cNvPr id="11" name="Oval 52"/>
          <p:cNvSpPr/>
          <p:nvPr/>
        </p:nvSpPr>
        <p:spPr>
          <a:xfrm>
            <a:off x="4866027" y="1999395"/>
            <a:ext cx="923827" cy="923827"/>
          </a:xfrm>
          <a:prstGeom prst="ellips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rgbClr val="4B7FB1"/>
              </a:solidFill>
              <a:latin typeface="+mn-ea"/>
            </a:endParaRPr>
          </a:p>
        </p:txBody>
      </p:sp>
      <p:sp>
        <p:nvSpPr>
          <p:cNvPr id="15" name="AutoShape 147"/>
          <p:cNvSpPr/>
          <p:nvPr/>
        </p:nvSpPr>
        <p:spPr bwMode="auto">
          <a:xfrm>
            <a:off x="5114899" y="2273730"/>
            <a:ext cx="427811" cy="375157"/>
          </a:xfrm>
          <a:custGeom>
            <a:avLst/>
            <a:gdLst>
              <a:gd name="T0" fmla="+- 0 10800 597"/>
              <a:gd name="T1" fmla="*/ T0 w 20407"/>
              <a:gd name="T2" fmla="+- 0 11028 672"/>
              <a:gd name="T3" fmla="*/ 11028 h 20712"/>
              <a:gd name="T4" fmla="+- 0 10800 597"/>
              <a:gd name="T5" fmla="*/ T4 w 20407"/>
              <a:gd name="T6" fmla="+- 0 11028 672"/>
              <a:gd name="T7" fmla="*/ 11028 h 20712"/>
              <a:gd name="T8" fmla="+- 0 10800 597"/>
              <a:gd name="T9" fmla="*/ T8 w 20407"/>
              <a:gd name="T10" fmla="+- 0 11028 672"/>
              <a:gd name="T11" fmla="*/ 11028 h 20712"/>
              <a:gd name="T12" fmla="+- 0 10800 597"/>
              <a:gd name="T13" fmla="*/ T12 w 20407"/>
              <a:gd name="T14" fmla="+- 0 11028 672"/>
              <a:gd name="T15" fmla="*/ 11028 h 20712"/>
            </a:gdLst>
            <a:ahLst/>
            <a:cxnLst>
              <a:cxn ang="0">
                <a:pos x="T1" y="T3"/>
              </a:cxn>
              <a:cxn ang="0">
                <a:pos x="T5" y="T7"/>
              </a:cxn>
              <a:cxn ang="0">
                <a:pos x="T9" y="T11"/>
              </a:cxn>
              <a:cxn ang="0">
                <a:pos x="T13" y="T15"/>
              </a:cxn>
            </a:cxnLst>
            <a:rect l="0" t="0" r="r" b="b"/>
            <a:pathLst>
              <a:path w="20407" h="20712">
                <a:moveTo>
                  <a:pt x="17706" y="10922"/>
                </a:moveTo>
                <a:lnTo>
                  <a:pt x="10657" y="19017"/>
                </a:lnTo>
                <a:cubicBezTo>
                  <a:pt x="10407" y="19305"/>
                  <a:pt x="9998" y="19305"/>
                  <a:pt x="9748" y="19017"/>
                </a:cubicBezTo>
                <a:lnTo>
                  <a:pt x="2699" y="10922"/>
                </a:lnTo>
                <a:cubicBezTo>
                  <a:pt x="817" y="8762"/>
                  <a:pt x="817" y="5247"/>
                  <a:pt x="2699" y="3087"/>
                </a:cubicBezTo>
                <a:cubicBezTo>
                  <a:pt x="4512" y="1004"/>
                  <a:pt x="7429" y="931"/>
                  <a:pt x="9338" y="2923"/>
                </a:cubicBezTo>
                <a:lnTo>
                  <a:pt x="10202" y="3825"/>
                </a:lnTo>
                <a:lnTo>
                  <a:pt x="11067" y="2923"/>
                </a:lnTo>
                <a:cubicBezTo>
                  <a:pt x="12976" y="931"/>
                  <a:pt x="15893" y="1004"/>
                  <a:pt x="17706" y="3087"/>
                </a:cubicBezTo>
                <a:cubicBezTo>
                  <a:pt x="19588" y="5247"/>
                  <a:pt x="19588" y="8762"/>
                  <a:pt x="17706" y="10922"/>
                </a:cubicBezTo>
                <a:moveTo>
                  <a:pt x="18616" y="2043"/>
                </a:moveTo>
                <a:cubicBezTo>
                  <a:pt x="16301" y="-617"/>
                  <a:pt x="12601" y="-672"/>
                  <a:pt x="10202" y="1830"/>
                </a:cubicBezTo>
                <a:cubicBezTo>
                  <a:pt x="7805" y="-672"/>
                  <a:pt x="4104" y="-617"/>
                  <a:pt x="1789" y="2043"/>
                </a:cubicBezTo>
                <a:cubicBezTo>
                  <a:pt x="-597" y="4783"/>
                  <a:pt x="-597" y="9226"/>
                  <a:pt x="1789" y="11967"/>
                </a:cubicBezTo>
                <a:cubicBezTo>
                  <a:pt x="2470" y="12750"/>
                  <a:pt x="8838" y="20061"/>
                  <a:pt x="8838" y="20061"/>
                </a:cubicBezTo>
                <a:cubicBezTo>
                  <a:pt x="9592" y="20928"/>
                  <a:pt x="10812" y="20928"/>
                  <a:pt x="11567" y="20061"/>
                </a:cubicBezTo>
                <a:cubicBezTo>
                  <a:pt x="11567" y="20061"/>
                  <a:pt x="18539" y="12056"/>
                  <a:pt x="18616" y="11967"/>
                </a:cubicBezTo>
                <a:cubicBezTo>
                  <a:pt x="21003" y="9226"/>
                  <a:pt x="21003" y="4783"/>
                  <a:pt x="18616" y="2043"/>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4B7FB1"/>
              </a:solidFill>
              <a:effectLst>
                <a:outerShdw blurRad="38100" dist="38100" dir="2700000" algn="tl">
                  <a:srgbClr val="000000"/>
                </a:outerShdw>
              </a:effectLst>
              <a:latin typeface="+mn-ea"/>
              <a:sym typeface="Gill Sans" charset="0"/>
            </a:endParaRPr>
          </a:p>
        </p:txBody>
      </p:sp>
      <p:sp>
        <p:nvSpPr>
          <p:cNvPr id="16" name="AutoShape 148"/>
          <p:cNvSpPr/>
          <p:nvPr/>
        </p:nvSpPr>
        <p:spPr bwMode="auto">
          <a:xfrm>
            <a:off x="5181447" y="2341010"/>
            <a:ext cx="63623" cy="6362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326" y="0"/>
                </a:moveTo>
                <a:cubicBezTo>
                  <a:pt x="19317" y="0"/>
                  <a:pt x="19317" y="4"/>
                  <a:pt x="19308" y="4"/>
                </a:cubicBezTo>
                <a:cubicBezTo>
                  <a:pt x="8643" y="13"/>
                  <a:pt x="0" y="8659"/>
                  <a:pt x="0" y="19326"/>
                </a:cubicBezTo>
                <a:cubicBezTo>
                  <a:pt x="0" y="20580"/>
                  <a:pt x="1019" y="21600"/>
                  <a:pt x="2273" y="21600"/>
                </a:cubicBezTo>
                <a:cubicBezTo>
                  <a:pt x="3528" y="21600"/>
                  <a:pt x="4547" y="20580"/>
                  <a:pt x="4547" y="19326"/>
                </a:cubicBezTo>
                <a:lnTo>
                  <a:pt x="4547" y="19321"/>
                </a:lnTo>
                <a:cubicBezTo>
                  <a:pt x="4547" y="11164"/>
                  <a:pt x="11164" y="4547"/>
                  <a:pt x="19321" y="4547"/>
                </a:cubicBezTo>
                <a:lnTo>
                  <a:pt x="19326" y="4547"/>
                </a:lnTo>
                <a:cubicBezTo>
                  <a:pt x="20580" y="4547"/>
                  <a:pt x="21599" y="3528"/>
                  <a:pt x="21599" y="2273"/>
                </a:cubicBezTo>
                <a:cubicBezTo>
                  <a:pt x="21599" y="1019"/>
                  <a:pt x="20580" y="0"/>
                  <a:pt x="19326" y="0"/>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4B7FB1"/>
              </a:solidFill>
              <a:effectLst>
                <a:outerShdw blurRad="38100" dist="38100" dir="2700000" algn="tl">
                  <a:srgbClr val="000000"/>
                </a:outerShdw>
              </a:effectLst>
              <a:latin typeface="+mn-ea"/>
              <a:sym typeface="Gill Sans" charset="0"/>
            </a:endParaRPr>
          </a:p>
        </p:txBody>
      </p:sp>
      <p:sp>
        <p:nvSpPr>
          <p:cNvPr id="18" name="Oval 44"/>
          <p:cNvSpPr/>
          <p:nvPr/>
        </p:nvSpPr>
        <p:spPr>
          <a:xfrm>
            <a:off x="4866027" y="3306384"/>
            <a:ext cx="923827" cy="923827"/>
          </a:xfrm>
          <a:prstGeom prst="ellipse">
            <a:avLst/>
          </a:prstGeom>
          <a:solidFill>
            <a:srgbClr val="23A2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rgbClr val="4B7FB1"/>
              </a:solidFill>
              <a:latin typeface="+mn-ea"/>
            </a:endParaRPr>
          </a:p>
        </p:txBody>
      </p:sp>
      <p:sp>
        <p:nvSpPr>
          <p:cNvPr id="19" name="AutoShape 110"/>
          <p:cNvSpPr/>
          <p:nvPr/>
        </p:nvSpPr>
        <p:spPr bwMode="auto">
          <a:xfrm>
            <a:off x="5167785" y="3620940"/>
            <a:ext cx="320310" cy="21427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4B7FB1"/>
              </a:solidFill>
              <a:effectLst>
                <a:outerShdw blurRad="38100" dist="38100" dir="2700000" algn="tl">
                  <a:srgbClr val="000000"/>
                </a:outerShdw>
              </a:effectLst>
              <a:latin typeface="+mn-ea"/>
              <a:sym typeface="Gill Sans" charset="0"/>
            </a:endParaRPr>
          </a:p>
        </p:txBody>
      </p:sp>
      <p:sp>
        <p:nvSpPr>
          <p:cNvPr id="20" name="AutoShape 111"/>
          <p:cNvSpPr/>
          <p:nvPr/>
        </p:nvSpPr>
        <p:spPr bwMode="auto">
          <a:xfrm>
            <a:off x="5113669" y="3567555"/>
            <a:ext cx="428542" cy="40148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4B7FB1"/>
              </a:solidFill>
              <a:effectLst>
                <a:outerShdw blurRad="38100" dist="38100" dir="2700000" algn="tl">
                  <a:srgbClr val="000000"/>
                </a:outerShdw>
              </a:effectLst>
              <a:latin typeface="+mn-ea"/>
              <a:sym typeface="Gill Sans" charset="0"/>
            </a:endParaRPr>
          </a:p>
        </p:txBody>
      </p:sp>
      <p:sp>
        <p:nvSpPr>
          <p:cNvPr id="21" name="Oval 49"/>
          <p:cNvSpPr/>
          <p:nvPr/>
        </p:nvSpPr>
        <p:spPr>
          <a:xfrm>
            <a:off x="6411067" y="3306384"/>
            <a:ext cx="923827" cy="923827"/>
          </a:xfrm>
          <a:prstGeom prst="ellips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rgbClr val="4B7FB1"/>
              </a:solidFill>
              <a:latin typeface="+mn-ea"/>
            </a:endParaRPr>
          </a:p>
        </p:txBody>
      </p:sp>
      <p:sp>
        <p:nvSpPr>
          <p:cNvPr id="22" name="AutoShape 139"/>
          <p:cNvSpPr/>
          <p:nvPr/>
        </p:nvSpPr>
        <p:spPr bwMode="auto">
          <a:xfrm>
            <a:off x="6682815" y="3560973"/>
            <a:ext cx="427811" cy="414648"/>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4B7FB1"/>
              </a:solidFill>
              <a:effectLst>
                <a:outerShdw blurRad="38100" dist="38100" dir="2700000" algn="tl">
                  <a:srgbClr val="000000"/>
                </a:outerShdw>
              </a:effectLst>
              <a:latin typeface="+mn-ea"/>
              <a:sym typeface="Gill Sans" charset="0"/>
            </a:endParaRPr>
          </a:p>
        </p:txBody>
      </p:sp>
      <p:sp>
        <p:nvSpPr>
          <p:cNvPr id="23" name="Oval 36"/>
          <p:cNvSpPr/>
          <p:nvPr/>
        </p:nvSpPr>
        <p:spPr>
          <a:xfrm>
            <a:off x="6411067" y="4613373"/>
            <a:ext cx="923827" cy="923827"/>
          </a:xfrm>
          <a:prstGeom prst="ellipse">
            <a:avLst/>
          </a:prstGeom>
          <a:solidFill>
            <a:srgbClr val="23A2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rgbClr val="4B7FB1"/>
              </a:solidFill>
              <a:latin typeface="+mn-ea"/>
            </a:endParaRPr>
          </a:p>
        </p:txBody>
      </p:sp>
      <p:sp>
        <p:nvSpPr>
          <p:cNvPr id="24" name="AutoShape 113"/>
          <p:cNvSpPr/>
          <p:nvPr/>
        </p:nvSpPr>
        <p:spPr bwMode="auto">
          <a:xfrm>
            <a:off x="6729667" y="4858472"/>
            <a:ext cx="297472" cy="43362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4B7FB1"/>
              </a:solidFill>
              <a:effectLst>
                <a:outerShdw blurRad="38100" dist="38100" dir="2700000" algn="tl">
                  <a:srgbClr val="000000"/>
                </a:outerShdw>
              </a:effectLst>
              <a:latin typeface="+mn-ea"/>
              <a:sym typeface="Gill Sans" charset="0"/>
            </a:endParaRPr>
          </a:p>
        </p:txBody>
      </p:sp>
      <p:sp>
        <p:nvSpPr>
          <p:cNvPr id="25" name="AutoShape 114"/>
          <p:cNvSpPr/>
          <p:nvPr/>
        </p:nvSpPr>
        <p:spPr bwMode="auto">
          <a:xfrm>
            <a:off x="6797005" y="4926550"/>
            <a:ext cx="88057" cy="8805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4B7FB1"/>
              </a:solidFill>
              <a:effectLst>
                <a:outerShdw blurRad="38100" dist="38100" dir="2700000" algn="tl">
                  <a:srgbClr val="000000"/>
                </a:outerShdw>
              </a:effectLst>
              <a:latin typeface="+mn-ea"/>
              <a:sym typeface="Gill Sans" charset="0"/>
            </a:endParaRPr>
          </a:p>
        </p:txBody>
      </p:sp>
      <p:sp>
        <p:nvSpPr>
          <p:cNvPr id="26" name="Oval 41"/>
          <p:cNvSpPr/>
          <p:nvPr/>
        </p:nvSpPr>
        <p:spPr>
          <a:xfrm>
            <a:off x="4866027" y="4613373"/>
            <a:ext cx="923827" cy="923827"/>
          </a:xfrm>
          <a:prstGeom prst="ellips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rgbClr val="4B7FB1"/>
              </a:solidFill>
              <a:latin typeface="+mn-ea"/>
            </a:endParaRPr>
          </a:p>
        </p:txBody>
      </p:sp>
      <p:sp>
        <p:nvSpPr>
          <p:cNvPr id="27" name="AutoShape 32"/>
          <p:cNvSpPr/>
          <p:nvPr/>
        </p:nvSpPr>
        <p:spPr bwMode="auto">
          <a:xfrm>
            <a:off x="5113669" y="4888074"/>
            <a:ext cx="427810" cy="374425"/>
          </a:xfrm>
          <a:custGeom>
            <a:avLst/>
            <a:gdLst>
              <a:gd name="T0" fmla="+- 0 10800 108"/>
              <a:gd name="T1" fmla="*/ T0 w 21384"/>
              <a:gd name="T2" fmla="*/ 10800 h 21600"/>
              <a:gd name="T3" fmla="+- 0 10800 108"/>
              <a:gd name="T4" fmla="*/ T3 w 21384"/>
              <a:gd name="T5" fmla="*/ 10800 h 21600"/>
              <a:gd name="T6" fmla="+- 0 10800 108"/>
              <a:gd name="T7" fmla="*/ T6 w 21384"/>
              <a:gd name="T8" fmla="*/ 10800 h 21600"/>
              <a:gd name="T9" fmla="+- 0 10800 108"/>
              <a:gd name="T10" fmla="*/ T9 w 21384"/>
              <a:gd name="T11" fmla="*/ 10800 h 21600"/>
            </a:gdLst>
            <a:ahLst/>
            <a:cxnLst>
              <a:cxn ang="0">
                <a:pos x="T1" y="T2"/>
              </a:cxn>
              <a:cxn ang="0">
                <a:pos x="T4" y="T5"/>
              </a:cxn>
              <a:cxn ang="0">
                <a:pos x="T7" y="T8"/>
              </a:cxn>
              <a:cxn ang="0">
                <a:pos x="T10" y="T11"/>
              </a:cxn>
            </a:cxnLst>
            <a:rect l="0" t="0" r="r" b="b"/>
            <a:pathLst>
              <a:path w="21384" h="21600">
                <a:moveTo>
                  <a:pt x="18710" y="9257"/>
                </a:moveTo>
                <a:lnTo>
                  <a:pt x="16706" y="7714"/>
                </a:lnTo>
                <a:lnTo>
                  <a:pt x="16706" y="20057"/>
                </a:lnTo>
                <a:lnTo>
                  <a:pt x="4677" y="20057"/>
                </a:lnTo>
                <a:lnTo>
                  <a:pt x="4677" y="7714"/>
                </a:lnTo>
                <a:lnTo>
                  <a:pt x="2673" y="9257"/>
                </a:lnTo>
                <a:lnTo>
                  <a:pt x="1336" y="4628"/>
                </a:lnTo>
                <a:lnTo>
                  <a:pt x="4677" y="1542"/>
                </a:lnTo>
                <a:lnTo>
                  <a:pt x="7468" y="1542"/>
                </a:lnTo>
                <a:cubicBezTo>
                  <a:pt x="7841" y="2871"/>
                  <a:pt x="9136" y="3857"/>
                  <a:pt x="10691" y="3857"/>
                </a:cubicBezTo>
                <a:cubicBezTo>
                  <a:pt x="12247" y="3857"/>
                  <a:pt x="13542" y="2871"/>
                  <a:pt x="13915" y="1542"/>
                </a:cubicBezTo>
                <a:lnTo>
                  <a:pt x="16706" y="1542"/>
                </a:lnTo>
                <a:lnTo>
                  <a:pt x="20047" y="4628"/>
                </a:lnTo>
                <a:cubicBezTo>
                  <a:pt x="20047" y="4628"/>
                  <a:pt x="18710" y="9257"/>
                  <a:pt x="18710" y="9257"/>
                </a:cubicBezTo>
                <a:close/>
                <a:moveTo>
                  <a:pt x="13200" y="1542"/>
                </a:moveTo>
                <a:cubicBezTo>
                  <a:pt x="12831" y="2438"/>
                  <a:pt x="11852" y="3085"/>
                  <a:pt x="10691" y="3085"/>
                </a:cubicBezTo>
                <a:cubicBezTo>
                  <a:pt x="9531" y="3085"/>
                  <a:pt x="8552" y="2438"/>
                  <a:pt x="8183" y="1542"/>
                </a:cubicBezTo>
                <a:cubicBezTo>
                  <a:pt x="8183" y="1542"/>
                  <a:pt x="13200" y="1542"/>
                  <a:pt x="13200" y="1542"/>
                </a:cubicBezTo>
                <a:close/>
                <a:moveTo>
                  <a:pt x="20882" y="3423"/>
                </a:moveTo>
                <a:lnTo>
                  <a:pt x="17541" y="338"/>
                </a:lnTo>
                <a:cubicBezTo>
                  <a:pt x="17303" y="119"/>
                  <a:pt x="17009" y="0"/>
                  <a:pt x="16706" y="0"/>
                </a:cubicBezTo>
                <a:lnTo>
                  <a:pt x="4677" y="0"/>
                </a:lnTo>
                <a:cubicBezTo>
                  <a:pt x="4374" y="0"/>
                  <a:pt x="4080" y="119"/>
                  <a:pt x="3842" y="338"/>
                </a:cubicBezTo>
                <a:lnTo>
                  <a:pt x="501" y="3423"/>
                </a:lnTo>
                <a:cubicBezTo>
                  <a:pt x="64" y="3827"/>
                  <a:pt x="-108" y="4503"/>
                  <a:pt x="68" y="5116"/>
                </a:cubicBezTo>
                <a:lnTo>
                  <a:pt x="1405" y="9745"/>
                </a:lnTo>
                <a:cubicBezTo>
                  <a:pt x="1537" y="10201"/>
                  <a:pt x="1845" y="10560"/>
                  <a:pt x="2239" y="10716"/>
                </a:cubicBezTo>
                <a:cubicBezTo>
                  <a:pt x="2380" y="10772"/>
                  <a:pt x="2527" y="10800"/>
                  <a:pt x="2673" y="10800"/>
                </a:cubicBezTo>
                <a:cubicBezTo>
                  <a:pt x="2905" y="10800"/>
                  <a:pt x="3136" y="10729"/>
                  <a:pt x="3341" y="10593"/>
                </a:cubicBezTo>
                <a:lnTo>
                  <a:pt x="3341" y="20057"/>
                </a:lnTo>
                <a:cubicBezTo>
                  <a:pt x="3341" y="20908"/>
                  <a:pt x="3940" y="21600"/>
                  <a:pt x="4677" y="21600"/>
                </a:cubicBezTo>
                <a:lnTo>
                  <a:pt x="16706" y="21600"/>
                </a:lnTo>
                <a:cubicBezTo>
                  <a:pt x="17443" y="21600"/>
                  <a:pt x="18042" y="20908"/>
                  <a:pt x="18042" y="20057"/>
                </a:cubicBezTo>
                <a:lnTo>
                  <a:pt x="18042" y="10593"/>
                </a:lnTo>
                <a:cubicBezTo>
                  <a:pt x="18247" y="10729"/>
                  <a:pt x="18478" y="10800"/>
                  <a:pt x="18710" y="10800"/>
                </a:cubicBezTo>
                <a:cubicBezTo>
                  <a:pt x="18856" y="10800"/>
                  <a:pt x="19002" y="10772"/>
                  <a:pt x="19144" y="10716"/>
                </a:cubicBezTo>
                <a:cubicBezTo>
                  <a:pt x="19538" y="10560"/>
                  <a:pt x="19846" y="10201"/>
                  <a:pt x="19978" y="9745"/>
                </a:cubicBezTo>
                <a:lnTo>
                  <a:pt x="21315" y="5116"/>
                </a:lnTo>
                <a:cubicBezTo>
                  <a:pt x="21491" y="4503"/>
                  <a:pt x="21319" y="3827"/>
                  <a:pt x="20882" y="3423"/>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4B7FB1"/>
              </a:solidFill>
              <a:effectLst>
                <a:outerShdw blurRad="38100" dist="38100" dir="2700000" algn="tl">
                  <a:srgbClr val="000000"/>
                </a:outerShdw>
              </a:effectLst>
              <a:latin typeface="+mn-ea"/>
              <a:sym typeface="Gill Sans" charset="0"/>
            </a:endParaRPr>
          </a:p>
        </p:txBody>
      </p:sp>
      <p:sp>
        <p:nvSpPr>
          <p:cNvPr id="28" name="Content Placeholder 2"/>
          <p:cNvSpPr txBox="1">
            <a:spLocks/>
          </p:cNvSpPr>
          <p:nvPr/>
        </p:nvSpPr>
        <p:spPr>
          <a:xfrm>
            <a:off x="7379767" y="1841542"/>
            <a:ext cx="4318032"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a:t>
            </a:r>
          </a:p>
        </p:txBody>
      </p:sp>
      <p:sp>
        <p:nvSpPr>
          <p:cNvPr id="29" name="Content Placeholder 2"/>
          <p:cNvSpPr txBox="1">
            <a:spLocks/>
          </p:cNvSpPr>
          <p:nvPr/>
        </p:nvSpPr>
        <p:spPr>
          <a:xfrm>
            <a:off x="7379767" y="3168132"/>
            <a:ext cx="4318032"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a:t>
            </a:r>
          </a:p>
        </p:txBody>
      </p:sp>
      <p:sp>
        <p:nvSpPr>
          <p:cNvPr id="30" name="Content Placeholder 2"/>
          <p:cNvSpPr txBox="1">
            <a:spLocks/>
          </p:cNvSpPr>
          <p:nvPr/>
        </p:nvSpPr>
        <p:spPr>
          <a:xfrm>
            <a:off x="7379767" y="4494722"/>
            <a:ext cx="4318032"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a:t>
            </a:r>
          </a:p>
        </p:txBody>
      </p:sp>
      <p:sp>
        <p:nvSpPr>
          <p:cNvPr id="31" name="Content Placeholder 2"/>
          <p:cNvSpPr txBox="1">
            <a:spLocks/>
          </p:cNvSpPr>
          <p:nvPr/>
        </p:nvSpPr>
        <p:spPr>
          <a:xfrm>
            <a:off x="520937" y="1841542"/>
            <a:ext cx="4318032"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a:t>
            </a:r>
          </a:p>
        </p:txBody>
      </p:sp>
      <p:sp>
        <p:nvSpPr>
          <p:cNvPr id="32" name="Content Placeholder 2"/>
          <p:cNvSpPr txBox="1">
            <a:spLocks/>
          </p:cNvSpPr>
          <p:nvPr/>
        </p:nvSpPr>
        <p:spPr>
          <a:xfrm>
            <a:off x="520937" y="3168132"/>
            <a:ext cx="4318032"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a:t>
            </a:r>
          </a:p>
        </p:txBody>
      </p:sp>
      <p:sp>
        <p:nvSpPr>
          <p:cNvPr id="33" name="Content Placeholder 2"/>
          <p:cNvSpPr txBox="1">
            <a:spLocks/>
          </p:cNvSpPr>
          <p:nvPr/>
        </p:nvSpPr>
        <p:spPr>
          <a:xfrm>
            <a:off x="520937" y="4494722"/>
            <a:ext cx="4318032"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a:t>
            </a:r>
          </a:p>
        </p:txBody>
      </p:sp>
    </p:spTree>
    <p:extLst>
      <p:ext uri="{BB962C8B-B14F-4D97-AF65-F5344CB8AC3E}">
        <p14:creationId xmlns:p14="http://schemas.microsoft.com/office/powerpoint/2010/main" val="2149662073"/>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ppt_x"/>
                                          </p:val>
                                        </p:tav>
                                        <p:tav tm="100000">
                                          <p:val>
                                            <p:strVal val="#ppt_x"/>
                                          </p:val>
                                        </p:tav>
                                      </p:tavLst>
                                    </p:anim>
                                    <p:anim calcmode="lin" valueType="num">
                                      <p:cBhvr additive="base">
                                        <p:cTn id="12" dur="500" fill="hold"/>
                                        <p:tgtEl>
                                          <p:spTgt spid="2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500" fill="hold"/>
                                        <p:tgtEl>
                                          <p:spTgt spid="30"/>
                                        </p:tgtEl>
                                        <p:attrNameLst>
                                          <p:attrName>ppt_x</p:attrName>
                                        </p:attrNameLst>
                                      </p:cBhvr>
                                      <p:tavLst>
                                        <p:tav tm="0">
                                          <p:val>
                                            <p:strVal val="#ppt_x"/>
                                          </p:val>
                                        </p:tav>
                                        <p:tav tm="100000">
                                          <p:val>
                                            <p:strVal val="#ppt_x"/>
                                          </p:val>
                                        </p:tav>
                                      </p:tavLst>
                                    </p:anim>
                                    <p:anim calcmode="lin" valueType="num">
                                      <p:cBhvr additive="base">
                                        <p:cTn id="16" dur="500" fill="hold"/>
                                        <p:tgtEl>
                                          <p:spTgt spid="3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fill="hold"/>
                                        <p:tgtEl>
                                          <p:spTgt spid="31"/>
                                        </p:tgtEl>
                                        <p:attrNameLst>
                                          <p:attrName>ppt_x</p:attrName>
                                        </p:attrNameLst>
                                      </p:cBhvr>
                                      <p:tavLst>
                                        <p:tav tm="0">
                                          <p:val>
                                            <p:strVal val="#ppt_x"/>
                                          </p:val>
                                        </p:tav>
                                        <p:tav tm="100000">
                                          <p:val>
                                            <p:strVal val="#ppt_x"/>
                                          </p:val>
                                        </p:tav>
                                      </p:tavLst>
                                    </p:anim>
                                    <p:anim calcmode="lin" valueType="num">
                                      <p:cBhvr additive="base">
                                        <p:cTn id="20" dur="500" fill="hold"/>
                                        <p:tgtEl>
                                          <p:spTgt spid="3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anim calcmode="lin" valueType="num">
                                      <p:cBhvr additive="base">
                                        <p:cTn id="23" dur="500" fill="hold"/>
                                        <p:tgtEl>
                                          <p:spTgt spid="32"/>
                                        </p:tgtEl>
                                        <p:attrNameLst>
                                          <p:attrName>ppt_x</p:attrName>
                                        </p:attrNameLst>
                                      </p:cBhvr>
                                      <p:tavLst>
                                        <p:tav tm="0">
                                          <p:val>
                                            <p:strVal val="#ppt_x"/>
                                          </p:val>
                                        </p:tav>
                                        <p:tav tm="100000">
                                          <p:val>
                                            <p:strVal val="#ppt_x"/>
                                          </p:val>
                                        </p:tav>
                                      </p:tavLst>
                                    </p:anim>
                                    <p:anim calcmode="lin" valueType="num">
                                      <p:cBhvr additive="base">
                                        <p:cTn id="24" dur="500" fill="hold"/>
                                        <p:tgtEl>
                                          <p:spTgt spid="3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 calcmode="lin" valueType="num">
                                      <p:cBhvr additive="base">
                                        <p:cTn id="27" dur="500" fill="hold"/>
                                        <p:tgtEl>
                                          <p:spTgt spid="33"/>
                                        </p:tgtEl>
                                        <p:attrNameLst>
                                          <p:attrName>ppt_x</p:attrName>
                                        </p:attrNameLst>
                                      </p:cBhvr>
                                      <p:tavLst>
                                        <p:tav tm="0">
                                          <p:val>
                                            <p:strVal val="#ppt_x"/>
                                          </p:val>
                                        </p:tav>
                                        <p:tav tm="100000">
                                          <p:val>
                                            <p:strVal val="#ppt_x"/>
                                          </p:val>
                                        </p:tav>
                                      </p:tavLst>
                                    </p:anim>
                                    <p:anim calcmode="lin" valueType="num">
                                      <p:cBhvr additive="base">
                                        <p:cTn id="28" dur="500" fill="hold"/>
                                        <p:tgtEl>
                                          <p:spTgt spid="33"/>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fill="hold"/>
                                        <p:tgtEl>
                                          <p:spTgt spid="7"/>
                                        </p:tgtEl>
                                        <p:attrNameLst>
                                          <p:attrName>ppt_x</p:attrName>
                                        </p:attrNameLst>
                                      </p:cBhvr>
                                      <p:tavLst>
                                        <p:tav tm="0">
                                          <p:val>
                                            <p:strVal val="#ppt_x"/>
                                          </p:val>
                                        </p:tav>
                                        <p:tav tm="100000">
                                          <p:val>
                                            <p:strVal val="#ppt_x"/>
                                          </p:val>
                                        </p:tav>
                                      </p:tavLst>
                                    </p:anim>
                                    <p:anim calcmode="lin" valueType="num">
                                      <p:cBhvr additive="base">
                                        <p:cTn id="36" dur="500" fill="hold"/>
                                        <p:tgtEl>
                                          <p:spTgt spid="7"/>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fill="hold"/>
                                        <p:tgtEl>
                                          <p:spTgt spid="8"/>
                                        </p:tgtEl>
                                        <p:attrNameLst>
                                          <p:attrName>ppt_x</p:attrName>
                                        </p:attrNameLst>
                                      </p:cBhvr>
                                      <p:tavLst>
                                        <p:tav tm="0">
                                          <p:val>
                                            <p:strVal val="#ppt_x"/>
                                          </p:val>
                                        </p:tav>
                                        <p:tav tm="100000">
                                          <p:val>
                                            <p:strVal val="#ppt_x"/>
                                          </p:val>
                                        </p:tav>
                                      </p:tavLst>
                                    </p:anim>
                                    <p:anim calcmode="lin" valueType="num">
                                      <p:cBhvr additive="base">
                                        <p:cTn id="40" dur="500" fill="hold"/>
                                        <p:tgtEl>
                                          <p:spTgt spid="8"/>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fill="hold"/>
                                        <p:tgtEl>
                                          <p:spTgt spid="10"/>
                                        </p:tgtEl>
                                        <p:attrNameLst>
                                          <p:attrName>ppt_x</p:attrName>
                                        </p:attrNameLst>
                                      </p:cBhvr>
                                      <p:tavLst>
                                        <p:tav tm="0">
                                          <p:val>
                                            <p:strVal val="#ppt_x"/>
                                          </p:val>
                                        </p:tav>
                                        <p:tav tm="100000">
                                          <p:val>
                                            <p:strVal val="#ppt_x"/>
                                          </p:val>
                                        </p:tav>
                                      </p:tavLst>
                                    </p:anim>
                                    <p:anim calcmode="lin" valueType="num">
                                      <p:cBhvr additive="base">
                                        <p:cTn id="48" dur="500" fill="hold"/>
                                        <p:tgtEl>
                                          <p:spTgt spid="1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 calcmode="lin" valueType="num">
                                      <p:cBhvr additive="base">
                                        <p:cTn id="51" dur="500" fill="hold"/>
                                        <p:tgtEl>
                                          <p:spTgt spid="11"/>
                                        </p:tgtEl>
                                        <p:attrNameLst>
                                          <p:attrName>ppt_x</p:attrName>
                                        </p:attrNameLst>
                                      </p:cBhvr>
                                      <p:tavLst>
                                        <p:tav tm="0">
                                          <p:val>
                                            <p:strVal val="#ppt_x"/>
                                          </p:val>
                                        </p:tav>
                                        <p:tav tm="100000">
                                          <p:val>
                                            <p:strVal val="#ppt_x"/>
                                          </p:val>
                                        </p:tav>
                                      </p:tavLst>
                                    </p:anim>
                                    <p:anim calcmode="lin" valueType="num">
                                      <p:cBhvr additive="base">
                                        <p:cTn id="52" dur="500" fill="hold"/>
                                        <p:tgtEl>
                                          <p:spTgt spid="11"/>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500" fill="hold"/>
                                        <p:tgtEl>
                                          <p:spTgt spid="15"/>
                                        </p:tgtEl>
                                        <p:attrNameLst>
                                          <p:attrName>ppt_x</p:attrName>
                                        </p:attrNameLst>
                                      </p:cBhvr>
                                      <p:tavLst>
                                        <p:tav tm="0">
                                          <p:val>
                                            <p:strVal val="#ppt_x"/>
                                          </p:val>
                                        </p:tav>
                                        <p:tav tm="100000">
                                          <p:val>
                                            <p:strVal val="#ppt_x"/>
                                          </p:val>
                                        </p:tav>
                                      </p:tavLst>
                                    </p:anim>
                                    <p:anim calcmode="lin" valueType="num">
                                      <p:cBhvr additive="base">
                                        <p:cTn id="56" dur="500" fill="hold"/>
                                        <p:tgtEl>
                                          <p:spTgt spid="15"/>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00" fill="hold"/>
                                        <p:tgtEl>
                                          <p:spTgt spid="16"/>
                                        </p:tgtEl>
                                        <p:attrNameLst>
                                          <p:attrName>ppt_x</p:attrName>
                                        </p:attrNameLst>
                                      </p:cBhvr>
                                      <p:tavLst>
                                        <p:tav tm="0">
                                          <p:val>
                                            <p:strVal val="#ppt_x"/>
                                          </p:val>
                                        </p:tav>
                                        <p:tav tm="100000">
                                          <p:val>
                                            <p:strVal val="#ppt_x"/>
                                          </p:val>
                                        </p:tav>
                                      </p:tavLst>
                                    </p:anim>
                                    <p:anim calcmode="lin" valueType="num">
                                      <p:cBhvr additive="base">
                                        <p:cTn id="60" dur="500" fill="hold"/>
                                        <p:tgtEl>
                                          <p:spTgt spid="16"/>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additive="base">
                                        <p:cTn id="63" dur="500" fill="hold"/>
                                        <p:tgtEl>
                                          <p:spTgt spid="18"/>
                                        </p:tgtEl>
                                        <p:attrNameLst>
                                          <p:attrName>ppt_x</p:attrName>
                                        </p:attrNameLst>
                                      </p:cBhvr>
                                      <p:tavLst>
                                        <p:tav tm="0">
                                          <p:val>
                                            <p:strVal val="#ppt_x"/>
                                          </p:val>
                                        </p:tav>
                                        <p:tav tm="100000">
                                          <p:val>
                                            <p:strVal val="#ppt_x"/>
                                          </p:val>
                                        </p:tav>
                                      </p:tavLst>
                                    </p:anim>
                                    <p:anim calcmode="lin" valueType="num">
                                      <p:cBhvr additive="base">
                                        <p:cTn id="64" dur="500" fill="hold"/>
                                        <p:tgtEl>
                                          <p:spTgt spid="18"/>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additive="base">
                                        <p:cTn id="67" dur="500" fill="hold"/>
                                        <p:tgtEl>
                                          <p:spTgt spid="19"/>
                                        </p:tgtEl>
                                        <p:attrNameLst>
                                          <p:attrName>ppt_x</p:attrName>
                                        </p:attrNameLst>
                                      </p:cBhvr>
                                      <p:tavLst>
                                        <p:tav tm="0">
                                          <p:val>
                                            <p:strVal val="#ppt_x"/>
                                          </p:val>
                                        </p:tav>
                                        <p:tav tm="100000">
                                          <p:val>
                                            <p:strVal val="#ppt_x"/>
                                          </p:val>
                                        </p:tav>
                                      </p:tavLst>
                                    </p:anim>
                                    <p:anim calcmode="lin" valueType="num">
                                      <p:cBhvr additive="base">
                                        <p:cTn id="68" dur="500" fill="hold"/>
                                        <p:tgtEl>
                                          <p:spTgt spid="19"/>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additive="base">
                                        <p:cTn id="71" dur="500" fill="hold"/>
                                        <p:tgtEl>
                                          <p:spTgt spid="20"/>
                                        </p:tgtEl>
                                        <p:attrNameLst>
                                          <p:attrName>ppt_x</p:attrName>
                                        </p:attrNameLst>
                                      </p:cBhvr>
                                      <p:tavLst>
                                        <p:tav tm="0">
                                          <p:val>
                                            <p:strVal val="#ppt_x"/>
                                          </p:val>
                                        </p:tav>
                                        <p:tav tm="100000">
                                          <p:val>
                                            <p:strVal val="#ppt_x"/>
                                          </p:val>
                                        </p:tav>
                                      </p:tavLst>
                                    </p:anim>
                                    <p:anim calcmode="lin" valueType="num">
                                      <p:cBhvr additive="base">
                                        <p:cTn id="72" dur="500" fill="hold"/>
                                        <p:tgtEl>
                                          <p:spTgt spid="20"/>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21"/>
                                        </p:tgtEl>
                                        <p:attrNameLst>
                                          <p:attrName>style.visibility</p:attrName>
                                        </p:attrNameLst>
                                      </p:cBhvr>
                                      <p:to>
                                        <p:strVal val="visible"/>
                                      </p:to>
                                    </p:set>
                                    <p:anim calcmode="lin" valueType="num">
                                      <p:cBhvr additive="base">
                                        <p:cTn id="75" dur="500" fill="hold"/>
                                        <p:tgtEl>
                                          <p:spTgt spid="21"/>
                                        </p:tgtEl>
                                        <p:attrNameLst>
                                          <p:attrName>ppt_x</p:attrName>
                                        </p:attrNameLst>
                                      </p:cBhvr>
                                      <p:tavLst>
                                        <p:tav tm="0">
                                          <p:val>
                                            <p:strVal val="#ppt_x"/>
                                          </p:val>
                                        </p:tav>
                                        <p:tav tm="100000">
                                          <p:val>
                                            <p:strVal val="#ppt_x"/>
                                          </p:val>
                                        </p:tav>
                                      </p:tavLst>
                                    </p:anim>
                                    <p:anim calcmode="lin" valueType="num">
                                      <p:cBhvr additive="base">
                                        <p:cTn id="76" dur="500" fill="hold"/>
                                        <p:tgtEl>
                                          <p:spTgt spid="21"/>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2"/>
                                        </p:tgtEl>
                                        <p:attrNameLst>
                                          <p:attrName>style.visibility</p:attrName>
                                        </p:attrNameLst>
                                      </p:cBhvr>
                                      <p:to>
                                        <p:strVal val="visible"/>
                                      </p:to>
                                    </p:set>
                                    <p:anim calcmode="lin" valueType="num">
                                      <p:cBhvr additive="base">
                                        <p:cTn id="79" dur="500" fill="hold"/>
                                        <p:tgtEl>
                                          <p:spTgt spid="22"/>
                                        </p:tgtEl>
                                        <p:attrNameLst>
                                          <p:attrName>ppt_x</p:attrName>
                                        </p:attrNameLst>
                                      </p:cBhvr>
                                      <p:tavLst>
                                        <p:tav tm="0">
                                          <p:val>
                                            <p:strVal val="#ppt_x"/>
                                          </p:val>
                                        </p:tav>
                                        <p:tav tm="100000">
                                          <p:val>
                                            <p:strVal val="#ppt_x"/>
                                          </p:val>
                                        </p:tav>
                                      </p:tavLst>
                                    </p:anim>
                                    <p:anim calcmode="lin" valueType="num">
                                      <p:cBhvr additive="base">
                                        <p:cTn id="80" dur="500" fill="hold"/>
                                        <p:tgtEl>
                                          <p:spTgt spid="22"/>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3"/>
                                        </p:tgtEl>
                                        <p:attrNameLst>
                                          <p:attrName>style.visibility</p:attrName>
                                        </p:attrNameLst>
                                      </p:cBhvr>
                                      <p:to>
                                        <p:strVal val="visible"/>
                                      </p:to>
                                    </p:set>
                                    <p:anim calcmode="lin" valueType="num">
                                      <p:cBhvr additive="base">
                                        <p:cTn id="83" dur="500" fill="hold"/>
                                        <p:tgtEl>
                                          <p:spTgt spid="23"/>
                                        </p:tgtEl>
                                        <p:attrNameLst>
                                          <p:attrName>ppt_x</p:attrName>
                                        </p:attrNameLst>
                                      </p:cBhvr>
                                      <p:tavLst>
                                        <p:tav tm="0">
                                          <p:val>
                                            <p:strVal val="#ppt_x"/>
                                          </p:val>
                                        </p:tav>
                                        <p:tav tm="100000">
                                          <p:val>
                                            <p:strVal val="#ppt_x"/>
                                          </p:val>
                                        </p:tav>
                                      </p:tavLst>
                                    </p:anim>
                                    <p:anim calcmode="lin" valueType="num">
                                      <p:cBhvr additive="base">
                                        <p:cTn id="84" dur="500" fill="hold"/>
                                        <p:tgtEl>
                                          <p:spTgt spid="23"/>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5"/>
                                        </p:tgtEl>
                                        <p:attrNameLst>
                                          <p:attrName>style.visibility</p:attrName>
                                        </p:attrNameLst>
                                      </p:cBhvr>
                                      <p:to>
                                        <p:strVal val="visible"/>
                                      </p:to>
                                    </p:set>
                                    <p:anim calcmode="lin" valueType="num">
                                      <p:cBhvr additive="base">
                                        <p:cTn id="91" dur="500" fill="hold"/>
                                        <p:tgtEl>
                                          <p:spTgt spid="25"/>
                                        </p:tgtEl>
                                        <p:attrNameLst>
                                          <p:attrName>ppt_x</p:attrName>
                                        </p:attrNameLst>
                                      </p:cBhvr>
                                      <p:tavLst>
                                        <p:tav tm="0">
                                          <p:val>
                                            <p:strVal val="#ppt_x"/>
                                          </p:val>
                                        </p:tav>
                                        <p:tav tm="100000">
                                          <p:val>
                                            <p:strVal val="#ppt_x"/>
                                          </p:val>
                                        </p:tav>
                                      </p:tavLst>
                                    </p:anim>
                                    <p:anim calcmode="lin" valueType="num">
                                      <p:cBhvr additive="base">
                                        <p:cTn id="92" dur="500" fill="hold"/>
                                        <p:tgtEl>
                                          <p:spTgt spid="25"/>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26"/>
                                        </p:tgtEl>
                                        <p:attrNameLst>
                                          <p:attrName>style.visibility</p:attrName>
                                        </p:attrNameLst>
                                      </p:cBhvr>
                                      <p:to>
                                        <p:strVal val="visible"/>
                                      </p:to>
                                    </p:set>
                                    <p:anim calcmode="lin" valueType="num">
                                      <p:cBhvr additive="base">
                                        <p:cTn id="95" dur="500" fill="hold"/>
                                        <p:tgtEl>
                                          <p:spTgt spid="26"/>
                                        </p:tgtEl>
                                        <p:attrNameLst>
                                          <p:attrName>ppt_x</p:attrName>
                                        </p:attrNameLst>
                                      </p:cBhvr>
                                      <p:tavLst>
                                        <p:tav tm="0">
                                          <p:val>
                                            <p:strVal val="#ppt_x"/>
                                          </p:val>
                                        </p:tav>
                                        <p:tav tm="100000">
                                          <p:val>
                                            <p:strVal val="#ppt_x"/>
                                          </p:val>
                                        </p:tav>
                                      </p:tavLst>
                                    </p:anim>
                                    <p:anim calcmode="lin" valueType="num">
                                      <p:cBhvr additive="base">
                                        <p:cTn id="96" dur="500" fill="hold"/>
                                        <p:tgtEl>
                                          <p:spTgt spid="26"/>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27"/>
                                        </p:tgtEl>
                                        <p:attrNameLst>
                                          <p:attrName>style.visibility</p:attrName>
                                        </p:attrNameLst>
                                      </p:cBhvr>
                                      <p:to>
                                        <p:strVal val="visible"/>
                                      </p:to>
                                    </p:set>
                                    <p:anim calcmode="lin" valueType="num">
                                      <p:cBhvr additive="base">
                                        <p:cTn id="99" dur="500" fill="hold"/>
                                        <p:tgtEl>
                                          <p:spTgt spid="27"/>
                                        </p:tgtEl>
                                        <p:attrNameLst>
                                          <p:attrName>ppt_x</p:attrName>
                                        </p:attrNameLst>
                                      </p:cBhvr>
                                      <p:tavLst>
                                        <p:tav tm="0">
                                          <p:val>
                                            <p:strVal val="#ppt_x"/>
                                          </p:val>
                                        </p:tav>
                                        <p:tav tm="100000">
                                          <p:val>
                                            <p:strVal val="#ppt_x"/>
                                          </p:val>
                                        </p:tav>
                                      </p:tavLst>
                                    </p:anim>
                                    <p:anim calcmode="lin" valueType="num">
                                      <p:cBhvr additive="base">
                                        <p:cTn id="100"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5" grpId="0" animBg="1"/>
      <p:bldP spid="16"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p:bldP spid="29" grpId="0"/>
      <p:bldP spid="30" grpId="0"/>
      <p:bldP spid="31" grpId="0"/>
      <p:bldP spid="32" grpId="0"/>
      <p:bldP spid="3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1933566"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项目概况</a:t>
            </a:r>
          </a:p>
        </p:txBody>
      </p:sp>
      <p:sp>
        <p:nvSpPr>
          <p:cNvPr id="6" name="矩形 5">
            <a:extLst>
              <a:ext uri="{FF2B5EF4-FFF2-40B4-BE49-F238E27FC236}">
                <a16:creationId xmlns:a16="http://schemas.microsoft.com/office/drawing/2014/main" id="{CE614A11-9828-430D-82CE-141EA9FBBB44}"/>
              </a:ext>
            </a:extLst>
          </p:cNvPr>
          <p:cNvSpPr/>
          <p:nvPr/>
        </p:nvSpPr>
        <p:spPr>
          <a:xfrm>
            <a:off x="502928" y="2570195"/>
            <a:ext cx="11186145" cy="3240505"/>
          </a:xfrm>
          <a:prstGeom prst="rect">
            <a:avLst/>
          </a:prstGeom>
          <a:solidFill>
            <a:schemeClr val="bg1"/>
          </a:solidFill>
          <a:ln>
            <a:solidFill>
              <a:srgbClr val="044BC9"/>
            </a:solidFill>
          </a:ln>
          <a:effectLst>
            <a:outerShdw blurRad="190500" algn="ctr" rotWithShape="0">
              <a:schemeClr val="accent1">
                <a:lumMod val="20000"/>
                <a:lumOff val="8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DF0E22B-96DA-4EF7-9E5A-C4BE0E7E432B}"/>
              </a:ext>
            </a:extLst>
          </p:cNvPr>
          <p:cNvSpPr/>
          <p:nvPr/>
        </p:nvSpPr>
        <p:spPr>
          <a:xfrm>
            <a:off x="502929" y="5810698"/>
            <a:ext cx="11186143" cy="72002"/>
          </a:xfrm>
          <a:prstGeom prst="rect">
            <a:avLst/>
          </a:prstGeom>
          <a:solidFill>
            <a:srgbClr val="23A2E4"/>
          </a:solidFill>
          <a:ln>
            <a:solidFill>
              <a:srgbClr val="23A2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4F2EDE3B-ACBE-44F1-BA58-5252E53BFE39}"/>
              </a:ext>
            </a:extLst>
          </p:cNvPr>
          <p:cNvSpPr/>
          <p:nvPr/>
        </p:nvSpPr>
        <p:spPr>
          <a:xfrm>
            <a:off x="716279" y="2776875"/>
            <a:ext cx="7776000" cy="2874573"/>
          </a:xfrm>
          <a:prstGeom prst="rect">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188B1924-6DDC-4139-A763-1620064F3917}"/>
              </a:ext>
            </a:extLst>
          </p:cNvPr>
          <p:cNvSpPr txBox="1"/>
          <p:nvPr/>
        </p:nvSpPr>
        <p:spPr>
          <a:xfrm>
            <a:off x="873765" y="1720090"/>
            <a:ext cx="2244694" cy="506724"/>
          </a:xfrm>
          <a:prstGeom prst="rect">
            <a:avLst/>
          </a:prstGeom>
          <a:noFill/>
          <a:ln>
            <a:noFill/>
          </a:ln>
          <a:effectLst/>
        </p:spPr>
        <p:txBody>
          <a:bodyPr wrap="square" lIns="36000" tIns="72000" rIns="36000" bIns="72000" rtlCol="0">
            <a:spAutoFit/>
          </a:bodyPr>
          <a:lstStyle>
            <a:defPPr>
              <a:defRPr lang="zh-CN"/>
            </a:defPPr>
            <a:lvl1pPr marR="0" lvl="0" indent="0" fontAlgn="auto">
              <a:lnSpc>
                <a:spcPct val="130000"/>
              </a:lnSpc>
              <a:spcBef>
                <a:spcPts val="0"/>
              </a:spcBef>
              <a:spcAft>
                <a:spcPts val="0"/>
              </a:spcAft>
              <a:buClrTx/>
              <a:buSzTx/>
              <a:buFontTx/>
              <a:buNone/>
              <a:tabLst/>
              <a:defRPr kumimoji="0" sz="2400" b="0" i="0" u="none" strike="noStrike" cap="none" spc="0" normalizeH="0" baseline="0">
                <a:ln>
                  <a:noFill/>
                </a:ln>
                <a:gradFill>
                  <a:gsLst>
                    <a:gs pos="0">
                      <a:schemeClr val="accent1">
                        <a:lumMod val="60000"/>
                        <a:lumOff val="40000"/>
                      </a:schemeClr>
                    </a:gs>
                    <a:gs pos="99000">
                      <a:schemeClr val="accent1"/>
                    </a:gs>
                  </a:gsLst>
                  <a:lin ang="5400000" scaled="1"/>
                </a:gradFill>
                <a:effectLst/>
                <a:uLnTx/>
                <a:uFillTx/>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r>
              <a:rPr lang="zh-CN" altLang="en-US" sz="2000" b="1" dirty="0">
                <a:solidFill>
                  <a:srgbClr val="044BC9"/>
                </a:solidFill>
                <a:latin typeface="思源黑体 Light" panose="020B0300000000000000" pitchFamily="34" charset="-122"/>
                <a:ea typeface="思源黑体 Light" panose="020B0300000000000000" pitchFamily="34" charset="-122"/>
              </a:rPr>
              <a:t>请输入标题</a:t>
            </a:r>
          </a:p>
        </p:txBody>
      </p:sp>
      <p:cxnSp>
        <p:nvCxnSpPr>
          <p:cNvPr id="16" name="直接连接符 15">
            <a:extLst>
              <a:ext uri="{FF2B5EF4-FFF2-40B4-BE49-F238E27FC236}">
                <a16:creationId xmlns:a16="http://schemas.microsoft.com/office/drawing/2014/main" id="{87337F64-9FC8-493B-83C6-00B70556CFDB}"/>
              </a:ext>
            </a:extLst>
          </p:cNvPr>
          <p:cNvCxnSpPr/>
          <p:nvPr/>
        </p:nvCxnSpPr>
        <p:spPr>
          <a:xfrm rot="5400000">
            <a:off x="8578056" y="1934767"/>
            <a:ext cx="0" cy="1524965"/>
          </a:xfrm>
          <a:prstGeom prst="line">
            <a:avLst/>
          </a:prstGeom>
          <a:ln w="19050">
            <a:gradFill>
              <a:gsLst>
                <a:gs pos="0">
                  <a:srgbClr val="044BC9"/>
                </a:gs>
                <a:gs pos="100000">
                  <a:srgbClr val="23A2E4">
                    <a:alpha val="0"/>
                  </a:srgbClr>
                </a:gs>
              </a:gsLst>
              <a:lin ang="5400000" scaled="1"/>
            </a:gradFill>
            <a:headEnd type="none"/>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45236E63-55DC-418A-8893-367827891CC6}"/>
              </a:ext>
            </a:extLst>
          </p:cNvPr>
          <p:cNvCxnSpPr/>
          <p:nvPr/>
        </p:nvCxnSpPr>
        <p:spPr>
          <a:xfrm rot="5400000">
            <a:off x="6326797" y="1752707"/>
            <a:ext cx="0" cy="1524965"/>
          </a:xfrm>
          <a:prstGeom prst="line">
            <a:avLst/>
          </a:prstGeom>
          <a:ln w="19050">
            <a:gradFill>
              <a:gsLst>
                <a:gs pos="0">
                  <a:srgbClr val="044BC9"/>
                </a:gs>
                <a:gs pos="100000">
                  <a:srgbClr val="23A2E4">
                    <a:alpha val="0"/>
                  </a:srgbClr>
                </a:gs>
              </a:gsLst>
              <a:lin ang="5400000" scaled="1"/>
            </a:gradFill>
            <a:headEnd type="none"/>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8745220" y="1584960"/>
            <a:ext cx="2956553" cy="4297740"/>
          </a:xfrm>
          <a:prstGeom prst="rect">
            <a:avLst/>
          </a:prstGeom>
          <a:blipFill dpi="0" rotWithShape="1">
            <a:blip r:embed="R763e57dcf6694e5c" cstate="print">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ntent Placeholder 2"/>
          <p:cNvSpPr txBox="1">
            <a:spLocks/>
          </p:cNvSpPr>
          <p:nvPr/>
        </p:nvSpPr>
        <p:spPr>
          <a:xfrm>
            <a:off x="867256" y="3023064"/>
            <a:ext cx="7350554" cy="10618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ü"/>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添加文本添加所需文本添加所需文本添加文本添加所需文本添加所需文本添加文本添加所需文本添加所需文本添加所需文本添加所需文本</a:t>
            </a:r>
          </a:p>
        </p:txBody>
      </p:sp>
      <p:sp>
        <p:nvSpPr>
          <p:cNvPr id="21" name="Content Placeholder 2"/>
          <p:cNvSpPr txBox="1">
            <a:spLocks/>
          </p:cNvSpPr>
          <p:nvPr/>
        </p:nvSpPr>
        <p:spPr>
          <a:xfrm>
            <a:off x="867256" y="4275425"/>
            <a:ext cx="7350554" cy="10618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ü"/>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添加文本添加所需文本添加所需文本添加文本添加所需文本添加所需文本添加文本添加所需文本添加所需文本添加所需文本添加所需文本</a:t>
            </a:r>
          </a:p>
        </p:txBody>
      </p:sp>
    </p:spTree>
    <p:extLst>
      <p:ext uri="{BB962C8B-B14F-4D97-AF65-F5344CB8AC3E}">
        <p14:creationId xmlns:p14="http://schemas.microsoft.com/office/powerpoint/2010/main" val="821155841"/>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animEffect transition="in" filter="fade">
                                      <p:cBhvr>
                                        <p:cTn id="9" dur="500"/>
                                        <p:tgtEl>
                                          <p:spTgt spid="2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 calcmode="lin" valueType="num">
                                      <p:cBhvr>
                                        <p:cTn id="14" dur="500" fill="hold"/>
                                        <p:tgtEl>
                                          <p:spTgt spid="21"/>
                                        </p:tgtEl>
                                        <p:attrNameLst>
                                          <p:attrName>ppt_w</p:attrName>
                                        </p:attrNameLst>
                                      </p:cBhvr>
                                      <p:tavLst>
                                        <p:tav tm="0">
                                          <p:val>
                                            <p:fltVal val="0"/>
                                          </p:val>
                                        </p:tav>
                                        <p:tav tm="100000">
                                          <p:val>
                                            <p:strVal val="#ppt_w"/>
                                          </p:val>
                                        </p:tav>
                                      </p:tavLst>
                                    </p:anim>
                                    <p:anim calcmode="lin" valueType="num">
                                      <p:cBhvr>
                                        <p:cTn id="15" dur="500" fill="hold"/>
                                        <p:tgtEl>
                                          <p:spTgt spid="21"/>
                                        </p:tgtEl>
                                        <p:attrNameLst>
                                          <p:attrName>ppt_h</p:attrName>
                                        </p:attrNameLst>
                                      </p:cBhvr>
                                      <p:tavLst>
                                        <p:tav tm="0">
                                          <p:val>
                                            <p:fltVal val="0"/>
                                          </p:val>
                                        </p:tav>
                                        <p:tav tm="100000">
                                          <p:val>
                                            <p:strVal val="#ppt_h"/>
                                          </p:val>
                                        </p:tav>
                                      </p:tavLst>
                                    </p:anim>
                                    <p:animEffect transition="in" filter="fade">
                                      <p:cBhvr>
                                        <p:cTn id="1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1933566"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项目概况</a:t>
            </a:r>
          </a:p>
        </p:txBody>
      </p:sp>
      <p:grpSp>
        <p:nvGrpSpPr>
          <p:cNvPr id="2" name="组合 1"/>
          <p:cNvGrpSpPr/>
          <p:nvPr/>
        </p:nvGrpSpPr>
        <p:grpSpPr>
          <a:xfrm>
            <a:off x="1016978" y="2253968"/>
            <a:ext cx="849922" cy="849922"/>
            <a:chOff x="5633899" y="3491554"/>
            <a:chExt cx="924201" cy="924201"/>
          </a:xfrm>
        </p:grpSpPr>
        <p:sp>
          <p:nvSpPr>
            <p:cNvPr id="20" name="椭圆 19">
              <a:extLst>
                <a:ext uri="{FF2B5EF4-FFF2-40B4-BE49-F238E27FC236}">
                  <a16:creationId xmlns:a16="http://schemas.microsoft.com/office/drawing/2014/main" id="{60A1C597-4437-491A-A05D-1B56C1C724CF}"/>
                </a:ext>
              </a:extLst>
            </p:cNvPr>
            <p:cNvSpPr/>
            <p:nvPr/>
          </p:nvSpPr>
          <p:spPr>
            <a:xfrm>
              <a:off x="5633899" y="3491554"/>
              <a:ext cx="924201" cy="924201"/>
            </a:xfrm>
            <a:prstGeom prst="ellips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iconfont-11265-5328310">
              <a:extLst>
                <a:ext uri="{FF2B5EF4-FFF2-40B4-BE49-F238E27FC236}">
                  <a16:creationId xmlns:a16="http://schemas.microsoft.com/office/drawing/2014/main" id="{3A153647-60EF-4275-9FF6-0BC9402C5D25}"/>
                </a:ext>
              </a:extLst>
            </p:cNvPr>
            <p:cNvSpPr>
              <a:spLocks noChangeAspect="1"/>
            </p:cNvSpPr>
            <p:nvPr/>
          </p:nvSpPr>
          <p:spPr bwMode="auto">
            <a:xfrm>
              <a:off x="5851407" y="3709062"/>
              <a:ext cx="489186" cy="489186"/>
            </a:xfrm>
            <a:custGeom>
              <a:avLst/>
              <a:gdLst>
                <a:gd name="connsiteX0" fmla="*/ 106701 w 457214"/>
                <a:gd name="connsiteY0" fmla="*/ 316031 h 457214"/>
                <a:gd name="connsiteX1" fmla="*/ 350514 w 457214"/>
                <a:gd name="connsiteY1" fmla="*/ 316031 h 457214"/>
                <a:gd name="connsiteX2" fmla="*/ 365752 w 457214"/>
                <a:gd name="connsiteY2" fmla="*/ 331269 h 457214"/>
                <a:gd name="connsiteX3" fmla="*/ 350514 w 457214"/>
                <a:gd name="connsiteY3" fmla="*/ 346507 h 457214"/>
                <a:gd name="connsiteX4" fmla="*/ 106701 w 457214"/>
                <a:gd name="connsiteY4" fmla="*/ 346507 h 457214"/>
                <a:gd name="connsiteX5" fmla="*/ 91463 w 457214"/>
                <a:gd name="connsiteY5" fmla="*/ 331269 h 457214"/>
                <a:gd name="connsiteX6" fmla="*/ 106701 w 457214"/>
                <a:gd name="connsiteY6" fmla="*/ 316031 h 457214"/>
                <a:gd name="connsiteX7" fmla="*/ 106701 w 457214"/>
                <a:gd name="connsiteY7" fmla="*/ 215744 h 457214"/>
                <a:gd name="connsiteX8" fmla="*/ 228608 w 457214"/>
                <a:gd name="connsiteY8" fmla="*/ 215744 h 457214"/>
                <a:gd name="connsiteX9" fmla="*/ 243846 w 457214"/>
                <a:gd name="connsiteY9" fmla="*/ 230983 h 457214"/>
                <a:gd name="connsiteX10" fmla="*/ 228608 w 457214"/>
                <a:gd name="connsiteY10" fmla="*/ 246221 h 457214"/>
                <a:gd name="connsiteX11" fmla="*/ 106701 w 457214"/>
                <a:gd name="connsiteY11" fmla="*/ 246221 h 457214"/>
                <a:gd name="connsiteX12" fmla="*/ 91463 w 457214"/>
                <a:gd name="connsiteY12" fmla="*/ 230983 h 457214"/>
                <a:gd name="connsiteX13" fmla="*/ 106701 w 457214"/>
                <a:gd name="connsiteY13" fmla="*/ 215744 h 457214"/>
                <a:gd name="connsiteX14" fmla="*/ 106701 w 457214"/>
                <a:gd name="connsiteY14" fmla="*/ 115172 h 457214"/>
                <a:gd name="connsiteX15" fmla="*/ 350514 w 457214"/>
                <a:gd name="connsiteY15" fmla="*/ 115172 h 457214"/>
                <a:gd name="connsiteX16" fmla="*/ 365752 w 457214"/>
                <a:gd name="connsiteY16" fmla="*/ 130410 h 457214"/>
                <a:gd name="connsiteX17" fmla="*/ 350514 w 457214"/>
                <a:gd name="connsiteY17" fmla="*/ 145649 h 457214"/>
                <a:gd name="connsiteX18" fmla="*/ 106701 w 457214"/>
                <a:gd name="connsiteY18" fmla="*/ 145649 h 457214"/>
                <a:gd name="connsiteX19" fmla="*/ 91463 w 457214"/>
                <a:gd name="connsiteY19" fmla="*/ 130410 h 457214"/>
                <a:gd name="connsiteX20" fmla="*/ 106701 w 457214"/>
                <a:gd name="connsiteY20" fmla="*/ 115172 h 457214"/>
                <a:gd name="connsiteX21" fmla="*/ 76202 w 457214"/>
                <a:gd name="connsiteY21" fmla="*/ 30481 h 457214"/>
                <a:gd name="connsiteX22" fmla="*/ 30481 w 457214"/>
                <a:gd name="connsiteY22" fmla="*/ 76202 h 457214"/>
                <a:gd name="connsiteX23" fmla="*/ 30481 w 457214"/>
                <a:gd name="connsiteY23" fmla="*/ 381012 h 457214"/>
                <a:gd name="connsiteX24" fmla="*/ 76202 w 457214"/>
                <a:gd name="connsiteY24" fmla="*/ 426733 h 457214"/>
                <a:gd name="connsiteX25" fmla="*/ 381012 w 457214"/>
                <a:gd name="connsiteY25" fmla="*/ 426733 h 457214"/>
                <a:gd name="connsiteX26" fmla="*/ 426733 w 457214"/>
                <a:gd name="connsiteY26" fmla="*/ 381012 h 457214"/>
                <a:gd name="connsiteX27" fmla="*/ 426733 w 457214"/>
                <a:gd name="connsiteY27" fmla="*/ 76202 h 457214"/>
                <a:gd name="connsiteX28" fmla="*/ 381012 w 457214"/>
                <a:gd name="connsiteY28" fmla="*/ 30481 h 457214"/>
                <a:gd name="connsiteX29" fmla="*/ 76202 w 457214"/>
                <a:gd name="connsiteY29" fmla="*/ 0 h 457214"/>
                <a:gd name="connsiteX30" fmla="*/ 381012 w 457214"/>
                <a:gd name="connsiteY30" fmla="*/ 0 h 457214"/>
                <a:gd name="connsiteX31" fmla="*/ 457214 w 457214"/>
                <a:gd name="connsiteY31" fmla="*/ 76202 h 457214"/>
                <a:gd name="connsiteX32" fmla="*/ 457214 w 457214"/>
                <a:gd name="connsiteY32" fmla="*/ 381012 h 457214"/>
                <a:gd name="connsiteX33" fmla="*/ 381012 w 457214"/>
                <a:gd name="connsiteY33" fmla="*/ 457214 h 457214"/>
                <a:gd name="connsiteX34" fmla="*/ 76202 w 457214"/>
                <a:gd name="connsiteY34" fmla="*/ 457214 h 457214"/>
                <a:gd name="connsiteX35" fmla="*/ 0 w 457214"/>
                <a:gd name="connsiteY35" fmla="*/ 381012 h 457214"/>
                <a:gd name="connsiteX36" fmla="*/ 0 w 457214"/>
                <a:gd name="connsiteY36" fmla="*/ 76202 h 457214"/>
                <a:gd name="connsiteX37" fmla="*/ 76202 w 457214"/>
                <a:gd name="connsiteY37" fmla="*/ 0 h 45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57214" h="457214">
                  <a:moveTo>
                    <a:pt x="106701" y="316031"/>
                  </a:moveTo>
                  <a:lnTo>
                    <a:pt x="350514" y="316031"/>
                  </a:lnTo>
                  <a:cubicBezTo>
                    <a:pt x="358942" y="316031"/>
                    <a:pt x="365752" y="322840"/>
                    <a:pt x="365752" y="331269"/>
                  </a:cubicBezTo>
                  <a:cubicBezTo>
                    <a:pt x="365752" y="339650"/>
                    <a:pt x="358942" y="346507"/>
                    <a:pt x="350514" y="346507"/>
                  </a:cubicBezTo>
                  <a:lnTo>
                    <a:pt x="106701" y="346507"/>
                  </a:lnTo>
                  <a:cubicBezTo>
                    <a:pt x="98273" y="346507"/>
                    <a:pt x="91463" y="339650"/>
                    <a:pt x="91463" y="331269"/>
                  </a:cubicBezTo>
                  <a:cubicBezTo>
                    <a:pt x="91463" y="322840"/>
                    <a:pt x="98273" y="316031"/>
                    <a:pt x="106701" y="316031"/>
                  </a:cubicBezTo>
                  <a:close/>
                  <a:moveTo>
                    <a:pt x="106701" y="215744"/>
                  </a:moveTo>
                  <a:lnTo>
                    <a:pt x="228608" y="215744"/>
                  </a:lnTo>
                  <a:cubicBezTo>
                    <a:pt x="237036" y="215744"/>
                    <a:pt x="243846" y="222554"/>
                    <a:pt x="243846" y="230983"/>
                  </a:cubicBezTo>
                  <a:cubicBezTo>
                    <a:pt x="243846" y="239411"/>
                    <a:pt x="237036" y="246221"/>
                    <a:pt x="228608" y="246221"/>
                  </a:cubicBezTo>
                  <a:lnTo>
                    <a:pt x="106701" y="246221"/>
                  </a:lnTo>
                  <a:cubicBezTo>
                    <a:pt x="98273" y="246221"/>
                    <a:pt x="91463" y="239411"/>
                    <a:pt x="91463" y="230983"/>
                  </a:cubicBezTo>
                  <a:cubicBezTo>
                    <a:pt x="91463" y="222554"/>
                    <a:pt x="98273" y="215744"/>
                    <a:pt x="106701" y="215744"/>
                  </a:cubicBezTo>
                  <a:close/>
                  <a:moveTo>
                    <a:pt x="106701" y="115172"/>
                  </a:moveTo>
                  <a:lnTo>
                    <a:pt x="350514" y="115172"/>
                  </a:lnTo>
                  <a:cubicBezTo>
                    <a:pt x="358942" y="115172"/>
                    <a:pt x="365752" y="121982"/>
                    <a:pt x="365752" y="130410"/>
                  </a:cubicBezTo>
                  <a:cubicBezTo>
                    <a:pt x="365752" y="138839"/>
                    <a:pt x="358942" y="145649"/>
                    <a:pt x="350514" y="145649"/>
                  </a:cubicBezTo>
                  <a:lnTo>
                    <a:pt x="106701" y="145649"/>
                  </a:lnTo>
                  <a:cubicBezTo>
                    <a:pt x="98273" y="145649"/>
                    <a:pt x="91463" y="138839"/>
                    <a:pt x="91463" y="130410"/>
                  </a:cubicBezTo>
                  <a:cubicBezTo>
                    <a:pt x="91463" y="121982"/>
                    <a:pt x="98273" y="115172"/>
                    <a:pt x="106701" y="115172"/>
                  </a:cubicBezTo>
                  <a:close/>
                  <a:moveTo>
                    <a:pt x="76202" y="30481"/>
                  </a:moveTo>
                  <a:cubicBezTo>
                    <a:pt x="50960" y="30481"/>
                    <a:pt x="30481" y="50960"/>
                    <a:pt x="30481" y="76202"/>
                  </a:cubicBezTo>
                  <a:lnTo>
                    <a:pt x="30481" y="381012"/>
                  </a:lnTo>
                  <a:cubicBezTo>
                    <a:pt x="30481" y="406254"/>
                    <a:pt x="50960" y="426733"/>
                    <a:pt x="76202" y="426733"/>
                  </a:cubicBezTo>
                  <a:lnTo>
                    <a:pt x="381012" y="426733"/>
                  </a:lnTo>
                  <a:cubicBezTo>
                    <a:pt x="406254" y="426733"/>
                    <a:pt x="426733" y="406254"/>
                    <a:pt x="426733" y="381012"/>
                  </a:cubicBezTo>
                  <a:lnTo>
                    <a:pt x="426733" y="76202"/>
                  </a:lnTo>
                  <a:cubicBezTo>
                    <a:pt x="426733" y="50960"/>
                    <a:pt x="406254" y="30481"/>
                    <a:pt x="381012" y="30481"/>
                  </a:cubicBezTo>
                  <a:close/>
                  <a:moveTo>
                    <a:pt x="76202" y="0"/>
                  </a:moveTo>
                  <a:lnTo>
                    <a:pt x="381012" y="0"/>
                  </a:lnTo>
                  <a:cubicBezTo>
                    <a:pt x="423066" y="0"/>
                    <a:pt x="457214" y="34100"/>
                    <a:pt x="457214" y="76202"/>
                  </a:cubicBezTo>
                  <a:lnTo>
                    <a:pt x="457214" y="381012"/>
                  </a:lnTo>
                  <a:cubicBezTo>
                    <a:pt x="457214" y="423066"/>
                    <a:pt x="423066" y="457214"/>
                    <a:pt x="381012" y="457214"/>
                  </a:cubicBezTo>
                  <a:lnTo>
                    <a:pt x="76202" y="457214"/>
                  </a:lnTo>
                  <a:cubicBezTo>
                    <a:pt x="34101" y="457214"/>
                    <a:pt x="0" y="423066"/>
                    <a:pt x="0" y="381012"/>
                  </a:cubicBezTo>
                  <a:lnTo>
                    <a:pt x="0" y="76202"/>
                  </a:lnTo>
                  <a:cubicBezTo>
                    <a:pt x="0" y="34100"/>
                    <a:pt x="34101" y="0"/>
                    <a:pt x="76202" y="0"/>
                  </a:cubicBezTo>
                  <a:close/>
                </a:path>
              </a:pathLst>
            </a:custGeom>
            <a:solidFill>
              <a:schemeClr val="bg1"/>
            </a:solidFill>
            <a:ln>
              <a:noFill/>
            </a:ln>
          </p:spPr>
          <p:txBody>
            <a:bodyPr/>
            <a:lstStyle/>
            <a:p>
              <a:endParaRPr lang="zh-CN" altLang="en-US"/>
            </a:p>
          </p:txBody>
        </p:sp>
      </p:grpSp>
      <p:sp>
        <p:nvSpPr>
          <p:cNvPr id="25" name="Content Placeholder 2"/>
          <p:cNvSpPr txBox="1">
            <a:spLocks/>
          </p:cNvSpPr>
          <p:nvPr/>
        </p:nvSpPr>
        <p:spPr>
          <a:xfrm>
            <a:off x="1951256" y="2078764"/>
            <a:ext cx="3837581"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a:t>
            </a:r>
          </a:p>
        </p:txBody>
      </p:sp>
      <p:grpSp>
        <p:nvGrpSpPr>
          <p:cNvPr id="27" name="组合 26"/>
          <p:cNvGrpSpPr/>
          <p:nvPr/>
        </p:nvGrpSpPr>
        <p:grpSpPr>
          <a:xfrm>
            <a:off x="6592278" y="2253968"/>
            <a:ext cx="849922" cy="849922"/>
            <a:chOff x="5633899" y="3491554"/>
            <a:chExt cx="924201" cy="924201"/>
          </a:xfrm>
        </p:grpSpPr>
        <p:sp>
          <p:nvSpPr>
            <p:cNvPr id="28" name="椭圆 27">
              <a:extLst>
                <a:ext uri="{FF2B5EF4-FFF2-40B4-BE49-F238E27FC236}">
                  <a16:creationId xmlns:a16="http://schemas.microsoft.com/office/drawing/2014/main" id="{60A1C597-4437-491A-A05D-1B56C1C724CF}"/>
                </a:ext>
              </a:extLst>
            </p:cNvPr>
            <p:cNvSpPr/>
            <p:nvPr/>
          </p:nvSpPr>
          <p:spPr>
            <a:xfrm>
              <a:off x="5633899" y="3491554"/>
              <a:ext cx="924201" cy="924201"/>
            </a:xfrm>
            <a:prstGeom prst="ellipse">
              <a:avLst/>
            </a:prstGeom>
            <a:solidFill>
              <a:srgbClr val="23A2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iconfont-11265-5328310">
              <a:extLst>
                <a:ext uri="{FF2B5EF4-FFF2-40B4-BE49-F238E27FC236}">
                  <a16:creationId xmlns:a16="http://schemas.microsoft.com/office/drawing/2014/main" id="{3A153647-60EF-4275-9FF6-0BC9402C5D25}"/>
                </a:ext>
              </a:extLst>
            </p:cNvPr>
            <p:cNvSpPr>
              <a:spLocks noChangeAspect="1"/>
            </p:cNvSpPr>
            <p:nvPr/>
          </p:nvSpPr>
          <p:spPr bwMode="auto">
            <a:xfrm>
              <a:off x="5851407" y="3709062"/>
              <a:ext cx="489186" cy="489186"/>
            </a:xfrm>
            <a:custGeom>
              <a:avLst/>
              <a:gdLst>
                <a:gd name="connsiteX0" fmla="*/ 106701 w 457214"/>
                <a:gd name="connsiteY0" fmla="*/ 316031 h 457214"/>
                <a:gd name="connsiteX1" fmla="*/ 350514 w 457214"/>
                <a:gd name="connsiteY1" fmla="*/ 316031 h 457214"/>
                <a:gd name="connsiteX2" fmla="*/ 365752 w 457214"/>
                <a:gd name="connsiteY2" fmla="*/ 331269 h 457214"/>
                <a:gd name="connsiteX3" fmla="*/ 350514 w 457214"/>
                <a:gd name="connsiteY3" fmla="*/ 346507 h 457214"/>
                <a:gd name="connsiteX4" fmla="*/ 106701 w 457214"/>
                <a:gd name="connsiteY4" fmla="*/ 346507 h 457214"/>
                <a:gd name="connsiteX5" fmla="*/ 91463 w 457214"/>
                <a:gd name="connsiteY5" fmla="*/ 331269 h 457214"/>
                <a:gd name="connsiteX6" fmla="*/ 106701 w 457214"/>
                <a:gd name="connsiteY6" fmla="*/ 316031 h 457214"/>
                <a:gd name="connsiteX7" fmla="*/ 106701 w 457214"/>
                <a:gd name="connsiteY7" fmla="*/ 215744 h 457214"/>
                <a:gd name="connsiteX8" fmla="*/ 228608 w 457214"/>
                <a:gd name="connsiteY8" fmla="*/ 215744 h 457214"/>
                <a:gd name="connsiteX9" fmla="*/ 243846 w 457214"/>
                <a:gd name="connsiteY9" fmla="*/ 230983 h 457214"/>
                <a:gd name="connsiteX10" fmla="*/ 228608 w 457214"/>
                <a:gd name="connsiteY10" fmla="*/ 246221 h 457214"/>
                <a:gd name="connsiteX11" fmla="*/ 106701 w 457214"/>
                <a:gd name="connsiteY11" fmla="*/ 246221 h 457214"/>
                <a:gd name="connsiteX12" fmla="*/ 91463 w 457214"/>
                <a:gd name="connsiteY12" fmla="*/ 230983 h 457214"/>
                <a:gd name="connsiteX13" fmla="*/ 106701 w 457214"/>
                <a:gd name="connsiteY13" fmla="*/ 215744 h 457214"/>
                <a:gd name="connsiteX14" fmla="*/ 106701 w 457214"/>
                <a:gd name="connsiteY14" fmla="*/ 115172 h 457214"/>
                <a:gd name="connsiteX15" fmla="*/ 350514 w 457214"/>
                <a:gd name="connsiteY15" fmla="*/ 115172 h 457214"/>
                <a:gd name="connsiteX16" fmla="*/ 365752 w 457214"/>
                <a:gd name="connsiteY16" fmla="*/ 130410 h 457214"/>
                <a:gd name="connsiteX17" fmla="*/ 350514 w 457214"/>
                <a:gd name="connsiteY17" fmla="*/ 145649 h 457214"/>
                <a:gd name="connsiteX18" fmla="*/ 106701 w 457214"/>
                <a:gd name="connsiteY18" fmla="*/ 145649 h 457214"/>
                <a:gd name="connsiteX19" fmla="*/ 91463 w 457214"/>
                <a:gd name="connsiteY19" fmla="*/ 130410 h 457214"/>
                <a:gd name="connsiteX20" fmla="*/ 106701 w 457214"/>
                <a:gd name="connsiteY20" fmla="*/ 115172 h 457214"/>
                <a:gd name="connsiteX21" fmla="*/ 76202 w 457214"/>
                <a:gd name="connsiteY21" fmla="*/ 30481 h 457214"/>
                <a:gd name="connsiteX22" fmla="*/ 30481 w 457214"/>
                <a:gd name="connsiteY22" fmla="*/ 76202 h 457214"/>
                <a:gd name="connsiteX23" fmla="*/ 30481 w 457214"/>
                <a:gd name="connsiteY23" fmla="*/ 381012 h 457214"/>
                <a:gd name="connsiteX24" fmla="*/ 76202 w 457214"/>
                <a:gd name="connsiteY24" fmla="*/ 426733 h 457214"/>
                <a:gd name="connsiteX25" fmla="*/ 381012 w 457214"/>
                <a:gd name="connsiteY25" fmla="*/ 426733 h 457214"/>
                <a:gd name="connsiteX26" fmla="*/ 426733 w 457214"/>
                <a:gd name="connsiteY26" fmla="*/ 381012 h 457214"/>
                <a:gd name="connsiteX27" fmla="*/ 426733 w 457214"/>
                <a:gd name="connsiteY27" fmla="*/ 76202 h 457214"/>
                <a:gd name="connsiteX28" fmla="*/ 381012 w 457214"/>
                <a:gd name="connsiteY28" fmla="*/ 30481 h 457214"/>
                <a:gd name="connsiteX29" fmla="*/ 76202 w 457214"/>
                <a:gd name="connsiteY29" fmla="*/ 0 h 457214"/>
                <a:gd name="connsiteX30" fmla="*/ 381012 w 457214"/>
                <a:gd name="connsiteY30" fmla="*/ 0 h 457214"/>
                <a:gd name="connsiteX31" fmla="*/ 457214 w 457214"/>
                <a:gd name="connsiteY31" fmla="*/ 76202 h 457214"/>
                <a:gd name="connsiteX32" fmla="*/ 457214 w 457214"/>
                <a:gd name="connsiteY32" fmla="*/ 381012 h 457214"/>
                <a:gd name="connsiteX33" fmla="*/ 381012 w 457214"/>
                <a:gd name="connsiteY33" fmla="*/ 457214 h 457214"/>
                <a:gd name="connsiteX34" fmla="*/ 76202 w 457214"/>
                <a:gd name="connsiteY34" fmla="*/ 457214 h 457214"/>
                <a:gd name="connsiteX35" fmla="*/ 0 w 457214"/>
                <a:gd name="connsiteY35" fmla="*/ 381012 h 457214"/>
                <a:gd name="connsiteX36" fmla="*/ 0 w 457214"/>
                <a:gd name="connsiteY36" fmla="*/ 76202 h 457214"/>
                <a:gd name="connsiteX37" fmla="*/ 76202 w 457214"/>
                <a:gd name="connsiteY37" fmla="*/ 0 h 45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57214" h="457214">
                  <a:moveTo>
                    <a:pt x="106701" y="316031"/>
                  </a:moveTo>
                  <a:lnTo>
                    <a:pt x="350514" y="316031"/>
                  </a:lnTo>
                  <a:cubicBezTo>
                    <a:pt x="358942" y="316031"/>
                    <a:pt x="365752" y="322840"/>
                    <a:pt x="365752" y="331269"/>
                  </a:cubicBezTo>
                  <a:cubicBezTo>
                    <a:pt x="365752" y="339650"/>
                    <a:pt x="358942" y="346507"/>
                    <a:pt x="350514" y="346507"/>
                  </a:cubicBezTo>
                  <a:lnTo>
                    <a:pt x="106701" y="346507"/>
                  </a:lnTo>
                  <a:cubicBezTo>
                    <a:pt x="98273" y="346507"/>
                    <a:pt x="91463" y="339650"/>
                    <a:pt x="91463" y="331269"/>
                  </a:cubicBezTo>
                  <a:cubicBezTo>
                    <a:pt x="91463" y="322840"/>
                    <a:pt x="98273" y="316031"/>
                    <a:pt x="106701" y="316031"/>
                  </a:cubicBezTo>
                  <a:close/>
                  <a:moveTo>
                    <a:pt x="106701" y="215744"/>
                  </a:moveTo>
                  <a:lnTo>
                    <a:pt x="228608" y="215744"/>
                  </a:lnTo>
                  <a:cubicBezTo>
                    <a:pt x="237036" y="215744"/>
                    <a:pt x="243846" y="222554"/>
                    <a:pt x="243846" y="230983"/>
                  </a:cubicBezTo>
                  <a:cubicBezTo>
                    <a:pt x="243846" y="239411"/>
                    <a:pt x="237036" y="246221"/>
                    <a:pt x="228608" y="246221"/>
                  </a:cubicBezTo>
                  <a:lnTo>
                    <a:pt x="106701" y="246221"/>
                  </a:lnTo>
                  <a:cubicBezTo>
                    <a:pt x="98273" y="246221"/>
                    <a:pt x="91463" y="239411"/>
                    <a:pt x="91463" y="230983"/>
                  </a:cubicBezTo>
                  <a:cubicBezTo>
                    <a:pt x="91463" y="222554"/>
                    <a:pt x="98273" y="215744"/>
                    <a:pt x="106701" y="215744"/>
                  </a:cubicBezTo>
                  <a:close/>
                  <a:moveTo>
                    <a:pt x="106701" y="115172"/>
                  </a:moveTo>
                  <a:lnTo>
                    <a:pt x="350514" y="115172"/>
                  </a:lnTo>
                  <a:cubicBezTo>
                    <a:pt x="358942" y="115172"/>
                    <a:pt x="365752" y="121982"/>
                    <a:pt x="365752" y="130410"/>
                  </a:cubicBezTo>
                  <a:cubicBezTo>
                    <a:pt x="365752" y="138839"/>
                    <a:pt x="358942" y="145649"/>
                    <a:pt x="350514" y="145649"/>
                  </a:cubicBezTo>
                  <a:lnTo>
                    <a:pt x="106701" y="145649"/>
                  </a:lnTo>
                  <a:cubicBezTo>
                    <a:pt x="98273" y="145649"/>
                    <a:pt x="91463" y="138839"/>
                    <a:pt x="91463" y="130410"/>
                  </a:cubicBezTo>
                  <a:cubicBezTo>
                    <a:pt x="91463" y="121982"/>
                    <a:pt x="98273" y="115172"/>
                    <a:pt x="106701" y="115172"/>
                  </a:cubicBezTo>
                  <a:close/>
                  <a:moveTo>
                    <a:pt x="76202" y="30481"/>
                  </a:moveTo>
                  <a:cubicBezTo>
                    <a:pt x="50960" y="30481"/>
                    <a:pt x="30481" y="50960"/>
                    <a:pt x="30481" y="76202"/>
                  </a:cubicBezTo>
                  <a:lnTo>
                    <a:pt x="30481" y="381012"/>
                  </a:lnTo>
                  <a:cubicBezTo>
                    <a:pt x="30481" y="406254"/>
                    <a:pt x="50960" y="426733"/>
                    <a:pt x="76202" y="426733"/>
                  </a:cubicBezTo>
                  <a:lnTo>
                    <a:pt x="381012" y="426733"/>
                  </a:lnTo>
                  <a:cubicBezTo>
                    <a:pt x="406254" y="426733"/>
                    <a:pt x="426733" y="406254"/>
                    <a:pt x="426733" y="381012"/>
                  </a:cubicBezTo>
                  <a:lnTo>
                    <a:pt x="426733" y="76202"/>
                  </a:lnTo>
                  <a:cubicBezTo>
                    <a:pt x="426733" y="50960"/>
                    <a:pt x="406254" y="30481"/>
                    <a:pt x="381012" y="30481"/>
                  </a:cubicBezTo>
                  <a:close/>
                  <a:moveTo>
                    <a:pt x="76202" y="0"/>
                  </a:moveTo>
                  <a:lnTo>
                    <a:pt x="381012" y="0"/>
                  </a:lnTo>
                  <a:cubicBezTo>
                    <a:pt x="423066" y="0"/>
                    <a:pt x="457214" y="34100"/>
                    <a:pt x="457214" y="76202"/>
                  </a:cubicBezTo>
                  <a:lnTo>
                    <a:pt x="457214" y="381012"/>
                  </a:lnTo>
                  <a:cubicBezTo>
                    <a:pt x="457214" y="423066"/>
                    <a:pt x="423066" y="457214"/>
                    <a:pt x="381012" y="457214"/>
                  </a:cubicBezTo>
                  <a:lnTo>
                    <a:pt x="76202" y="457214"/>
                  </a:lnTo>
                  <a:cubicBezTo>
                    <a:pt x="34101" y="457214"/>
                    <a:pt x="0" y="423066"/>
                    <a:pt x="0" y="381012"/>
                  </a:cubicBezTo>
                  <a:lnTo>
                    <a:pt x="0" y="76202"/>
                  </a:lnTo>
                  <a:cubicBezTo>
                    <a:pt x="0" y="34100"/>
                    <a:pt x="34101" y="0"/>
                    <a:pt x="76202" y="0"/>
                  </a:cubicBezTo>
                  <a:close/>
                </a:path>
              </a:pathLst>
            </a:custGeom>
            <a:solidFill>
              <a:schemeClr val="bg1"/>
            </a:solidFill>
            <a:ln>
              <a:noFill/>
            </a:ln>
          </p:spPr>
          <p:txBody>
            <a:bodyPr/>
            <a:lstStyle/>
            <a:p>
              <a:endParaRPr lang="zh-CN" altLang="en-US"/>
            </a:p>
          </p:txBody>
        </p:sp>
      </p:grpSp>
      <p:sp>
        <p:nvSpPr>
          <p:cNvPr id="30" name="Content Placeholder 2"/>
          <p:cNvSpPr txBox="1">
            <a:spLocks/>
          </p:cNvSpPr>
          <p:nvPr/>
        </p:nvSpPr>
        <p:spPr>
          <a:xfrm>
            <a:off x="7526556" y="2078764"/>
            <a:ext cx="3837581"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a:t>
            </a:r>
          </a:p>
        </p:txBody>
      </p:sp>
      <p:grpSp>
        <p:nvGrpSpPr>
          <p:cNvPr id="31" name="组合 30"/>
          <p:cNvGrpSpPr/>
          <p:nvPr/>
        </p:nvGrpSpPr>
        <p:grpSpPr>
          <a:xfrm>
            <a:off x="1016978" y="4311368"/>
            <a:ext cx="849922" cy="849922"/>
            <a:chOff x="5633899" y="3491554"/>
            <a:chExt cx="924201" cy="924201"/>
          </a:xfrm>
        </p:grpSpPr>
        <p:sp>
          <p:nvSpPr>
            <p:cNvPr id="32" name="椭圆 31">
              <a:extLst>
                <a:ext uri="{FF2B5EF4-FFF2-40B4-BE49-F238E27FC236}">
                  <a16:creationId xmlns:a16="http://schemas.microsoft.com/office/drawing/2014/main" id="{60A1C597-4437-491A-A05D-1B56C1C724CF}"/>
                </a:ext>
              </a:extLst>
            </p:cNvPr>
            <p:cNvSpPr/>
            <p:nvPr/>
          </p:nvSpPr>
          <p:spPr>
            <a:xfrm>
              <a:off x="5633899" y="3491554"/>
              <a:ext cx="924201" cy="924201"/>
            </a:xfrm>
            <a:prstGeom prst="ellipse">
              <a:avLst/>
            </a:prstGeom>
            <a:solidFill>
              <a:srgbClr val="23A2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iconfont-11265-5328310">
              <a:extLst>
                <a:ext uri="{FF2B5EF4-FFF2-40B4-BE49-F238E27FC236}">
                  <a16:creationId xmlns:a16="http://schemas.microsoft.com/office/drawing/2014/main" id="{3A153647-60EF-4275-9FF6-0BC9402C5D25}"/>
                </a:ext>
              </a:extLst>
            </p:cNvPr>
            <p:cNvSpPr>
              <a:spLocks noChangeAspect="1"/>
            </p:cNvSpPr>
            <p:nvPr/>
          </p:nvSpPr>
          <p:spPr bwMode="auto">
            <a:xfrm>
              <a:off x="5851407" y="3709062"/>
              <a:ext cx="489186" cy="489186"/>
            </a:xfrm>
            <a:custGeom>
              <a:avLst/>
              <a:gdLst>
                <a:gd name="connsiteX0" fmla="*/ 106701 w 457214"/>
                <a:gd name="connsiteY0" fmla="*/ 316031 h 457214"/>
                <a:gd name="connsiteX1" fmla="*/ 350514 w 457214"/>
                <a:gd name="connsiteY1" fmla="*/ 316031 h 457214"/>
                <a:gd name="connsiteX2" fmla="*/ 365752 w 457214"/>
                <a:gd name="connsiteY2" fmla="*/ 331269 h 457214"/>
                <a:gd name="connsiteX3" fmla="*/ 350514 w 457214"/>
                <a:gd name="connsiteY3" fmla="*/ 346507 h 457214"/>
                <a:gd name="connsiteX4" fmla="*/ 106701 w 457214"/>
                <a:gd name="connsiteY4" fmla="*/ 346507 h 457214"/>
                <a:gd name="connsiteX5" fmla="*/ 91463 w 457214"/>
                <a:gd name="connsiteY5" fmla="*/ 331269 h 457214"/>
                <a:gd name="connsiteX6" fmla="*/ 106701 w 457214"/>
                <a:gd name="connsiteY6" fmla="*/ 316031 h 457214"/>
                <a:gd name="connsiteX7" fmla="*/ 106701 w 457214"/>
                <a:gd name="connsiteY7" fmla="*/ 215744 h 457214"/>
                <a:gd name="connsiteX8" fmla="*/ 228608 w 457214"/>
                <a:gd name="connsiteY8" fmla="*/ 215744 h 457214"/>
                <a:gd name="connsiteX9" fmla="*/ 243846 w 457214"/>
                <a:gd name="connsiteY9" fmla="*/ 230983 h 457214"/>
                <a:gd name="connsiteX10" fmla="*/ 228608 w 457214"/>
                <a:gd name="connsiteY10" fmla="*/ 246221 h 457214"/>
                <a:gd name="connsiteX11" fmla="*/ 106701 w 457214"/>
                <a:gd name="connsiteY11" fmla="*/ 246221 h 457214"/>
                <a:gd name="connsiteX12" fmla="*/ 91463 w 457214"/>
                <a:gd name="connsiteY12" fmla="*/ 230983 h 457214"/>
                <a:gd name="connsiteX13" fmla="*/ 106701 w 457214"/>
                <a:gd name="connsiteY13" fmla="*/ 215744 h 457214"/>
                <a:gd name="connsiteX14" fmla="*/ 106701 w 457214"/>
                <a:gd name="connsiteY14" fmla="*/ 115172 h 457214"/>
                <a:gd name="connsiteX15" fmla="*/ 350514 w 457214"/>
                <a:gd name="connsiteY15" fmla="*/ 115172 h 457214"/>
                <a:gd name="connsiteX16" fmla="*/ 365752 w 457214"/>
                <a:gd name="connsiteY16" fmla="*/ 130410 h 457214"/>
                <a:gd name="connsiteX17" fmla="*/ 350514 w 457214"/>
                <a:gd name="connsiteY17" fmla="*/ 145649 h 457214"/>
                <a:gd name="connsiteX18" fmla="*/ 106701 w 457214"/>
                <a:gd name="connsiteY18" fmla="*/ 145649 h 457214"/>
                <a:gd name="connsiteX19" fmla="*/ 91463 w 457214"/>
                <a:gd name="connsiteY19" fmla="*/ 130410 h 457214"/>
                <a:gd name="connsiteX20" fmla="*/ 106701 w 457214"/>
                <a:gd name="connsiteY20" fmla="*/ 115172 h 457214"/>
                <a:gd name="connsiteX21" fmla="*/ 76202 w 457214"/>
                <a:gd name="connsiteY21" fmla="*/ 30481 h 457214"/>
                <a:gd name="connsiteX22" fmla="*/ 30481 w 457214"/>
                <a:gd name="connsiteY22" fmla="*/ 76202 h 457214"/>
                <a:gd name="connsiteX23" fmla="*/ 30481 w 457214"/>
                <a:gd name="connsiteY23" fmla="*/ 381012 h 457214"/>
                <a:gd name="connsiteX24" fmla="*/ 76202 w 457214"/>
                <a:gd name="connsiteY24" fmla="*/ 426733 h 457214"/>
                <a:gd name="connsiteX25" fmla="*/ 381012 w 457214"/>
                <a:gd name="connsiteY25" fmla="*/ 426733 h 457214"/>
                <a:gd name="connsiteX26" fmla="*/ 426733 w 457214"/>
                <a:gd name="connsiteY26" fmla="*/ 381012 h 457214"/>
                <a:gd name="connsiteX27" fmla="*/ 426733 w 457214"/>
                <a:gd name="connsiteY27" fmla="*/ 76202 h 457214"/>
                <a:gd name="connsiteX28" fmla="*/ 381012 w 457214"/>
                <a:gd name="connsiteY28" fmla="*/ 30481 h 457214"/>
                <a:gd name="connsiteX29" fmla="*/ 76202 w 457214"/>
                <a:gd name="connsiteY29" fmla="*/ 0 h 457214"/>
                <a:gd name="connsiteX30" fmla="*/ 381012 w 457214"/>
                <a:gd name="connsiteY30" fmla="*/ 0 h 457214"/>
                <a:gd name="connsiteX31" fmla="*/ 457214 w 457214"/>
                <a:gd name="connsiteY31" fmla="*/ 76202 h 457214"/>
                <a:gd name="connsiteX32" fmla="*/ 457214 w 457214"/>
                <a:gd name="connsiteY32" fmla="*/ 381012 h 457214"/>
                <a:gd name="connsiteX33" fmla="*/ 381012 w 457214"/>
                <a:gd name="connsiteY33" fmla="*/ 457214 h 457214"/>
                <a:gd name="connsiteX34" fmla="*/ 76202 w 457214"/>
                <a:gd name="connsiteY34" fmla="*/ 457214 h 457214"/>
                <a:gd name="connsiteX35" fmla="*/ 0 w 457214"/>
                <a:gd name="connsiteY35" fmla="*/ 381012 h 457214"/>
                <a:gd name="connsiteX36" fmla="*/ 0 w 457214"/>
                <a:gd name="connsiteY36" fmla="*/ 76202 h 457214"/>
                <a:gd name="connsiteX37" fmla="*/ 76202 w 457214"/>
                <a:gd name="connsiteY37" fmla="*/ 0 h 45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57214" h="457214">
                  <a:moveTo>
                    <a:pt x="106701" y="316031"/>
                  </a:moveTo>
                  <a:lnTo>
                    <a:pt x="350514" y="316031"/>
                  </a:lnTo>
                  <a:cubicBezTo>
                    <a:pt x="358942" y="316031"/>
                    <a:pt x="365752" y="322840"/>
                    <a:pt x="365752" y="331269"/>
                  </a:cubicBezTo>
                  <a:cubicBezTo>
                    <a:pt x="365752" y="339650"/>
                    <a:pt x="358942" y="346507"/>
                    <a:pt x="350514" y="346507"/>
                  </a:cubicBezTo>
                  <a:lnTo>
                    <a:pt x="106701" y="346507"/>
                  </a:lnTo>
                  <a:cubicBezTo>
                    <a:pt x="98273" y="346507"/>
                    <a:pt x="91463" y="339650"/>
                    <a:pt x="91463" y="331269"/>
                  </a:cubicBezTo>
                  <a:cubicBezTo>
                    <a:pt x="91463" y="322840"/>
                    <a:pt x="98273" y="316031"/>
                    <a:pt x="106701" y="316031"/>
                  </a:cubicBezTo>
                  <a:close/>
                  <a:moveTo>
                    <a:pt x="106701" y="215744"/>
                  </a:moveTo>
                  <a:lnTo>
                    <a:pt x="228608" y="215744"/>
                  </a:lnTo>
                  <a:cubicBezTo>
                    <a:pt x="237036" y="215744"/>
                    <a:pt x="243846" y="222554"/>
                    <a:pt x="243846" y="230983"/>
                  </a:cubicBezTo>
                  <a:cubicBezTo>
                    <a:pt x="243846" y="239411"/>
                    <a:pt x="237036" y="246221"/>
                    <a:pt x="228608" y="246221"/>
                  </a:cubicBezTo>
                  <a:lnTo>
                    <a:pt x="106701" y="246221"/>
                  </a:lnTo>
                  <a:cubicBezTo>
                    <a:pt x="98273" y="246221"/>
                    <a:pt x="91463" y="239411"/>
                    <a:pt x="91463" y="230983"/>
                  </a:cubicBezTo>
                  <a:cubicBezTo>
                    <a:pt x="91463" y="222554"/>
                    <a:pt x="98273" y="215744"/>
                    <a:pt x="106701" y="215744"/>
                  </a:cubicBezTo>
                  <a:close/>
                  <a:moveTo>
                    <a:pt x="106701" y="115172"/>
                  </a:moveTo>
                  <a:lnTo>
                    <a:pt x="350514" y="115172"/>
                  </a:lnTo>
                  <a:cubicBezTo>
                    <a:pt x="358942" y="115172"/>
                    <a:pt x="365752" y="121982"/>
                    <a:pt x="365752" y="130410"/>
                  </a:cubicBezTo>
                  <a:cubicBezTo>
                    <a:pt x="365752" y="138839"/>
                    <a:pt x="358942" y="145649"/>
                    <a:pt x="350514" y="145649"/>
                  </a:cubicBezTo>
                  <a:lnTo>
                    <a:pt x="106701" y="145649"/>
                  </a:lnTo>
                  <a:cubicBezTo>
                    <a:pt x="98273" y="145649"/>
                    <a:pt x="91463" y="138839"/>
                    <a:pt x="91463" y="130410"/>
                  </a:cubicBezTo>
                  <a:cubicBezTo>
                    <a:pt x="91463" y="121982"/>
                    <a:pt x="98273" y="115172"/>
                    <a:pt x="106701" y="115172"/>
                  </a:cubicBezTo>
                  <a:close/>
                  <a:moveTo>
                    <a:pt x="76202" y="30481"/>
                  </a:moveTo>
                  <a:cubicBezTo>
                    <a:pt x="50960" y="30481"/>
                    <a:pt x="30481" y="50960"/>
                    <a:pt x="30481" y="76202"/>
                  </a:cubicBezTo>
                  <a:lnTo>
                    <a:pt x="30481" y="381012"/>
                  </a:lnTo>
                  <a:cubicBezTo>
                    <a:pt x="30481" y="406254"/>
                    <a:pt x="50960" y="426733"/>
                    <a:pt x="76202" y="426733"/>
                  </a:cubicBezTo>
                  <a:lnTo>
                    <a:pt x="381012" y="426733"/>
                  </a:lnTo>
                  <a:cubicBezTo>
                    <a:pt x="406254" y="426733"/>
                    <a:pt x="426733" y="406254"/>
                    <a:pt x="426733" y="381012"/>
                  </a:cubicBezTo>
                  <a:lnTo>
                    <a:pt x="426733" y="76202"/>
                  </a:lnTo>
                  <a:cubicBezTo>
                    <a:pt x="426733" y="50960"/>
                    <a:pt x="406254" y="30481"/>
                    <a:pt x="381012" y="30481"/>
                  </a:cubicBezTo>
                  <a:close/>
                  <a:moveTo>
                    <a:pt x="76202" y="0"/>
                  </a:moveTo>
                  <a:lnTo>
                    <a:pt x="381012" y="0"/>
                  </a:lnTo>
                  <a:cubicBezTo>
                    <a:pt x="423066" y="0"/>
                    <a:pt x="457214" y="34100"/>
                    <a:pt x="457214" y="76202"/>
                  </a:cubicBezTo>
                  <a:lnTo>
                    <a:pt x="457214" y="381012"/>
                  </a:lnTo>
                  <a:cubicBezTo>
                    <a:pt x="457214" y="423066"/>
                    <a:pt x="423066" y="457214"/>
                    <a:pt x="381012" y="457214"/>
                  </a:cubicBezTo>
                  <a:lnTo>
                    <a:pt x="76202" y="457214"/>
                  </a:lnTo>
                  <a:cubicBezTo>
                    <a:pt x="34101" y="457214"/>
                    <a:pt x="0" y="423066"/>
                    <a:pt x="0" y="381012"/>
                  </a:cubicBezTo>
                  <a:lnTo>
                    <a:pt x="0" y="76202"/>
                  </a:lnTo>
                  <a:cubicBezTo>
                    <a:pt x="0" y="34100"/>
                    <a:pt x="34101" y="0"/>
                    <a:pt x="76202" y="0"/>
                  </a:cubicBezTo>
                  <a:close/>
                </a:path>
              </a:pathLst>
            </a:custGeom>
            <a:solidFill>
              <a:schemeClr val="bg1"/>
            </a:solidFill>
            <a:ln>
              <a:noFill/>
            </a:ln>
          </p:spPr>
          <p:txBody>
            <a:bodyPr/>
            <a:lstStyle/>
            <a:p>
              <a:endParaRPr lang="zh-CN" altLang="en-US"/>
            </a:p>
          </p:txBody>
        </p:sp>
      </p:grpSp>
      <p:sp>
        <p:nvSpPr>
          <p:cNvPr id="34" name="Content Placeholder 2"/>
          <p:cNvSpPr txBox="1">
            <a:spLocks/>
          </p:cNvSpPr>
          <p:nvPr/>
        </p:nvSpPr>
        <p:spPr>
          <a:xfrm>
            <a:off x="1951256" y="4136164"/>
            <a:ext cx="3837581"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a:t>
            </a:r>
          </a:p>
        </p:txBody>
      </p:sp>
      <p:grpSp>
        <p:nvGrpSpPr>
          <p:cNvPr id="35" name="组合 34"/>
          <p:cNvGrpSpPr/>
          <p:nvPr/>
        </p:nvGrpSpPr>
        <p:grpSpPr>
          <a:xfrm>
            <a:off x="6592278" y="4311368"/>
            <a:ext cx="849922" cy="849922"/>
            <a:chOff x="5633899" y="3491554"/>
            <a:chExt cx="924201" cy="924201"/>
          </a:xfrm>
        </p:grpSpPr>
        <p:sp>
          <p:nvSpPr>
            <p:cNvPr id="36" name="椭圆 35">
              <a:extLst>
                <a:ext uri="{FF2B5EF4-FFF2-40B4-BE49-F238E27FC236}">
                  <a16:creationId xmlns:a16="http://schemas.microsoft.com/office/drawing/2014/main" id="{60A1C597-4437-491A-A05D-1B56C1C724CF}"/>
                </a:ext>
              </a:extLst>
            </p:cNvPr>
            <p:cNvSpPr/>
            <p:nvPr/>
          </p:nvSpPr>
          <p:spPr>
            <a:xfrm>
              <a:off x="5633899" y="3491554"/>
              <a:ext cx="924201" cy="924201"/>
            </a:xfrm>
            <a:prstGeom prst="ellips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iconfont-11265-5328310">
              <a:extLst>
                <a:ext uri="{FF2B5EF4-FFF2-40B4-BE49-F238E27FC236}">
                  <a16:creationId xmlns:a16="http://schemas.microsoft.com/office/drawing/2014/main" id="{3A153647-60EF-4275-9FF6-0BC9402C5D25}"/>
                </a:ext>
              </a:extLst>
            </p:cNvPr>
            <p:cNvSpPr>
              <a:spLocks noChangeAspect="1"/>
            </p:cNvSpPr>
            <p:nvPr/>
          </p:nvSpPr>
          <p:spPr bwMode="auto">
            <a:xfrm>
              <a:off x="5851407" y="3709062"/>
              <a:ext cx="489186" cy="489186"/>
            </a:xfrm>
            <a:custGeom>
              <a:avLst/>
              <a:gdLst>
                <a:gd name="connsiteX0" fmla="*/ 106701 w 457214"/>
                <a:gd name="connsiteY0" fmla="*/ 316031 h 457214"/>
                <a:gd name="connsiteX1" fmla="*/ 350514 w 457214"/>
                <a:gd name="connsiteY1" fmla="*/ 316031 h 457214"/>
                <a:gd name="connsiteX2" fmla="*/ 365752 w 457214"/>
                <a:gd name="connsiteY2" fmla="*/ 331269 h 457214"/>
                <a:gd name="connsiteX3" fmla="*/ 350514 w 457214"/>
                <a:gd name="connsiteY3" fmla="*/ 346507 h 457214"/>
                <a:gd name="connsiteX4" fmla="*/ 106701 w 457214"/>
                <a:gd name="connsiteY4" fmla="*/ 346507 h 457214"/>
                <a:gd name="connsiteX5" fmla="*/ 91463 w 457214"/>
                <a:gd name="connsiteY5" fmla="*/ 331269 h 457214"/>
                <a:gd name="connsiteX6" fmla="*/ 106701 w 457214"/>
                <a:gd name="connsiteY6" fmla="*/ 316031 h 457214"/>
                <a:gd name="connsiteX7" fmla="*/ 106701 w 457214"/>
                <a:gd name="connsiteY7" fmla="*/ 215744 h 457214"/>
                <a:gd name="connsiteX8" fmla="*/ 228608 w 457214"/>
                <a:gd name="connsiteY8" fmla="*/ 215744 h 457214"/>
                <a:gd name="connsiteX9" fmla="*/ 243846 w 457214"/>
                <a:gd name="connsiteY9" fmla="*/ 230983 h 457214"/>
                <a:gd name="connsiteX10" fmla="*/ 228608 w 457214"/>
                <a:gd name="connsiteY10" fmla="*/ 246221 h 457214"/>
                <a:gd name="connsiteX11" fmla="*/ 106701 w 457214"/>
                <a:gd name="connsiteY11" fmla="*/ 246221 h 457214"/>
                <a:gd name="connsiteX12" fmla="*/ 91463 w 457214"/>
                <a:gd name="connsiteY12" fmla="*/ 230983 h 457214"/>
                <a:gd name="connsiteX13" fmla="*/ 106701 w 457214"/>
                <a:gd name="connsiteY13" fmla="*/ 215744 h 457214"/>
                <a:gd name="connsiteX14" fmla="*/ 106701 w 457214"/>
                <a:gd name="connsiteY14" fmla="*/ 115172 h 457214"/>
                <a:gd name="connsiteX15" fmla="*/ 350514 w 457214"/>
                <a:gd name="connsiteY15" fmla="*/ 115172 h 457214"/>
                <a:gd name="connsiteX16" fmla="*/ 365752 w 457214"/>
                <a:gd name="connsiteY16" fmla="*/ 130410 h 457214"/>
                <a:gd name="connsiteX17" fmla="*/ 350514 w 457214"/>
                <a:gd name="connsiteY17" fmla="*/ 145649 h 457214"/>
                <a:gd name="connsiteX18" fmla="*/ 106701 w 457214"/>
                <a:gd name="connsiteY18" fmla="*/ 145649 h 457214"/>
                <a:gd name="connsiteX19" fmla="*/ 91463 w 457214"/>
                <a:gd name="connsiteY19" fmla="*/ 130410 h 457214"/>
                <a:gd name="connsiteX20" fmla="*/ 106701 w 457214"/>
                <a:gd name="connsiteY20" fmla="*/ 115172 h 457214"/>
                <a:gd name="connsiteX21" fmla="*/ 76202 w 457214"/>
                <a:gd name="connsiteY21" fmla="*/ 30481 h 457214"/>
                <a:gd name="connsiteX22" fmla="*/ 30481 w 457214"/>
                <a:gd name="connsiteY22" fmla="*/ 76202 h 457214"/>
                <a:gd name="connsiteX23" fmla="*/ 30481 w 457214"/>
                <a:gd name="connsiteY23" fmla="*/ 381012 h 457214"/>
                <a:gd name="connsiteX24" fmla="*/ 76202 w 457214"/>
                <a:gd name="connsiteY24" fmla="*/ 426733 h 457214"/>
                <a:gd name="connsiteX25" fmla="*/ 381012 w 457214"/>
                <a:gd name="connsiteY25" fmla="*/ 426733 h 457214"/>
                <a:gd name="connsiteX26" fmla="*/ 426733 w 457214"/>
                <a:gd name="connsiteY26" fmla="*/ 381012 h 457214"/>
                <a:gd name="connsiteX27" fmla="*/ 426733 w 457214"/>
                <a:gd name="connsiteY27" fmla="*/ 76202 h 457214"/>
                <a:gd name="connsiteX28" fmla="*/ 381012 w 457214"/>
                <a:gd name="connsiteY28" fmla="*/ 30481 h 457214"/>
                <a:gd name="connsiteX29" fmla="*/ 76202 w 457214"/>
                <a:gd name="connsiteY29" fmla="*/ 0 h 457214"/>
                <a:gd name="connsiteX30" fmla="*/ 381012 w 457214"/>
                <a:gd name="connsiteY30" fmla="*/ 0 h 457214"/>
                <a:gd name="connsiteX31" fmla="*/ 457214 w 457214"/>
                <a:gd name="connsiteY31" fmla="*/ 76202 h 457214"/>
                <a:gd name="connsiteX32" fmla="*/ 457214 w 457214"/>
                <a:gd name="connsiteY32" fmla="*/ 381012 h 457214"/>
                <a:gd name="connsiteX33" fmla="*/ 381012 w 457214"/>
                <a:gd name="connsiteY33" fmla="*/ 457214 h 457214"/>
                <a:gd name="connsiteX34" fmla="*/ 76202 w 457214"/>
                <a:gd name="connsiteY34" fmla="*/ 457214 h 457214"/>
                <a:gd name="connsiteX35" fmla="*/ 0 w 457214"/>
                <a:gd name="connsiteY35" fmla="*/ 381012 h 457214"/>
                <a:gd name="connsiteX36" fmla="*/ 0 w 457214"/>
                <a:gd name="connsiteY36" fmla="*/ 76202 h 457214"/>
                <a:gd name="connsiteX37" fmla="*/ 76202 w 457214"/>
                <a:gd name="connsiteY37" fmla="*/ 0 h 45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57214" h="457214">
                  <a:moveTo>
                    <a:pt x="106701" y="316031"/>
                  </a:moveTo>
                  <a:lnTo>
                    <a:pt x="350514" y="316031"/>
                  </a:lnTo>
                  <a:cubicBezTo>
                    <a:pt x="358942" y="316031"/>
                    <a:pt x="365752" y="322840"/>
                    <a:pt x="365752" y="331269"/>
                  </a:cubicBezTo>
                  <a:cubicBezTo>
                    <a:pt x="365752" y="339650"/>
                    <a:pt x="358942" y="346507"/>
                    <a:pt x="350514" y="346507"/>
                  </a:cubicBezTo>
                  <a:lnTo>
                    <a:pt x="106701" y="346507"/>
                  </a:lnTo>
                  <a:cubicBezTo>
                    <a:pt x="98273" y="346507"/>
                    <a:pt x="91463" y="339650"/>
                    <a:pt x="91463" y="331269"/>
                  </a:cubicBezTo>
                  <a:cubicBezTo>
                    <a:pt x="91463" y="322840"/>
                    <a:pt x="98273" y="316031"/>
                    <a:pt x="106701" y="316031"/>
                  </a:cubicBezTo>
                  <a:close/>
                  <a:moveTo>
                    <a:pt x="106701" y="215744"/>
                  </a:moveTo>
                  <a:lnTo>
                    <a:pt x="228608" y="215744"/>
                  </a:lnTo>
                  <a:cubicBezTo>
                    <a:pt x="237036" y="215744"/>
                    <a:pt x="243846" y="222554"/>
                    <a:pt x="243846" y="230983"/>
                  </a:cubicBezTo>
                  <a:cubicBezTo>
                    <a:pt x="243846" y="239411"/>
                    <a:pt x="237036" y="246221"/>
                    <a:pt x="228608" y="246221"/>
                  </a:cubicBezTo>
                  <a:lnTo>
                    <a:pt x="106701" y="246221"/>
                  </a:lnTo>
                  <a:cubicBezTo>
                    <a:pt x="98273" y="246221"/>
                    <a:pt x="91463" y="239411"/>
                    <a:pt x="91463" y="230983"/>
                  </a:cubicBezTo>
                  <a:cubicBezTo>
                    <a:pt x="91463" y="222554"/>
                    <a:pt x="98273" y="215744"/>
                    <a:pt x="106701" y="215744"/>
                  </a:cubicBezTo>
                  <a:close/>
                  <a:moveTo>
                    <a:pt x="106701" y="115172"/>
                  </a:moveTo>
                  <a:lnTo>
                    <a:pt x="350514" y="115172"/>
                  </a:lnTo>
                  <a:cubicBezTo>
                    <a:pt x="358942" y="115172"/>
                    <a:pt x="365752" y="121982"/>
                    <a:pt x="365752" y="130410"/>
                  </a:cubicBezTo>
                  <a:cubicBezTo>
                    <a:pt x="365752" y="138839"/>
                    <a:pt x="358942" y="145649"/>
                    <a:pt x="350514" y="145649"/>
                  </a:cubicBezTo>
                  <a:lnTo>
                    <a:pt x="106701" y="145649"/>
                  </a:lnTo>
                  <a:cubicBezTo>
                    <a:pt x="98273" y="145649"/>
                    <a:pt x="91463" y="138839"/>
                    <a:pt x="91463" y="130410"/>
                  </a:cubicBezTo>
                  <a:cubicBezTo>
                    <a:pt x="91463" y="121982"/>
                    <a:pt x="98273" y="115172"/>
                    <a:pt x="106701" y="115172"/>
                  </a:cubicBezTo>
                  <a:close/>
                  <a:moveTo>
                    <a:pt x="76202" y="30481"/>
                  </a:moveTo>
                  <a:cubicBezTo>
                    <a:pt x="50960" y="30481"/>
                    <a:pt x="30481" y="50960"/>
                    <a:pt x="30481" y="76202"/>
                  </a:cubicBezTo>
                  <a:lnTo>
                    <a:pt x="30481" y="381012"/>
                  </a:lnTo>
                  <a:cubicBezTo>
                    <a:pt x="30481" y="406254"/>
                    <a:pt x="50960" y="426733"/>
                    <a:pt x="76202" y="426733"/>
                  </a:cubicBezTo>
                  <a:lnTo>
                    <a:pt x="381012" y="426733"/>
                  </a:lnTo>
                  <a:cubicBezTo>
                    <a:pt x="406254" y="426733"/>
                    <a:pt x="426733" y="406254"/>
                    <a:pt x="426733" y="381012"/>
                  </a:cubicBezTo>
                  <a:lnTo>
                    <a:pt x="426733" y="76202"/>
                  </a:lnTo>
                  <a:cubicBezTo>
                    <a:pt x="426733" y="50960"/>
                    <a:pt x="406254" y="30481"/>
                    <a:pt x="381012" y="30481"/>
                  </a:cubicBezTo>
                  <a:close/>
                  <a:moveTo>
                    <a:pt x="76202" y="0"/>
                  </a:moveTo>
                  <a:lnTo>
                    <a:pt x="381012" y="0"/>
                  </a:lnTo>
                  <a:cubicBezTo>
                    <a:pt x="423066" y="0"/>
                    <a:pt x="457214" y="34100"/>
                    <a:pt x="457214" y="76202"/>
                  </a:cubicBezTo>
                  <a:lnTo>
                    <a:pt x="457214" y="381012"/>
                  </a:lnTo>
                  <a:cubicBezTo>
                    <a:pt x="457214" y="423066"/>
                    <a:pt x="423066" y="457214"/>
                    <a:pt x="381012" y="457214"/>
                  </a:cubicBezTo>
                  <a:lnTo>
                    <a:pt x="76202" y="457214"/>
                  </a:lnTo>
                  <a:cubicBezTo>
                    <a:pt x="34101" y="457214"/>
                    <a:pt x="0" y="423066"/>
                    <a:pt x="0" y="381012"/>
                  </a:cubicBezTo>
                  <a:lnTo>
                    <a:pt x="0" y="76202"/>
                  </a:lnTo>
                  <a:cubicBezTo>
                    <a:pt x="0" y="34100"/>
                    <a:pt x="34101" y="0"/>
                    <a:pt x="76202" y="0"/>
                  </a:cubicBezTo>
                  <a:close/>
                </a:path>
              </a:pathLst>
            </a:custGeom>
            <a:solidFill>
              <a:schemeClr val="bg1"/>
            </a:solidFill>
            <a:ln>
              <a:noFill/>
            </a:ln>
          </p:spPr>
          <p:txBody>
            <a:bodyPr/>
            <a:lstStyle/>
            <a:p>
              <a:endParaRPr lang="zh-CN" altLang="en-US"/>
            </a:p>
          </p:txBody>
        </p:sp>
      </p:grpSp>
      <p:sp>
        <p:nvSpPr>
          <p:cNvPr id="38" name="Content Placeholder 2"/>
          <p:cNvSpPr txBox="1">
            <a:spLocks/>
          </p:cNvSpPr>
          <p:nvPr/>
        </p:nvSpPr>
        <p:spPr>
          <a:xfrm>
            <a:off x="7526556" y="4136164"/>
            <a:ext cx="3837581"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a:t>
            </a:r>
          </a:p>
        </p:txBody>
      </p:sp>
    </p:spTree>
    <p:extLst>
      <p:ext uri="{BB962C8B-B14F-4D97-AF65-F5344CB8AC3E}">
        <p14:creationId xmlns:p14="http://schemas.microsoft.com/office/powerpoint/2010/main" val="2071917010"/>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 calcmode="lin" valueType="num">
                                      <p:cBhvr additive="base">
                                        <p:cTn id="13" dur="500" fill="hold"/>
                                        <p:tgtEl>
                                          <p:spTgt spid="30"/>
                                        </p:tgtEl>
                                        <p:attrNameLst>
                                          <p:attrName>ppt_x</p:attrName>
                                        </p:attrNameLst>
                                      </p:cBhvr>
                                      <p:tavLst>
                                        <p:tav tm="0">
                                          <p:val>
                                            <p:strVal val="#ppt_x"/>
                                          </p:val>
                                        </p:tav>
                                        <p:tav tm="100000">
                                          <p:val>
                                            <p:strVal val="#ppt_x"/>
                                          </p:val>
                                        </p:tav>
                                      </p:tavLst>
                                    </p:anim>
                                    <p:anim calcmode="lin" valueType="num">
                                      <p:cBhvr additive="base">
                                        <p:cTn id="14"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additive="base">
                                        <p:cTn id="19" dur="500" fill="hold"/>
                                        <p:tgtEl>
                                          <p:spTgt spid="34"/>
                                        </p:tgtEl>
                                        <p:attrNameLst>
                                          <p:attrName>ppt_x</p:attrName>
                                        </p:attrNameLst>
                                      </p:cBhvr>
                                      <p:tavLst>
                                        <p:tav tm="0">
                                          <p:val>
                                            <p:strVal val="#ppt_x"/>
                                          </p:val>
                                        </p:tav>
                                        <p:tav tm="100000">
                                          <p:val>
                                            <p:strVal val="#ppt_x"/>
                                          </p:val>
                                        </p:tav>
                                      </p:tavLst>
                                    </p:anim>
                                    <p:anim calcmode="lin" valueType="num">
                                      <p:cBhvr additive="base">
                                        <p:cTn id="20"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8"/>
                                        </p:tgtEl>
                                        <p:attrNameLst>
                                          <p:attrName>style.visibility</p:attrName>
                                        </p:attrNameLst>
                                      </p:cBhvr>
                                      <p:to>
                                        <p:strVal val="visible"/>
                                      </p:to>
                                    </p:set>
                                    <p:anim calcmode="lin" valueType="num">
                                      <p:cBhvr additive="base">
                                        <p:cTn id="25" dur="500" fill="hold"/>
                                        <p:tgtEl>
                                          <p:spTgt spid="38"/>
                                        </p:tgtEl>
                                        <p:attrNameLst>
                                          <p:attrName>ppt_x</p:attrName>
                                        </p:attrNameLst>
                                      </p:cBhvr>
                                      <p:tavLst>
                                        <p:tav tm="0">
                                          <p:val>
                                            <p:strVal val="#ppt_x"/>
                                          </p:val>
                                        </p:tav>
                                        <p:tav tm="100000">
                                          <p:val>
                                            <p:strVal val="#ppt_x"/>
                                          </p:val>
                                        </p:tav>
                                      </p:tavLst>
                                    </p:anim>
                                    <p:anim calcmode="lin" valueType="num">
                                      <p:cBhvr additive="base">
                                        <p:cTn id="26"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0" grpId="0"/>
      <p:bldP spid="34" grpId="0"/>
      <p:bldP spid="3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0" y="2863105"/>
            <a:ext cx="12191998" cy="3994895"/>
            <a:chOff x="0" y="3619500"/>
            <a:chExt cx="12191998" cy="3238500"/>
          </a:xfrm>
        </p:grpSpPr>
        <p:pic>
          <p:nvPicPr>
            <p:cNvPr id="3" name="图片 2"/>
            <p:cNvPicPr>
              <a:picLocks noChangeAspect="1"/>
            </p:cNvPicPr>
            <p:nvPr/>
          </p:nvPicPr>
          <p:blipFill rotWithShape="1">
            <a:blip r:embed="R77ea15b2d5e54182"/>
            <a:srcRect l="2986" r="2356"/>
            <a:stretch/>
          </p:blipFill>
          <p:spPr>
            <a:xfrm>
              <a:off x="6095999" y="3619500"/>
              <a:ext cx="6095999" cy="3238500"/>
            </a:xfrm>
            <a:prstGeom prst="rect">
              <a:avLst/>
            </a:prstGeom>
          </p:spPr>
        </p:pic>
        <p:pic>
          <p:nvPicPr>
            <p:cNvPr id="10" name="图片 9"/>
            <p:cNvPicPr>
              <a:picLocks noChangeAspect="1"/>
            </p:cNvPicPr>
            <p:nvPr/>
          </p:nvPicPr>
          <p:blipFill rotWithShape="1">
            <a:blip r:embed="R77ea15b2d5e54182"/>
            <a:srcRect l="2986" r="2356"/>
            <a:stretch/>
          </p:blipFill>
          <p:spPr>
            <a:xfrm flipH="1">
              <a:off x="0" y="3619500"/>
              <a:ext cx="6095999" cy="3238500"/>
            </a:xfrm>
            <a:prstGeom prst="rect">
              <a:avLst/>
            </a:prstGeom>
          </p:spPr>
        </p:pic>
      </p:grpSp>
      <p:sp>
        <p:nvSpPr>
          <p:cNvPr id="11" name="Text Placeholder 3">
            <a:extLst>
              <a:ext uri="{FF2B5EF4-FFF2-40B4-BE49-F238E27FC236}">
                <a16:creationId xmlns:a16="http://schemas.microsoft.com/office/drawing/2014/main" id="{CA19DF75-27FF-4804-8C59-F17F55C9C104}"/>
              </a:ext>
            </a:extLst>
          </p:cNvPr>
          <p:cNvSpPr txBox="1">
            <a:spLocks/>
          </p:cNvSpPr>
          <p:nvPr/>
        </p:nvSpPr>
        <p:spPr>
          <a:xfrm>
            <a:off x="212111" y="255771"/>
            <a:ext cx="3470283" cy="370615"/>
          </a:xfrm>
          <a:prstGeom prst="rect">
            <a:avLst/>
          </a:prstGeom>
        </p:spPr>
        <p:txBody>
          <a:bodyPr/>
          <a:lstStyle>
            <a:lvl1pPr marL="0" indent="0" algn="l" defTabSz="1828343" rtl="0" eaLnBrk="1" latinLnBrk="0" hangingPunct="1">
              <a:lnSpc>
                <a:spcPct val="90000"/>
              </a:lnSpc>
              <a:spcBef>
                <a:spcPts val="2000"/>
              </a:spcBef>
              <a:buFont typeface="Arial" panose="020B0604020202020204" pitchFamily="34" charset="0"/>
              <a:buNone/>
              <a:defRPr sz="8000" b="1" kern="1200">
                <a:solidFill>
                  <a:schemeClr val="tx2"/>
                </a:solidFill>
                <a:latin typeface="Amiri" pitchFamily="2" charset="-78"/>
                <a:ea typeface="Amiri" pitchFamily="2" charset="-78"/>
                <a:cs typeface="Amiri" pitchFamily="2" charset="-78"/>
              </a:defRPr>
            </a:lvl1pPr>
            <a:lvl2pPr marL="1371257" indent="-457086" algn="l" defTabSz="1828343" rtl="0" eaLnBrk="1" latinLnBrk="0" hangingPunct="1">
              <a:lnSpc>
                <a:spcPct val="90000"/>
              </a:lnSpc>
              <a:spcBef>
                <a:spcPts val="1000"/>
              </a:spcBef>
              <a:buFont typeface="Arial" panose="020B0604020202020204" pitchFamily="34" charset="0"/>
              <a:buChar char="•"/>
              <a:defRPr sz="4799" kern="1200">
                <a:solidFill>
                  <a:schemeClr val="tx1"/>
                </a:solidFill>
                <a:latin typeface="+mn-lt"/>
                <a:ea typeface="+mn-ea"/>
                <a:cs typeface="+mn-cs"/>
              </a:defRPr>
            </a:lvl2pPr>
            <a:lvl3pPr marL="2285429" indent="-457086" algn="l" defTabSz="1828343" rtl="0" eaLnBrk="1" latinLnBrk="0" hangingPunct="1">
              <a:lnSpc>
                <a:spcPct val="90000"/>
              </a:lnSpc>
              <a:spcBef>
                <a:spcPts val="1000"/>
              </a:spcBef>
              <a:buFont typeface="Arial" panose="020B0604020202020204" pitchFamily="34" charset="0"/>
              <a:buChar char="•"/>
              <a:defRPr sz="3999" kern="1200">
                <a:solidFill>
                  <a:schemeClr val="tx1"/>
                </a:solidFill>
                <a:latin typeface="+mn-lt"/>
                <a:ea typeface="+mn-ea"/>
                <a:cs typeface="+mn-cs"/>
              </a:defRPr>
            </a:lvl3pPr>
            <a:lvl4pPr marL="3199600"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4pPr>
            <a:lvl5pPr marL="4113771"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gn="dist"/>
            <a:r>
              <a:rPr lang="zh-CN" altLang="en-US" sz="1600" b="0" dirty="0">
                <a:solidFill>
                  <a:srgbClr val="044BC9"/>
                </a:solidFill>
                <a:latin typeface="思源黑体 CN Light" panose="020B0300000000000000" pitchFamily="34" charset="-122"/>
                <a:ea typeface="思源黑体 CN Light" panose="020B0300000000000000" pitchFamily="34" charset="-122"/>
              </a:rPr>
              <a:t>这里输入您的公司</a:t>
            </a:r>
            <a:r>
              <a:rPr lang="en-US" altLang="zh-CN" sz="1600" b="0" dirty="0">
                <a:solidFill>
                  <a:srgbClr val="044BC9"/>
                </a:solidFill>
                <a:latin typeface="思源黑体 CN Light" panose="020B0300000000000000" pitchFamily="34" charset="-122"/>
                <a:ea typeface="思源黑体 CN Light" panose="020B0300000000000000" pitchFamily="34" charset="-122"/>
              </a:rPr>
              <a:t>/</a:t>
            </a:r>
            <a:r>
              <a:rPr lang="zh-CN" altLang="en-US" sz="1600" b="0" dirty="0">
                <a:solidFill>
                  <a:srgbClr val="044BC9"/>
                </a:solidFill>
                <a:latin typeface="思源黑体 CN Light" panose="020B0300000000000000" pitchFamily="34" charset="-122"/>
                <a:ea typeface="思源黑体 CN Light" panose="020B0300000000000000" pitchFamily="34" charset="-122"/>
              </a:rPr>
              <a:t>组织名称</a:t>
            </a:r>
            <a:endParaRPr lang="en-ID" sz="1600" b="0" dirty="0">
              <a:solidFill>
                <a:srgbClr val="044BC9"/>
              </a:solidFill>
              <a:latin typeface="思源黑体 CN Light" panose="020B0300000000000000" pitchFamily="34" charset="-122"/>
              <a:ea typeface="思源黑体 CN Light" panose="020B0300000000000000" pitchFamily="34" charset="-122"/>
            </a:endParaRPr>
          </a:p>
        </p:txBody>
      </p:sp>
      <p:sp>
        <p:nvSpPr>
          <p:cNvPr id="16" name="文本框 15"/>
          <p:cNvSpPr txBox="1"/>
          <p:nvPr/>
        </p:nvSpPr>
        <p:spPr>
          <a:xfrm>
            <a:off x="4375878" y="2126329"/>
            <a:ext cx="3440242" cy="1015663"/>
          </a:xfrm>
          <a:prstGeom prst="rect">
            <a:avLst/>
          </a:prstGeom>
          <a:noFill/>
        </p:spPr>
        <p:txBody>
          <a:bodyPr wrap="square" rtlCol="0">
            <a:spAutoFit/>
          </a:bodyPr>
          <a:lstStyle/>
          <a:p>
            <a:pPr algn="dist"/>
            <a:r>
              <a:rPr lang="zh-CN" altLang="en-US" sz="6000" b="1" dirty="0">
                <a:ln w="12700">
                  <a:noFill/>
                </a:ln>
                <a:gradFill>
                  <a:gsLst>
                    <a:gs pos="0">
                      <a:srgbClr val="044BC9"/>
                    </a:gs>
                    <a:gs pos="100000">
                      <a:srgbClr val="23A2E4"/>
                    </a:gs>
                  </a:gsLst>
                  <a:lin ang="0" scaled="0"/>
                </a:gradFill>
                <a:latin typeface="Aa黑体 (非商业使用)" panose="02010600010101010101" pitchFamily="2" charset="-122"/>
                <a:ea typeface="Aa黑体 (非商业使用)" panose="02010600010101010101" pitchFamily="2" charset="-122"/>
                <a:sym typeface="思源黑体" panose="020B0500000000000000" pitchFamily="34" charset="-122"/>
              </a:rPr>
              <a:t>目标回顾</a:t>
            </a:r>
          </a:p>
        </p:txBody>
      </p:sp>
      <p:sp>
        <p:nvSpPr>
          <p:cNvPr id="18" name="矩形 17">
            <a:extLst>
              <a:ext uri="{FF2B5EF4-FFF2-40B4-BE49-F238E27FC236}">
                <a16:creationId xmlns:a16="http://schemas.microsoft.com/office/drawing/2014/main" id="{535883B3-EF7F-4DF1-A1E7-9EAA262A8946}"/>
              </a:ext>
            </a:extLst>
          </p:cNvPr>
          <p:cNvSpPr/>
          <p:nvPr/>
        </p:nvSpPr>
        <p:spPr>
          <a:xfrm>
            <a:off x="2541328" y="3497499"/>
            <a:ext cx="7109342" cy="812530"/>
          </a:xfrm>
          <a:prstGeom prst="rect">
            <a:avLst/>
          </a:prstGeom>
        </p:spPr>
        <p:txBody>
          <a:bodyPr wrap="square">
            <a:spAutoFit/>
          </a:bodyPr>
          <a:lstStyle/>
          <a:p>
            <a:pPr algn="ctr">
              <a:lnSpc>
                <a:spcPct val="130000"/>
              </a:lnSpc>
              <a:spcBef>
                <a:spcPts val="600"/>
              </a:spcBef>
              <a:spcAft>
                <a:spcPts val="600"/>
              </a:spcAft>
              <a:defRPr/>
            </a:pPr>
            <a:r>
              <a:rPr lang="en-US" altLang="zh-CN" sz="1200" dirty="0">
                <a:solidFill>
                  <a:srgbClr val="044BC9"/>
                </a:solidFill>
                <a:latin typeface="Aa黑体 (非商业使用)" panose="02010600010101010101" pitchFamily="2" charset="-122"/>
                <a:ea typeface="Aa黑体 (非商业使用)" panose="02010600010101010101" pitchFamily="2" charset="-122"/>
              </a:rPr>
              <a:t>Please replace text, click add relevant headline, modify the text content, also can copy your. Please replace text, click add relevant headline, modify the text content, Please replace text, click add relevant headline, modify the text content, also can copy your. Please replace text.</a:t>
            </a:r>
          </a:p>
        </p:txBody>
      </p:sp>
      <p:grpSp>
        <p:nvGrpSpPr>
          <p:cNvPr id="22" name="组合 21"/>
          <p:cNvGrpSpPr/>
          <p:nvPr/>
        </p:nvGrpSpPr>
        <p:grpSpPr>
          <a:xfrm>
            <a:off x="4184571" y="3286874"/>
            <a:ext cx="3822856" cy="0"/>
            <a:chOff x="3746190" y="2146300"/>
            <a:chExt cx="3822856" cy="0"/>
          </a:xfrm>
        </p:grpSpPr>
        <p:cxnSp>
          <p:nvCxnSpPr>
            <p:cNvPr id="23" name="直接连接符 22"/>
            <p:cNvCxnSpPr/>
            <p:nvPr/>
          </p:nvCxnSpPr>
          <p:spPr>
            <a:xfrm>
              <a:off x="3746190" y="2146300"/>
              <a:ext cx="3822856" cy="0"/>
            </a:xfrm>
            <a:prstGeom prst="line">
              <a:avLst/>
            </a:prstGeom>
            <a:ln>
              <a:solidFill>
                <a:srgbClr val="044BC9"/>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746190" y="2146300"/>
              <a:ext cx="914710" cy="0"/>
            </a:xfrm>
            <a:prstGeom prst="line">
              <a:avLst/>
            </a:prstGeom>
            <a:ln w="57150">
              <a:solidFill>
                <a:srgbClr val="044BC9"/>
              </a:solidFill>
            </a:ln>
          </p:spPr>
          <p:style>
            <a:lnRef idx="1">
              <a:schemeClr val="accent1"/>
            </a:lnRef>
            <a:fillRef idx="0">
              <a:schemeClr val="accent1"/>
            </a:fillRef>
            <a:effectRef idx="0">
              <a:schemeClr val="accent1"/>
            </a:effectRef>
            <a:fontRef idx="minor">
              <a:schemeClr val="tx1"/>
            </a:fontRef>
          </p:style>
        </p:cxnSp>
      </p:grpSp>
      <p:sp>
        <p:nvSpPr>
          <p:cNvPr id="26" name="矩形 25"/>
          <p:cNvSpPr/>
          <p:nvPr/>
        </p:nvSpPr>
        <p:spPr>
          <a:xfrm>
            <a:off x="8457078" y="949528"/>
            <a:ext cx="3405842" cy="769441"/>
          </a:xfrm>
          <a:prstGeom prst="rect">
            <a:avLst/>
          </a:prstGeom>
          <a:noFill/>
        </p:spPr>
        <p:txBody>
          <a:bodyPr wrap="square" rtlCol="0">
            <a:spAutoFit/>
          </a:bodyPr>
          <a:lstStyle/>
          <a:p>
            <a:pPr algn="ctr"/>
            <a:r>
              <a:rPr lang="en-US" altLang="zh-CN" sz="4400" b="1" dirty="0">
                <a:ln w="12700">
                  <a:noFill/>
                </a:ln>
                <a:gradFill>
                  <a:gsLst>
                    <a:gs pos="0">
                      <a:srgbClr val="044BC9"/>
                    </a:gs>
                    <a:gs pos="100000">
                      <a:srgbClr val="23A2E4"/>
                    </a:gs>
                  </a:gsLst>
                  <a:lin ang="5400000" scaled="0"/>
                </a:gradFill>
                <a:latin typeface="Aa黑体 (非商业使用)" panose="02010600010101010101" pitchFamily="2" charset="-122"/>
                <a:ea typeface="Aa黑体 (非商业使用)" panose="02010600010101010101" pitchFamily="2" charset="-122"/>
              </a:rPr>
              <a:t>PART 02</a:t>
            </a:r>
            <a:endParaRPr lang="zh-CN" altLang="en-US" sz="4400" b="1" dirty="0">
              <a:ln w="12700">
                <a:noFill/>
              </a:ln>
              <a:gradFill>
                <a:gsLst>
                  <a:gs pos="0">
                    <a:srgbClr val="044BC9"/>
                  </a:gs>
                  <a:gs pos="100000">
                    <a:srgbClr val="23A2E4"/>
                  </a:gs>
                </a:gsLst>
                <a:lin ang="5400000" scaled="0"/>
              </a:gradFill>
              <a:latin typeface="Aa黑体 (非商业使用)" panose="02010600010101010101" pitchFamily="2" charset="-122"/>
              <a:ea typeface="Aa黑体 (非商业使用)" panose="02010600010101010101" pitchFamily="2" charset="-122"/>
            </a:endParaRPr>
          </a:p>
        </p:txBody>
      </p:sp>
    </p:spTree>
    <p:extLst>
      <p:ext uri="{BB962C8B-B14F-4D97-AF65-F5344CB8AC3E}">
        <p14:creationId xmlns:p14="http://schemas.microsoft.com/office/powerpoint/2010/main" val="25308603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4000">
        <p15:prstTrans prst="airplane"/>
      </p:transition>
    </mc:Choice>
    <mc:Fallback xmlns:p14="http://schemas.microsoft.com/office/powerpoint/2010/main" xmlns:a16="http://schemas.microsoft.com/office/drawing/2014/main" xmlns="">
      <p:transition spd="slow" advTm="4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randombar(horizontal)">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41" presetClass="entr" presetSubtype="0" fill="hold" grpId="0" nodeType="clickEffect">
                                  <p:stCondLst>
                                    <p:cond delay="0"/>
                                  </p:stCondLst>
                                  <p:iterate type="lt">
                                    <p:tmPct val="10000"/>
                                  </p:iterate>
                                  <p:childTnLst>
                                    <p:set>
                                      <p:cBhvr>
                                        <p:cTn id="11" dur="1" fill="hold">
                                          <p:stCondLst>
                                            <p:cond delay="0"/>
                                          </p:stCondLst>
                                        </p:cTn>
                                        <p:tgtEl>
                                          <p:spTgt spid="16"/>
                                        </p:tgtEl>
                                        <p:attrNameLst>
                                          <p:attrName>style.visibility</p:attrName>
                                        </p:attrNameLst>
                                      </p:cBhvr>
                                      <p:to>
                                        <p:strVal val="visible"/>
                                      </p:to>
                                    </p:set>
                                    <p:anim calcmode="lin" valueType="num">
                                      <p:cBhvr>
                                        <p:cTn id="12"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16"/>
                                        </p:tgtEl>
                                        <p:attrNameLst>
                                          <p:attrName>ppt_y</p:attrName>
                                        </p:attrNameLst>
                                      </p:cBhvr>
                                      <p:tavLst>
                                        <p:tav tm="0">
                                          <p:val>
                                            <p:strVal val="#ppt_y"/>
                                          </p:val>
                                        </p:tav>
                                        <p:tav tm="100000">
                                          <p:val>
                                            <p:strVal val="#ppt_y"/>
                                          </p:val>
                                        </p:tav>
                                      </p:tavLst>
                                    </p:anim>
                                    <p:anim calcmode="lin" valueType="num">
                                      <p:cBhvr>
                                        <p:cTn id="14"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left)">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randombar(horizontal)">
                                      <p:cBhvr>
                                        <p:cTn id="2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3423744"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工程进度计划</a:t>
            </a:r>
          </a:p>
        </p:txBody>
      </p:sp>
      <p:sp>
        <p:nvSpPr>
          <p:cNvPr id="6" name="Rectangle 89">
            <a:extLst>
              <a:ext uri="{FF2B5EF4-FFF2-40B4-BE49-F238E27FC236}">
                <a16:creationId xmlns:a16="http://schemas.microsoft.com/office/drawing/2014/main" id="{6BE03C29-E040-4120-A09B-892D6014C8E3}"/>
              </a:ext>
            </a:extLst>
          </p:cNvPr>
          <p:cNvSpPr/>
          <p:nvPr/>
        </p:nvSpPr>
        <p:spPr>
          <a:xfrm>
            <a:off x="1263648" y="4965700"/>
            <a:ext cx="4032251" cy="83368"/>
          </a:xfrm>
          <a:prstGeom prst="rect">
            <a:avLst/>
          </a:prstGeom>
          <a:solidFill>
            <a:schemeClr val="bg1">
              <a:lumMod val="7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fontAlgn="auto">
              <a:lnSpc>
                <a:spcPct val="120000"/>
              </a:lnSpc>
              <a:spcBef>
                <a:spcPts val="0"/>
              </a:spcBef>
              <a:spcAft>
                <a:spcPts val="0"/>
              </a:spcAft>
              <a:defRPr/>
            </a:pPr>
            <a:endParaRPr lang="en-US" sz="450" kern="0" dirty="0">
              <a:solidFill>
                <a:schemeClr val="bg1">
                  <a:lumMod val="50000"/>
                </a:schemeClr>
              </a:solidFill>
              <a:ea typeface="微软雅黑" panose="020B0503020204020204" pitchFamily="34" charset="-122"/>
              <a:sym typeface="Arial" panose="020B0604020202020204" pitchFamily="34" charset="0"/>
            </a:endParaRPr>
          </a:p>
        </p:txBody>
      </p:sp>
      <p:cxnSp>
        <p:nvCxnSpPr>
          <p:cNvPr id="7" name="Straight Connector 90">
            <a:extLst>
              <a:ext uri="{FF2B5EF4-FFF2-40B4-BE49-F238E27FC236}">
                <a16:creationId xmlns:a16="http://schemas.microsoft.com/office/drawing/2014/main" id="{5341005C-FF9B-4E3A-8B81-1C71726A5A33}"/>
              </a:ext>
            </a:extLst>
          </p:cNvPr>
          <p:cNvCxnSpPr/>
          <p:nvPr/>
        </p:nvCxnSpPr>
        <p:spPr>
          <a:xfrm rot="16200000" flipV="1">
            <a:off x="527355" y="3613390"/>
            <a:ext cx="2512213" cy="8604"/>
          </a:xfrm>
          <a:prstGeom prst="line">
            <a:avLst/>
          </a:prstGeom>
          <a:noFill/>
          <a:ln w="12700" cap="flat" cmpd="sng" algn="ctr">
            <a:solidFill>
              <a:srgbClr val="044BC9"/>
            </a:solidFill>
            <a:prstDash val="sysDot"/>
            <a:miter lim="800000"/>
            <a:headEnd type="none" w="med" len="med"/>
            <a:tailEnd type="oval" w="med" len="med"/>
          </a:ln>
          <a:effectLst/>
        </p:spPr>
      </p:cxnSp>
      <p:sp>
        <p:nvSpPr>
          <p:cNvPr id="8" name="Rounded Rectangle 94">
            <a:extLst>
              <a:ext uri="{FF2B5EF4-FFF2-40B4-BE49-F238E27FC236}">
                <a16:creationId xmlns:a16="http://schemas.microsoft.com/office/drawing/2014/main" id="{2DA26422-359C-498C-8F5E-557FC183F680}"/>
              </a:ext>
            </a:extLst>
          </p:cNvPr>
          <p:cNvSpPr/>
          <p:nvPr/>
        </p:nvSpPr>
        <p:spPr>
          <a:xfrm>
            <a:off x="1625766" y="3442420"/>
            <a:ext cx="323995" cy="1445980"/>
          </a:xfrm>
          <a:prstGeom prst="roundRect">
            <a:avLst/>
          </a:prstGeom>
          <a:gradFill>
            <a:gsLst>
              <a:gs pos="0">
                <a:srgbClr val="044BC9"/>
              </a:gs>
              <a:gs pos="100000">
                <a:srgbClr val="23A2E4"/>
              </a:gs>
            </a:gsLst>
            <a:lin ang="5400000" scaled="1"/>
          </a:gra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fontAlgn="auto">
              <a:lnSpc>
                <a:spcPct val="120000"/>
              </a:lnSpc>
              <a:spcBef>
                <a:spcPts val="0"/>
              </a:spcBef>
              <a:spcAft>
                <a:spcPts val="0"/>
              </a:spcAft>
              <a:defRPr/>
            </a:pPr>
            <a:endParaRPr lang="en-US" sz="450" kern="0" dirty="0">
              <a:solidFill>
                <a:schemeClr val="bg1">
                  <a:lumMod val="50000"/>
                </a:schemeClr>
              </a:solidFill>
              <a:ea typeface="微软雅黑" panose="020B0503020204020204" pitchFamily="34" charset="-122"/>
              <a:sym typeface="Arial" panose="020B0604020202020204" pitchFamily="34" charset="0"/>
            </a:endParaRPr>
          </a:p>
        </p:txBody>
      </p:sp>
      <p:cxnSp>
        <p:nvCxnSpPr>
          <p:cNvPr id="9" name="Straight Connector 97">
            <a:extLst>
              <a:ext uri="{FF2B5EF4-FFF2-40B4-BE49-F238E27FC236}">
                <a16:creationId xmlns:a16="http://schemas.microsoft.com/office/drawing/2014/main" id="{57DD1F18-424F-4A44-AD1A-748B72B79E58}"/>
              </a:ext>
            </a:extLst>
          </p:cNvPr>
          <p:cNvCxnSpPr/>
          <p:nvPr/>
        </p:nvCxnSpPr>
        <p:spPr>
          <a:xfrm rot="16200000" flipV="1">
            <a:off x="1101050" y="3613390"/>
            <a:ext cx="2512213" cy="8604"/>
          </a:xfrm>
          <a:prstGeom prst="line">
            <a:avLst/>
          </a:prstGeom>
          <a:noFill/>
          <a:ln w="12700" cap="flat" cmpd="sng" algn="ctr">
            <a:solidFill>
              <a:srgbClr val="044BC9"/>
            </a:solidFill>
            <a:prstDash val="sysDot"/>
            <a:miter lim="800000"/>
            <a:headEnd type="none" w="med" len="med"/>
            <a:tailEnd type="oval" w="med" len="med"/>
          </a:ln>
          <a:effectLst/>
        </p:spPr>
      </p:cxnSp>
      <p:sp>
        <p:nvSpPr>
          <p:cNvPr id="10" name="Rounded Rectangle 100">
            <a:extLst>
              <a:ext uri="{FF2B5EF4-FFF2-40B4-BE49-F238E27FC236}">
                <a16:creationId xmlns:a16="http://schemas.microsoft.com/office/drawing/2014/main" id="{051C80F9-4567-446E-8AFA-62AF273B60B9}"/>
              </a:ext>
            </a:extLst>
          </p:cNvPr>
          <p:cNvSpPr/>
          <p:nvPr/>
        </p:nvSpPr>
        <p:spPr>
          <a:xfrm>
            <a:off x="2199460" y="3091878"/>
            <a:ext cx="323995" cy="1796522"/>
          </a:xfrm>
          <a:prstGeom prst="roundRect">
            <a:avLst/>
          </a:prstGeom>
          <a:gradFill>
            <a:gsLst>
              <a:gs pos="0">
                <a:srgbClr val="044BC9"/>
              </a:gs>
              <a:gs pos="100000">
                <a:srgbClr val="23A2E4"/>
              </a:gs>
            </a:gsLst>
            <a:lin ang="5400000" scaled="1"/>
          </a:gra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fontAlgn="auto">
              <a:lnSpc>
                <a:spcPct val="120000"/>
              </a:lnSpc>
              <a:spcBef>
                <a:spcPts val="0"/>
              </a:spcBef>
              <a:spcAft>
                <a:spcPts val="0"/>
              </a:spcAft>
              <a:defRPr/>
            </a:pPr>
            <a:endParaRPr lang="en-US" sz="450" kern="0" dirty="0">
              <a:solidFill>
                <a:schemeClr val="bg1">
                  <a:lumMod val="50000"/>
                </a:schemeClr>
              </a:solidFill>
              <a:ea typeface="微软雅黑" panose="020B0503020204020204" pitchFamily="34" charset="-122"/>
              <a:sym typeface="Arial" panose="020B0604020202020204" pitchFamily="34" charset="0"/>
            </a:endParaRPr>
          </a:p>
        </p:txBody>
      </p:sp>
      <p:cxnSp>
        <p:nvCxnSpPr>
          <p:cNvPr id="11" name="Straight Connector 103">
            <a:extLst>
              <a:ext uri="{FF2B5EF4-FFF2-40B4-BE49-F238E27FC236}">
                <a16:creationId xmlns:a16="http://schemas.microsoft.com/office/drawing/2014/main" id="{353AAF9E-FF93-4961-9323-5F06827AF7A5}"/>
              </a:ext>
            </a:extLst>
          </p:cNvPr>
          <p:cNvCxnSpPr/>
          <p:nvPr/>
        </p:nvCxnSpPr>
        <p:spPr>
          <a:xfrm rot="16200000" flipV="1">
            <a:off x="1674744" y="3613390"/>
            <a:ext cx="2512213" cy="8604"/>
          </a:xfrm>
          <a:prstGeom prst="line">
            <a:avLst/>
          </a:prstGeom>
          <a:noFill/>
          <a:ln w="12700" cap="flat" cmpd="sng" algn="ctr">
            <a:solidFill>
              <a:srgbClr val="044BC9"/>
            </a:solidFill>
            <a:prstDash val="sysDot"/>
            <a:miter lim="800000"/>
            <a:headEnd type="none" w="med" len="med"/>
            <a:tailEnd type="oval" w="med" len="med"/>
          </a:ln>
          <a:effectLst/>
        </p:spPr>
      </p:cxnSp>
      <p:sp>
        <p:nvSpPr>
          <p:cNvPr id="15" name="Rounded Rectangle 106">
            <a:extLst>
              <a:ext uri="{FF2B5EF4-FFF2-40B4-BE49-F238E27FC236}">
                <a16:creationId xmlns:a16="http://schemas.microsoft.com/office/drawing/2014/main" id="{A1132699-47B2-430E-9A5C-CE8A1546E104}"/>
              </a:ext>
            </a:extLst>
          </p:cNvPr>
          <p:cNvSpPr/>
          <p:nvPr/>
        </p:nvSpPr>
        <p:spPr>
          <a:xfrm>
            <a:off x="2773154" y="2858185"/>
            <a:ext cx="323995" cy="2030215"/>
          </a:xfrm>
          <a:prstGeom prst="roundRect">
            <a:avLst/>
          </a:prstGeom>
          <a:gradFill>
            <a:gsLst>
              <a:gs pos="0">
                <a:srgbClr val="044BC9"/>
              </a:gs>
              <a:gs pos="100000">
                <a:srgbClr val="23A2E4"/>
              </a:gs>
            </a:gsLst>
            <a:lin ang="5400000" scaled="1"/>
          </a:gra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fontAlgn="auto">
              <a:lnSpc>
                <a:spcPct val="120000"/>
              </a:lnSpc>
              <a:spcBef>
                <a:spcPts val="0"/>
              </a:spcBef>
              <a:spcAft>
                <a:spcPts val="0"/>
              </a:spcAft>
              <a:defRPr/>
            </a:pPr>
            <a:endParaRPr lang="en-US" sz="450" kern="0" dirty="0">
              <a:solidFill>
                <a:schemeClr val="bg1">
                  <a:lumMod val="50000"/>
                </a:schemeClr>
              </a:solidFill>
              <a:ea typeface="微软雅黑" panose="020B0503020204020204" pitchFamily="34" charset="-122"/>
              <a:sym typeface="Arial" panose="020B0604020202020204" pitchFamily="34" charset="0"/>
            </a:endParaRPr>
          </a:p>
        </p:txBody>
      </p:sp>
      <p:cxnSp>
        <p:nvCxnSpPr>
          <p:cNvPr id="16" name="Straight Connector 107">
            <a:extLst>
              <a:ext uri="{FF2B5EF4-FFF2-40B4-BE49-F238E27FC236}">
                <a16:creationId xmlns:a16="http://schemas.microsoft.com/office/drawing/2014/main" id="{BB3C80DD-2E82-4BA5-9DFA-DAA89477F0BC}"/>
              </a:ext>
            </a:extLst>
          </p:cNvPr>
          <p:cNvCxnSpPr/>
          <p:nvPr/>
        </p:nvCxnSpPr>
        <p:spPr>
          <a:xfrm rot="16200000" flipV="1">
            <a:off x="2248438" y="3613390"/>
            <a:ext cx="2512213" cy="8604"/>
          </a:xfrm>
          <a:prstGeom prst="line">
            <a:avLst/>
          </a:prstGeom>
          <a:noFill/>
          <a:ln w="12700" cap="flat" cmpd="sng" algn="ctr">
            <a:solidFill>
              <a:srgbClr val="044BC9"/>
            </a:solidFill>
            <a:prstDash val="sysDot"/>
            <a:miter lim="800000"/>
            <a:headEnd type="none" w="med" len="med"/>
            <a:tailEnd type="oval" w="med" len="med"/>
          </a:ln>
          <a:effectLst/>
        </p:spPr>
      </p:cxnSp>
      <p:sp>
        <p:nvSpPr>
          <p:cNvPr id="18" name="Rounded Rectangle 120">
            <a:extLst>
              <a:ext uri="{FF2B5EF4-FFF2-40B4-BE49-F238E27FC236}">
                <a16:creationId xmlns:a16="http://schemas.microsoft.com/office/drawing/2014/main" id="{84B732B7-7D5D-41A4-9064-71471FEAE3D4}"/>
              </a:ext>
            </a:extLst>
          </p:cNvPr>
          <p:cNvSpPr/>
          <p:nvPr/>
        </p:nvSpPr>
        <p:spPr>
          <a:xfrm>
            <a:off x="3346848" y="3792962"/>
            <a:ext cx="323995" cy="1095438"/>
          </a:xfrm>
          <a:prstGeom prst="roundRect">
            <a:avLst/>
          </a:prstGeom>
          <a:gradFill>
            <a:gsLst>
              <a:gs pos="0">
                <a:srgbClr val="044BC9"/>
              </a:gs>
              <a:gs pos="100000">
                <a:srgbClr val="23A2E4"/>
              </a:gs>
            </a:gsLst>
            <a:lin ang="5400000" scaled="1"/>
          </a:gra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fontAlgn="auto">
              <a:lnSpc>
                <a:spcPct val="120000"/>
              </a:lnSpc>
              <a:spcBef>
                <a:spcPts val="0"/>
              </a:spcBef>
              <a:spcAft>
                <a:spcPts val="0"/>
              </a:spcAft>
              <a:defRPr/>
            </a:pPr>
            <a:endParaRPr lang="en-US" sz="450" kern="0" dirty="0">
              <a:solidFill>
                <a:schemeClr val="bg1">
                  <a:lumMod val="50000"/>
                </a:schemeClr>
              </a:solidFill>
              <a:ea typeface="微软雅黑" panose="020B0503020204020204" pitchFamily="34" charset="-122"/>
              <a:sym typeface="Arial" panose="020B0604020202020204" pitchFamily="34" charset="0"/>
            </a:endParaRPr>
          </a:p>
        </p:txBody>
      </p:sp>
      <p:cxnSp>
        <p:nvCxnSpPr>
          <p:cNvPr id="19" name="Straight Connector 127">
            <a:extLst>
              <a:ext uri="{FF2B5EF4-FFF2-40B4-BE49-F238E27FC236}">
                <a16:creationId xmlns:a16="http://schemas.microsoft.com/office/drawing/2014/main" id="{6CD17567-614D-4FA9-B41B-C70AF411D077}"/>
              </a:ext>
            </a:extLst>
          </p:cNvPr>
          <p:cNvCxnSpPr/>
          <p:nvPr/>
        </p:nvCxnSpPr>
        <p:spPr>
          <a:xfrm rot="16200000" flipV="1">
            <a:off x="2822123" y="3613390"/>
            <a:ext cx="2512213" cy="8604"/>
          </a:xfrm>
          <a:prstGeom prst="line">
            <a:avLst/>
          </a:prstGeom>
          <a:noFill/>
          <a:ln w="12700" cap="flat" cmpd="sng" algn="ctr">
            <a:solidFill>
              <a:srgbClr val="044BC9"/>
            </a:solidFill>
            <a:prstDash val="sysDot"/>
            <a:miter lim="800000"/>
            <a:headEnd type="none" w="med" len="med"/>
            <a:tailEnd type="oval" w="med" len="med"/>
          </a:ln>
          <a:effectLst/>
        </p:spPr>
      </p:cxnSp>
      <p:sp>
        <p:nvSpPr>
          <p:cNvPr id="20" name="Rounded Rectangle 128">
            <a:extLst>
              <a:ext uri="{FF2B5EF4-FFF2-40B4-BE49-F238E27FC236}">
                <a16:creationId xmlns:a16="http://schemas.microsoft.com/office/drawing/2014/main" id="{ED07347E-5326-42D9-BCBA-5008EBA2EB45}"/>
              </a:ext>
            </a:extLst>
          </p:cNvPr>
          <p:cNvSpPr/>
          <p:nvPr/>
        </p:nvSpPr>
        <p:spPr>
          <a:xfrm>
            <a:off x="3920533" y="3091878"/>
            <a:ext cx="323995" cy="1796522"/>
          </a:xfrm>
          <a:prstGeom prst="roundRect">
            <a:avLst/>
          </a:prstGeom>
          <a:gradFill>
            <a:gsLst>
              <a:gs pos="0">
                <a:srgbClr val="044BC9"/>
              </a:gs>
              <a:gs pos="100000">
                <a:srgbClr val="23A2E4"/>
              </a:gs>
            </a:gsLst>
            <a:lin ang="5400000" scaled="1"/>
          </a:gra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fontAlgn="auto">
              <a:lnSpc>
                <a:spcPct val="120000"/>
              </a:lnSpc>
              <a:spcBef>
                <a:spcPts val="0"/>
              </a:spcBef>
              <a:spcAft>
                <a:spcPts val="0"/>
              </a:spcAft>
              <a:defRPr/>
            </a:pPr>
            <a:endParaRPr lang="en-US" sz="450" kern="0" dirty="0">
              <a:solidFill>
                <a:schemeClr val="bg1">
                  <a:lumMod val="50000"/>
                </a:schemeClr>
              </a:solidFill>
              <a:ea typeface="微软雅黑" panose="020B0503020204020204" pitchFamily="34" charset="-122"/>
              <a:sym typeface="Arial" panose="020B0604020202020204" pitchFamily="34" charset="0"/>
            </a:endParaRPr>
          </a:p>
        </p:txBody>
      </p:sp>
      <p:cxnSp>
        <p:nvCxnSpPr>
          <p:cNvPr id="21" name="Straight Connector 135">
            <a:extLst>
              <a:ext uri="{FF2B5EF4-FFF2-40B4-BE49-F238E27FC236}">
                <a16:creationId xmlns:a16="http://schemas.microsoft.com/office/drawing/2014/main" id="{E8F2EA80-7F7C-430C-BA13-F0DB203AEAF9}"/>
              </a:ext>
            </a:extLst>
          </p:cNvPr>
          <p:cNvCxnSpPr/>
          <p:nvPr/>
        </p:nvCxnSpPr>
        <p:spPr>
          <a:xfrm rot="16200000" flipV="1">
            <a:off x="3395829" y="3613390"/>
            <a:ext cx="2512213" cy="8604"/>
          </a:xfrm>
          <a:prstGeom prst="line">
            <a:avLst/>
          </a:prstGeom>
          <a:noFill/>
          <a:ln w="12700" cap="flat" cmpd="sng" algn="ctr">
            <a:solidFill>
              <a:srgbClr val="044BC9"/>
            </a:solidFill>
            <a:prstDash val="sysDot"/>
            <a:miter lim="800000"/>
            <a:headEnd type="none" w="med" len="med"/>
            <a:tailEnd type="oval" w="med" len="med"/>
          </a:ln>
          <a:effectLst/>
        </p:spPr>
      </p:cxnSp>
      <p:sp>
        <p:nvSpPr>
          <p:cNvPr id="22" name="Rounded Rectangle 136">
            <a:extLst>
              <a:ext uri="{FF2B5EF4-FFF2-40B4-BE49-F238E27FC236}">
                <a16:creationId xmlns:a16="http://schemas.microsoft.com/office/drawing/2014/main" id="{D248212F-E42E-4E9D-AAE3-8ED0F39A9B94}"/>
              </a:ext>
            </a:extLst>
          </p:cNvPr>
          <p:cNvSpPr/>
          <p:nvPr/>
        </p:nvSpPr>
        <p:spPr>
          <a:xfrm>
            <a:off x="4494239" y="2858185"/>
            <a:ext cx="323995" cy="2030215"/>
          </a:xfrm>
          <a:prstGeom prst="roundRect">
            <a:avLst/>
          </a:prstGeom>
          <a:gradFill>
            <a:gsLst>
              <a:gs pos="0">
                <a:srgbClr val="044BC9"/>
              </a:gs>
              <a:gs pos="100000">
                <a:srgbClr val="23A2E4"/>
              </a:gs>
            </a:gsLst>
            <a:lin ang="5400000" scaled="1"/>
          </a:gra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fontAlgn="auto">
              <a:lnSpc>
                <a:spcPct val="120000"/>
              </a:lnSpc>
              <a:spcBef>
                <a:spcPts val="0"/>
              </a:spcBef>
              <a:spcAft>
                <a:spcPts val="0"/>
              </a:spcAft>
              <a:defRPr/>
            </a:pPr>
            <a:endParaRPr lang="en-US" sz="450" kern="0" dirty="0">
              <a:solidFill>
                <a:schemeClr val="bg1">
                  <a:lumMod val="50000"/>
                </a:schemeClr>
              </a:solidFill>
              <a:ea typeface="微软雅黑" panose="020B0503020204020204" pitchFamily="34" charset="-122"/>
              <a:sym typeface="Arial" panose="020B0604020202020204" pitchFamily="34" charset="0"/>
            </a:endParaRPr>
          </a:p>
        </p:txBody>
      </p:sp>
      <p:sp>
        <p:nvSpPr>
          <p:cNvPr id="23" name="Rectangle 143">
            <a:extLst>
              <a:ext uri="{FF2B5EF4-FFF2-40B4-BE49-F238E27FC236}">
                <a16:creationId xmlns:a16="http://schemas.microsoft.com/office/drawing/2014/main" id="{A4D5850A-D3DF-4823-AF5E-28F655EE36B7}"/>
              </a:ext>
            </a:extLst>
          </p:cNvPr>
          <p:cNvSpPr/>
          <p:nvPr/>
        </p:nvSpPr>
        <p:spPr>
          <a:xfrm>
            <a:off x="1666904" y="5094949"/>
            <a:ext cx="228505" cy="298227"/>
          </a:xfrm>
          <a:prstGeom prst="rect">
            <a:avLst/>
          </a:prstGeom>
        </p:spPr>
        <p:txBody>
          <a:bodyPr wrap="none" lIns="0" tIns="0" rIns="0" bIns="0">
            <a:sp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fontAlgn="auto">
              <a:lnSpc>
                <a:spcPct val="120000"/>
              </a:lnSpc>
              <a:spcBef>
                <a:spcPts val="0"/>
              </a:spcBef>
              <a:spcAft>
                <a:spcPts val="0"/>
              </a:spcAft>
              <a:defRPr/>
            </a:pPr>
            <a:r>
              <a:rPr lang="en-US" sz="1050" kern="0" dirty="0">
                <a:solidFill>
                  <a:schemeClr val="bg1">
                    <a:lumMod val="50000"/>
                  </a:schemeClr>
                </a:solidFill>
                <a:latin typeface="+mn-ea"/>
                <a:ea typeface="+mn-ea"/>
                <a:cs typeface="+mn-ea"/>
                <a:sym typeface="Arial" panose="020B0604020202020204" pitchFamily="34" charset="0"/>
              </a:rPr>
              <a:t>55</a:t>
            </a:r>
          </a:p>
        </p:txBody>
      </p:sp>
      <p:sp>
        <p:nvSpPr>
          <p:cNvPr id="24" name="Rectangle 144">
            <a:extLst>
              <a:ext uri="{FF2B5EF4-FFF2-40B4-BE49-F238E27FC236}">
                <a16:creationId xmlns:a16="http://schemas.microsoft.com/office/drawing/2014/main" id="{7DF16B79-7772-400A-BDF4-36CF866B4920}"/>
              </a:ext>
            </a:extLst>
          </p:cNvPr>
          <p:cNvSpPr/>
          <p:nvPr/>
        </p:nvSpPr>
        <p:spPr>
          <a:xfrm>
            <a:off x="2245650" y="5094949"/>
            <a:ext cx="228505" cy="298227"/>
          </a:xfrm>
          <a:prstGeom prst="rect">
            <a:avLst/>
          </a:prstGeom>
        </p:spPr>
        <p:txBody>
          <a:bodyPr wrap="none" lIns="0" tIns="0" rIns="0" bIns="0">
            <a:sp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fontAlgn="auto">
              <a:lnSpc>
                <a:spcPct val="120000"/>
              </a:lnSpc>
              <a:spcBef>
                <a:spcPts val="0"/>
              </a:spcBef>
              <a:spcAft>
                <a:spcPts val="0"/>
              </a:spcAft>
              <a:defRPr/>
            </a:pPr>
            <a:r>
              <a:rPr lang="en-US" sz="1050" kern="0" dirty="0">
                <a:solidFill>
                  <a:schemeClr val="bg1">
                    <a:lumMod val="50000"/>
                  </a:schemeClr>
                </a:solidFill>
                <a:latin typeface="+mn-ea"/>
                <a:ea typeface="+mn-ea"/>
                <a:cs typeface="+mn-ea"/>
                <a:sym typeface="Arial" panose="020B0604020202020204" pitchFamily="34" charset="0"/>
              </a:rPr>
              <a:t>70</a:t>
            </a:r>
          </a:p>
        </p:txBody>
      </p:sp>
      <p:sp>
        <p:nvSpPr>
          <p:cNvPr id="25" name="Rectangle 145">
            <a:extLst>
              <a:ext uri="{FF2B5EF4-FFF2-40B4-BE49-F238E27FC236}">
                <a16:creationId xmlns:a16="http://schemas.microsoft.com/office/drawing/2014/main" id="{E004ADF9-069F-4F69-8E19-2E9F26D3288F}"/>
              </a:ext>
            </a:extLst>
          </p:cNvPr>
          <p:cNvSpPr/>
          <p:nvPr/>
        </p:nvSpPr>
        <p:spPr>
          <a:xfrm>
            <a:off x="2824391" y="5094949"/>
            <a:ext cx="228505" cy="298227"/>
          </a:xfrm>
          <a:prstGeom prst="rect">
            <a:avLst/>
          </a:prstGeom>
        </p:spPr>
        <p:txBody>
          <a:bodyPr wrap="none" lIns="0" tIns="0" rIns="0" bIns="0">
            <a:sp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fontAlgn="auto">
              <a:lnSpc>
                <a:spcPct val="120000"/>
              </a:lnSpc>
              <a:spcBef>
                <a:spcPts val="0"/>
              </a:spcBef>
              <a:spcAft>
                <a:spcPts val="0"/>
              </a:spcAft>
              <a:defRPr/>
            </a:pPr>
            <a:r>
              <a:rPr lang="en-US" sz="1050" kern="0" dirty="0">
                <a:solidFill>
                  <a:schemeClr val="bg1">
                    <a:lumMod val="50000"/>
                  </a:schemeClr>
                </a:solidFill>
                <a:latin typeface="+mn-ea"/>
                <a:ea typeface="+mn-ea"/>
                <a:cs typeface="+mn-ea"/>
                <a:sym typeface="Arial" panose="020B0604020202020204" pitchFamily="34" charset="0"/>
              </a:rPr>
              <a:t>85</a:t>
            </a:r>
          </a:p>
        </p:txBody>
      </p:sp>
      <p:sp>
        <p:nvSpPr>
          <p:cNvPr id="26" name="Rectangle 146">
            <a:extLst>
              <a:ext uri="{FF2B5EF4-FFF2-40B4-BE49-F238E27FC236}">
                <a16:creationId xmlns:a16="http://schemas.microsoft.com/office/drawing/2014/main" id="{D88AD501-0DBD-42C1-86D7-DF60CA3F67CF}"/>
              </a:ext>
            </a:extLst>
          </p:cNvPr>
          <p:cNvSpPr/>
          <p:nvPr/>
        </p:nvSpPr>
        <p:spPr>
          <a:xfrm>
            <a:off x="3403136" y="5094949"/>
            <a:ext cx="228505" cy="298227"/>
          </a:xfrm>
          <a:prstGeom prst="rect">
            <a:avLst/>
          </a:prstGeom>
        </p:spPr>
        <p:txBody>
          <a:bodyPr wrap="none" lIns="0" tIns="0" rIns="0" bIns="0">
            <a:sp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fontAlgn="auto">
              <a:lnSpc>
                <a:spcPct val="120000"/>
              </a:lnSpc>
              <a:spcBef>
                <a:spcPts val="0"/>
              </a:spcBef>
              <a:spcAft>
                <a:spcPts val="0"/>
              </a:spcAft>
              <a:defRPr/>
            </a:pPr>
            <a:r>
              <a:rPr lang="en-US" sz="1050" kern="0" dirty="0">
                <a:solidFill>
                  <a:schemeClr val="bg1">
                    <a:lumMod val="50000"/>
                  </a:schemeClr>
                </a:solidFill>
                <a:latin typeface="+mn-ea"/>
                <a:ea typeface="+mn-ea"/>
                <a:cs typeface="+mn-ea"/>
                <a:sym typeface="Arial" panose="020B0604020202020204" pitchFamily="34" charset="0"/>
              </a:rPr>
              <a:t>40</a:t>
            </a:r>
          </a:p>
        </p:txBody>
      </p:sp>
      <p:sp>
        <p:nvSpPr>
          <p:cNvPr id="27" name="Rectangle 147">
            <a:extLst>
              <a:ext uri="{FF2B5EF4-FFF2-40B4-BE49-F238E27FC236}">
                <a16:creationId xmlns:a16="http://schemas.microsoft.com/office/drawing/2014/main" id="{E0F6E0C0-A2B1-4EDE-A421-AE943F8B76E1}"/>
              </a:ext>
            </a:extLst>
          </p:cNvPr>
          <p:cNvSpPr/>
          <p:nvPr/>
        </p:nvSpPr>
        <p:spPr>
          <a:xfrm>
            <a:off x="3981880" y="5094949"/>
            <a:ext cx="228505" cy="298227"/>
          </a:xfrm>
          <a:prstGeom prst="rect">
            <a:avLst/>
          </a:prstGeom>
        </p:spPr>
        <p:txBody>
          <a:bodyPr wrap="none" lIns="0" tIns="0" rIns="0" bIns="0">
            <a:sp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fontAlgn="auto">
              <a:lnSpc>
                <a:spcPct val="120000"/>
              </a:lnSpc>
              <a:spcBef>
                <a:spcPts val="0"/>
              </a:spcBef>
              <a:spcAft>
                <a:spcPts val="0"/>
              </a:spcAft>
              <a:defRPr/>
            </a:pPr>
            <a:r>
              <a:rPr lang="en-US" sz="1050" kern="0" dirty="0">
                <a:solidFill>
                  <a:schemeClr val="bg1">
                    <a:lumMod val="50000"/>
                  </a:schemeClr>
                </a:solidFill>
                <a:latin typeface="+mn-ea"/>
                <a:ea typeface="+mn-ea"/>
                <a:cs typeface="+mn-ea"/>
                <a:sym typeface="Arial" panose="020B0604020202020204" pitchFamily="34" charset="0"/>
              </a:rPr>
              <a:t>60</a:t>
            </a:r>
          </a:p>
        </p:txBody>
      </p:sp>
      <p:sp>
        <p:nvSpPr>
          <p:cNvPr id="28" name="Rectangle 148">
            <a:extLst>
              <a:ext uri="{FF2B5EF4-FFF2-40B4-BE49-F238E27FC236}">
                <a16:creationId xmlns:a16="http://schemas.microsoft.com/office/drawing/2014/main" id="{09BC8224-1ACD-4D18-B69E-3BA38C038060}"/>
              </a:ext>
            </a:extLst>
          </p:cNvPr>
          <p:cNvSpPr/>
          <p:nvPr/>
        </p:nvSpPr>
        <p:spPr>
          <a:xfrm>
            <a:off x="4560624" y="5094949"/>
            <a:ext cx="228505" cy="298227"/>
          </a:xfrm>
          <a:prstGeom prst="rect">
            <a:avLst/>
          </a:prstGeom>
        </p:spPr>
        <p:txBody>
          <a:bodyPr wrap="none" lIns="0" tIns="0" rIns="0" bIns="0">
            <a:sp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fontAlgn="auto">
              <a:lnSpc>
                <a:spcPct val="120000"/>
              </a:lnSpc>
              <a:spcBef>
                <a:spcPts val="0"/>
              </a:spcBef>
              <a:spcAft>
                <a:spcPts val="0"/>
              </a:spcAft>
              <a:defRPr/>
            </a:pPr>
            <a:r>
              <a:rPr lang="en-US" sz="1050" kern="0" dirty="0">
                <a:solidFill>
                  <a:schemeClr val="bg1">
                    <a:lumMod val="50000"/>
                  </a:schemeClr>
                </a:solidFill>
                <a:latin typeface="+mn-ea"/>
                <a:ea typeface="+mn-ea"/>
                <a:cs typeface="+mn-ea"/>
                <a:sym typeface="Arial" panose="020B0604020202020204" pitchFamily="34" charset="0"/>
              </a:rPr>
              <a:t>80</a:t>
            </a:r>
          </a:p>
        </p:txBody>
      </p:sp>
      <p:sp>
        <p:nvSpPr>
          <p:cNvPr id="29" name="Content Placeholder 2"/>
          <p:cNvSpPr txBox="1">
            <a:spLocks/>
          </p:cNvSpPr>
          <p:nvPr/>
        </p:nvSpPr>
        <p:spPr>
          <a:xfrm>
            <a:off x="6096000" y="1891549"/>
            <a:ext cx="4748733"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en-US" altLang="zh-CN" sz="2000" b="1" dirty="0">
                <a:solidFill>
                  <a:srgbClr val="044BC9"/>
                </a:solidFill>
                <a:latin typeface="思源黑体 Light" panose="020B0300000000000000" pitchFamily="34" charset="-122"/>
                <a:ea typeface="思源黑体 Light" panose="020B0300000000000000" pitchFamily="34" charset="-122"/>
              </a:rPr>
              <a:t>01.</a:t>
            </a: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a:t>
            </a:r>
          </a:p>
        </p:txBody>
      </p:sp>
      <p:sp>
        <p:nvSpPr>
          <p:cNvPr id="32" name="Content Placeholder 2"/>
          <p:cNvSpPr txBox="1">
            <a:spLocks/>
          </p:cNvSpPr>
          <p:nvPr/>
        </p:nvSpPr>
        <p:spPr>
          <a:xfrm>
            <a:off x="6096000" y="3183333"/>
            <a:ext cx="4748733"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en-US" altLang="zh-CN" sz="2000" b="1" dirty="0">
                <a:solidFill>
                  <a:srgbClr val="044BC9"/>
                </a:solidFill>
                <a:latin typeface="思源黑体 Light" panose="020B0300000000000000" pitchFamily="34" charset="-122"/>
                <a:ea typeface="思源黑体 Light" panose="020B0300000000000000" pitchFamily="34" charset="-122"/>
              </a:rPr>
              <a:t>02.</a:t>
            </a: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a:t>
            </a:r>
          </a:p>
        </p:txBody>
      </p:sp>
      <p:sp>
        <p:nvSpPr>
          <p:cNvPr id="33" name="Content Placeholder 2"/>
          <p:cNvSpPr txBox="1">
            <a:spLocks/>
          </p:cNvSpPr>
          <p:nvPr/>
        </p:nvSpPr>
        <p:spPr>
          <a:xfrm>
            <a:off x="6096000" y="4475117"/>
            <a:ext cx="4748733"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en-US" altLang="zh-CN" sz="2000" b="1" dirty="0">
                <a:solidFill>
                  <a:srgbClr val="044BC9"/>
                </a:solidFill>
                <a:latin typeface="思源黑体 Light" panose="020B0300000000000000" pitchFamily="34" charset="-122"/>
                <a:ea typeface="思源黑体 Light" panose="020B0300000000000000" pitchFamily="34" charset="-122"/>
              </a:rPr>
              <a:t>03.</a:t>
            </a: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a:t>
            </a:r>
          </a:p>
        </p:txBody>
      </p:sp>
    </p:spTree>
    <p:extLst>
      <p:ext uri="{BB962C8B-B14F-4D97-AF65-F5344CB8AC3E}">
        <p14:creationId xmlns:p14="http://schemas.microsoft.com/office/powerpoint/2010/main" val="2839069172"/>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down)">
                                      <p:cBhvr>
                                        <p:cTn id="13" dur="500"/>
                                        <p:tgtEl>
                                          <p:spTgt spid="8"/>
                                        </p:tgtEl>
                                      </p:cBhvr>
                                    </p:animEffect>
                                  </p:childTnLst>
                                </p:cTn>
                              </p:par>
                              <p:par>
                                <p:cTn id="14" presetID="22" presetClass="entr" presetSubtype="4"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down)">
                                      <p:cBhvr>
                                        <p:cTn id="19" dur="500"/>
                                        <p:tgtEl>
                                          <p:spTgt spid="10"/>
                                        </p:tgtEl>
                                      </p:cBhvr>
                                    </p:animEffect>
                                  </p:childTnLst>
                                </p:cTn>
                              </p:par>
                              <p:par>
                                <p:cTn id="20" presetID="22" presetClass="entr" presetSubtype="4"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down)">
                                      <p:cBhvr>
                                        <p:cTn id="25" dur="500"/>
                                        <p:tgtEl>
                                          <p:spTgt spid="15"/>
                                        </p:tgtEl>
                                      </p:cBhvr>
                                    </p:animEffect>
                                  </p:childTnLst>
                                </p:cTn>
                              </p:par>
                              <p:par>
                                <p:cTn id="26" presetID="22" presetClass="entr" presetSubtype="4"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down)">
                                      <p:cBhvr>
                                        <p:cTn id="28" dur="500"/>
                                        <p:tgtEl>
                                          <p:spTgt spid="16"/>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down)">
                                      <p:cBhvr>
                                        <p:cTn id="31" dur="500"/>
                                        <p:tgtEl>
                                          <p:spTgt spid="18"/>
                                        </p:tgtEl>
                                      </p:cBhvr>
                                    </p:animEffect>
                                  </p:childTnLst>
                                </p:cTn>
                              </p:par>
                              <p:par>
                                <p:cTn id="32" presetID="22" presetClass="entr" presetSubtype="4"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wipe(down)">
                                      <p:cBhvr>
                                        <p:cTn id="34" dur="500"/>
                                        <p:tgtEl>
                                          <p:spTgt spid="19"/>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down)">
                                      <p:cBhvr>
                                        <p:cTn id="37" dur="500"/>
                                        <p:tgtEl>
                                          <p:spTgt spid="20"/>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wipe(down)">
                                      <p:cBhvr>
                                        <p:cTn id="40" dur="500"/>
                                        <p:tgtEl>
                                          <p:spTgt spid="22"/>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wipe(down)">
                                      <p:cBhvr>
                                        <p:cTn id="43" dur="500"/>
                                        <p:tgtEl>
                                          <p:spTgt spid="23"/>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wipe(down)">
                                      <p:cBhvr>
                                        <p:cTn id="46" dur="500"/>
                                        <p:tgtEl>
                                          <p:spTgt spid="24"/>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wipe(down)">
                                      <p:cBhvr>
                                        <p:cTn id="49" dur="500"/>
                                        <p:tgtEl>
                                          <p:spTgt spid="25"/>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wipe(down)">
                                      <p:cBhvr>
                                        <p:cTn id="52" dur="500"/>
                                        <p:tgtEl>
                                          <p:spTgt spid="26"/>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wipe(down)">
                                      <p:cBhvr>
                                        <p:cTn id="55" dur="500"/>
                                        <p:tgtEl>
                                          <p:spTgt spid="27"/>
                                        </p:tgtEl>
                                      </p:cBhvr>
                                    </p:animEffect>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anim calcmode="lin" valueType="num">
                                      <p:cBhvr>
                                        <p:cTn id="61" dur="500" fill="hold"/>
                                        <p:tgtEl>
                                          <p:spTgt spid="21"/>
                                        </p:tgtEl>
                                        <p:attrNameLst>
                                          <p:attrName>ppt_x</p:attrName>
                                        </p:attrNameLst>
                                      </p:cBhvr>
                                      <p:tavLst>
                                        <p:tav tm="0">
                                          <p:val>
                                            <p:strVal val="#ppt_x"/>
                                          </p:val>
                                        </p:tav>
                                        <p:tav tm="100000">
                                          <p:val>
                                            <p:strVal val="#ppt_x"/>
                                          </p:val>
                                        </p:tav>
                                      </p:tavLst>
                                    </p:anim>
                                    <p:anim calcmode="lin" valueType="num">
                                      <p:cBhvr>
                                        <p:cTn id="62" dur="500" fill="hold"/>
                                        <p:tgtEl>
                                          <p:spTgt spid="21"/>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500"/>
                                        <p:tgtEl>
                                          <p:spTgt spid="28"/>
                                        </p:tgtEl>
                                      </p:cBhvr>
                                    </p:animEffect>
                                    <p:anim calcmode="lin" valueType="num">
                                      <p:cBhvr>
                                        <p:cTn id="66" dur="500" fill="hold"/>
                                        <p:tgtEl>
                                          <p:spTgt spid="28"/>
                                        </p:tgtEl>
                                        <p:attrNameLst>
                                          <p:attrName>ppt_x</p:attrName>
                                        </p:attrNameLst>
                                      </p:cBhvr>
                                      <p:tavLst>
                                        <p:tav tm="0">
                                          <p:val>
                                            <p:strVal val="#ppt_x"/>
                                          </p:val>
                                        </p:tav>
                                        <p:tav tm="100000">
                                          <p:val>
                                            <p:strVal val="#ppt_x"/>
                                          </p:val>
                                        </p:tav>
                                      </p:tavLst>
                                    </p:anim>
                                    <p:anim calcmode="lin" valueType="num">
                                      <p:cBhvr>
                                        <p:cTn id="67" dur="500" fill="hold"/>
                                        <p:tgtEl>
                                          <p:spTgt spid="28"/>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500"/>
                                        <p:tgtEl>
                                          <p:spTgt spid="29"/>
                                        </p:tgtEl>
                                      </p:cBhvr>
                                    </p:animEffect>
                                    <p:anim calcmode="lin" valueType="num">
                                      <p:cBhvr>
                                        <p:cTn id="71" dur="500" fill="hold"/>
                                        <p:tgtEl>
                                          <p:spTgt spid="29"/>
                                        </p:tgtEl>
                                        <p:attrNameLst>
                                          <p:attrName>ppt_x</p:attrName>
                                        </p:attrNameLst>
                                      </p:cBhvr>
                                      <p:tavLst>
                                        <p:tav tm="0">
                                          <p:val>
                                            <p:strVal val="#ppt_x"/>
                                          </p:val>
                                        </p:tav>
                                        <p:tav tm="100000">
                                          <p:val>
                                            <p:strVal val="#ppt_x"/>
                                          </p:val>
                                        </p:tav>
                                      </p:tavLst>
                                    </p:anim>
                                    <p:anim calcmode="lin" valueType="num">
                                      <p:cBhvr>
                                        <p:cTn id="72" dur="500" fill="hold"/>
                                        <p:tgtEl>
                                          <p:spTgt spid="29"/>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fade">
                                      <p:cBhvr>
                                        <p:cTn id="75" dur="500"/>
                                        <p:tgtEl>
                                          <p:spTgt spid="32"/>
                                        </p:tgtEl>
                                      </p:cBhvr>
                                    </p:animEffect>
                                    <p:anim calcmode="lin" valueType="num">
                                      <p:cBhvr>
                                        <p:cTn id="76" dur="500" fill="hold"/>
                                        <p:tgtEl>
                                          <p:spTgt spid="32"/>
                                        </p:tgtEl>
                                        <p:attrNameLst>
                                          <p:attrName>ppt_x</p:attrName>
                                        </p:attrNameLst>
                                      </p:cBhvr>
                                      <p:tavLst>
                                        <p:tav tm="0">
                                          <p:val>
                                            <p:strVal val="#ppt_x"/>
                                          </p:val>
                                        </p:tav>
                                        <p:tav tm="100000">
                                          <p:val>
                                            <p:strVal val="#ppt_x"/>
                                          </p:val>
                                        </p:tav>
                                      </p:tavLst>
                                    </p:anim>
                                    <p:anim calcmode="lin" valueType="num">
                                      <p:cBhvr>
                                        <p:cTn id="77" dur="500" fill="hold"/>
                                        <p:tgtEl>
                                          <p:spTgt spid="32"/>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33"/>
                                        </p:tgtEl>
                                        <p:attrNameLst>
                                          <p:attrName>style.visibility</p:attrName>
                                        </p:attrNameLst>
                                      </p:cBhvr>
                                      <p:to>
                                        <p:strVal val="visible"/>
                                      </p:to>
                                    </p:set>
                                    <p:animEffect transition="in" filter="fade">
                                      <p:cBhvr>
                                        <p:cTn id="80" dur="500"/>
                                        <p:tgtEl>
                                          <p:spTgt spid="33"/>
                                        </p:tgtEl>
                                      </p:cBhvr>
                                    </p:animEffect>
                                    <p:anim calcmode="lin" valueType="num">
                                      <p:cBhvr>
                                        <p:cTn id="81" dur="500" fill="hold"/>
                                        <p:tgtEl>
                                          <p:spTgt spid="33"/>
                                        </p:tgtEl>
                                        <p:attrNameLst>
                                          <p:attrName>ppt_x</p:attrName>
                                        </p:attrNameLst>
                                      </p:cBhvr>
                                      <p:tavLst>
                                        <p:tav tm="0">
                                          <p:val>
                                            <p:strVal val="#ppt_x"/>
                                          </p:val>
                                        </p:tav>
                                        <p:tav tm="100000">
                                          <p:val>
                                            <p:strVal val="#ppt_x"/>
                                          </p:val>
                                        </p:tav>
                                      </p:tavLst>
                                    </p:anim>
                                    <p:anim calcmode="lin" valueType="num">
                                      <p:cBhvr>
                                        <p:cTn id="82" dur="5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5" grpId="0" animBg="1"/>
      <p:bldP spid="18" grpId="0" animBg="1"/>
      <p:bldP spid="20" grpId="0" animBg="1"/>
      <p:bldP spid="22" grpId="0" animBg="1"/>
      <p:bldP spid="23" grpId="0"/>
      <p:bldP spid="24" grpId="0"/>
      <p:bldP spid="25" grpId="0"/>
      <p:bldP spid="26" grpId="0"/>
      <p:bldP spid="27" grpId="0"/>
      <p:bldP spid="28" grpId="0"/>
      <p:bldP spid="29" grpId="0"/>
      <p:bldP spid="32" grpId="0"/>
      <p:bldP spid="3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3423744"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工程进度计划</a:t>
            </a:r>
          </a:p>
        </p:txBody>
      </p:sp>
      <p:sp>
        <p:nvSpPr>
          <p:cNvPr id="6" name="Rectangle: Rounded Corners 4">
            <a:extLst>
              <a:ext uri="{FF2B5EF4-FFF2-40B4-BE49-F238E27FC236}">
                <a16:creationId xmlns:a16="http://schemas.microsoft.com/office/drawing/2014/main" id="{054DE550-4663-4D34-AB71-0EDC1CFA61A5}"/>
              </a:ext>
            </a:extLst>
          </p:cNvPr>
          <p:cNvSpPr/>
          <p:nvPr/>
        </p:nvSpPr>
        <p:spPr>
          <a:xfrm>
            <a:off x="830315" y="1698707"/>
            <a:ext cx="5076825" cy="2928954"/>
          </a:xfrm>
          <a:prstGeom prst="roundRect">
            <a:avLst>
              <a:gd name="adj" fmla="val 712"/>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prstClr val="white"/>
              </a:solidFill>
              <a:effectLst/>
              <a:uLnTx/>
              <a:uFillTx/>
              <a:latin typeface="+mn-ea"/>
              <a:cs typeface="+mn-ea"/>
              <a:sym typeface="+mn-lt"/>
            </a:endParaRPr>
          </a:p>
        </p:txBody>
      </p:sp>
      <p:grpSp>
        <p:nvGrpSpPr>
          <p:cNvPr id="7" name="Group 16">
            <a:extLst>
              <a:ext uri="{FF2B5EF4-FFF2-40B4-BE49-F238E27FC236}">
                <a16:creationId xmlns:a16="http://schemas.microsoft.com/office/drawing/2014/main" id="{168C6504-0DB3-4DB0-9C4F-CD123A8FB266}"/>
              </a:ext>
            </a:extLst>
          </p:cNvPr>
          <p:cNvGrpSpPr/>
          <p:nvPr/>
        </p:nvGrpSpPr>
        <p:grpSpPr>
          <a:xfrm>
            <a:off x="1245121" y="2030687"/>
            <a:ext cx="2123607" cy="350143"/>
            <a:chOff x="6653668" y="3906641"/>
            <a:chExt cx="2123607" cy="350143"/>
          </a:xfrm>
        </p:grpSpPr>
        <p:sp>
          <p:nvSpPr>
            <p:cNvPr id="8" name="Rectangle 19">
              <a:extLst>
                <a:ext uri="{FF2B5EF4-FFF2-40B4-BE49-F238E27FC236}">
                  <a16:creationId xmlns:a16="http://schemas.microsoft.com/office/drawing/2014/main" id="{56E90943-E654-4B85-84B3-4EB94D81A709}"/>
                </a:ext>
              </a:extLst>
            </p:cNvPr>
            <p:cNvSpPr/>
            <p:nvPr/>
          </p:nvSpPr>
          <p:spPr>
            <a:xfrm>
              <a:off x="7148716" y="3906641"/>
              <a:ext cx="1628559" cy="350143"/>
            </a:xfrm>
            <a:prstGeom prst="rect">
              <a:avLst/>
            </a:prstGeom>
            <a:noFill/>
            <a:ln w="12700" cap="flat" cmpd="sng" algn="ctr">
              <a:noFill/>
              <a:prstDash val="solid"/>
              <a:miter lim="800000"/>
            </a:ln>
            <a:effectLst/>
          </p:spPr>
          <p:txBody>
            <a:bodyPr lIns="0" tIns="0" rIns="36000" bIns="0" rtlCol="0" anchor="ctr">
              <a:noAutofit/>
            </a:bodyPr>
            <a:lstStyle/>
            <a:p>
              <a:pPr>
                <a:defRPr/>
              </a:pPr>
              <a:r>
                <a:rPr lang="zh-CN" altLang="en-US" sz="2000" b="1" kern="0" dirty="0">
                  <a:solidFill>
                    <a:srgbClr val="044BC9"/>
                  </a:solidFill>
                  <a:latin typeface="思源黑体 Light" panose="020B0300000000000000" pitchFamily="34" charset="-122"/>
                  <a:ea typeface="思源黑体 Light" panose="020B0300000000000000" pitchFamily="34" charset="-122"/>
                  <a:cs typeface="+mn-ea"/>
                  <a:sym typeface="+mn-lt"/>
                </a:rPr>
                <a:t>添加标题 </a:t>
              </a:r>
              <a:r>
                <a:rPr lang="en-US" altLang="zh-CN" sz="2000" b="1" kern="0" dirty="0">
                  <a:solidFill>
                    <a:srgbClr val="044BC9"/>
                  </a:solidFill>
                  <a:latin typeface="思源黑体 Light" panose="020B0300000000000000" pitchFamily="34" charset="-122"/>
                  <a:ea typeface="思源黑体 Light" panose="020B0300000000000000" pitchFamily="34" charset="-122"/>
                  <a:cs typeface="+mn-ea"/>
                  <a:sym typeface="+mn-lt"/>
                </a:rPr>
                <a:t>01</a:t>
              </a:r>
              <a:endParaRPr lang="en-IN" sz="2000" b="1" kern="0" dirty="0">
                <a:solidFill>
                  <a:srgbClr val="044BC9"/>
                </a:solidFill>
                <a:latin typeface="思源黑体 Light" panose="020B0300000000000000" pitchFamily="34" charset="-122"/>
                <a:ea typeface="思源黑体 Light" panose="020B0300000000000000" pitchFamily="34" charset="-122"/>
                <a:cs typeface="+mn-ea"/>
                <a:sym typeface="+mn-lt"/>
              </a:endParaRPr>
            </a:p>
          </p:txBody>
        </p:sp>
        <p:grpSp>
          <p:nvGrpSpPr>
            <p:cNvPr id="9" name="Group 23">
              <a:extLst>
                <a:ext uri="{FF2B5EF4-FFF2-40B4-BE49-F238E27FC236}">
                  <a16:creationId xmlns:a16="http://schemas.microsoft.com/office/drawing/2014/main" id="{C96DD9B3-0956-42A2-ABD4-18308552864B}"/>
                </a:ext>
              </a:extLst>
            </p:cNvPr>
            <p:cNvGrpSpPr/>
            <p:nvPr/>
          </p:nvGrpSpPr>
          <p:grpSpPr>
            <a:xfrm>
              <a:off x="6653668" y="3970820"/>
              <a:ext cx="193831" cy="176768"/>
              <a:chOff x="7693025" y="1104900"/>
              <a:chExt cx="703263" cy="641350"/>
            </a:xfrm>
            <a:solidFill>
              <a:sysClr val="window" lastClr="FFFFFF"/>
            </a:solidFill>
          </p:grpSpPr>
          <p:sp>
            <p:nvSpPr>
              <p:cNvPr id="10" name="Freeform 48">
                <a:extLst>
                  <a:ext uri="{FF2B5EF4-FFF2-40B4-BE49-F238E27FC236}">
                    <a16:creationId xmlns:a16="http://schemas.microsoft.com/office/drawing/2014/main" id="{07687673-24E2-450C-BE7E-73A7175CFB19}"/>
                  </a:ext>
                </a:extLst>
              </p:cNvPr>
              <p:cNvSpPr>
                <a:spLocks noEditPoints="1"/>
              </p:cNvSpPr>
              <p:nvPr/>
            </p:nvSpPr>
            <p:spPr bwMode="auto">
              <a:xfrm>
                <a:off x="7948613" y="1158875"/>
                <a:ext cx="190500" cy="206375"/>
              </a:xfrm>
              <a:custGeom>
                <a:avLst/>
                <a:gdLst>
                  <a:gd name="T0" fmla="*/ 458 w 959"/>
                  <a:gd name="T1" fmla="*/ 628 h 1040"/>
                  <a:gd name="T2" fmla="*/ 345 w 959"/>
                  <a:gd name="T3" fmla="*/ 904 h 1040"/>
                  <a:gd name="T4" fmla="*/ 614 w 959"/>
                  <a:gd name="T5" fmla="*/ 905 h 1040"/>
                  <a:gd name="T6" fmla="*/ 503 w 959"/>
                  <a:gd name="T7" fmla="*/ 628 h 1040"/>
                  <a:gd name="T8" fmla="*/ 514 w 959"/>
                  <a:gd name="T9" fmla="*/ 585 h 1040"/>
                  <a:gd name="T10" fmla="*/ 446 w 959"/>
                  <a:gd name="T11" fmla="*/ 585 h 1040"/>
                  <a:gd name="T12" fmla="*/ 480 w 959"/>
                  <a:gd name="T13" fmla="*/ 0 h 1040"/>
                  <a:gd name="T14" fmla="*/ 557 w 959"/>
                  <a:gd name="T15" fmla="*/ 12 h 1040"/>
                  <a:gd name="T16" fmla="*/ 625 w 959"/>
                  <a:gd name="T17" fmla="*/ 44 h 1040"/>
                  <a:gd name="T18" fmla="*/ 680 w 959"/>
                  <a:gd name="T19" fmla="*/ 93 h 1040"/>
                  <a:gd name="T20" fmla="*/ 721 w 959"/>
                  <a:gd name="T21" fmla="*/ 155 h 1040"/>
                  <a:gd name="T22" fmla="*/ 742 w 959"/>
                  <a:gd name="T23" fmla="*/ 229 h 1040"/>
                  <a:gd name="T24" fmla="*/ 742 w 959"/>
                  <a:gd name="T25" fmla="*/ 309 h 1040"/>
                  <a:gd name="T26" fmla="*/ 722 w 959"/>
                  <a:gd name="T27" fmla="*/ 389 h 1040"/>
                  <a:gd name="T28" fmla="*/ 683 w 959"/>
                  <a:gd name="T29" fmla="*/ 463 h 1040"/>
                  <a:gd name="T30" fmla="*/ 630 w 959"/>
                  <a:gd name="T31" fmla="*/ 525 h 1040"/>
                  <a:gd name="T32" fmla="*/ 650 w 959"/>
                  <a:gd name="T33" fmla="*/ 566 h 1040"/>
                  <a:gd name="T34" fmla="*/ 742 w 959"/>
                  <a:gd name="T35" fmla="*/ 611 h 1040"/>
                  <a:gd name="T36" fmla="*/ 823 w 959"/>
                  <a:gd name="T37" fmla="*/ 670 h 1040"/>
                  <a:gd name="T38" fmla="*/ 887 w 959"/>
                  <a:gd name="T39" fmla="*/ 740 h 1040"/>
                  <a:gd name="T40" fmla="*/ 932 w 959"/>
                  <a:gd name="T41" fmla="*/ 813 h 1040"/>
                  <a:gd name="T42" fmla="*/ 957 w 959"/>
                  <a:gd name="T43" fmla="*/ 886 h 1040"/>
                  <a:gd name="T44" fmla="*/ 956 w 959"/>
                  <a:gd name="T45" fmla="*/ 937 h 1040"/>
                  <a:gd name="T46" fmla="*/ 929 w 959"/>
                  <a:gd name="T47" fmla="*/ 966 h 1040"/>
                  <a:gd name="T48" fmla="*/ 878 w 959"/>
                  <a:gd name="T49" fmla="*/ 991 h 1040"/>
                  <a:gd name="T50" fmla="*/ 809 w 959"/>
                  <a:gd name="T51" fmla="*/ 1011 h 1040"/>
                  <a:gd name="T52" fmla="*/ 726 w 959"/>
                  <a:gd name="T53" fmla="*/ 1025 h 1040"/>
                  <a:gd name="T54" fmla="*/ 631 w 959"/>
                  <a:gd name="T55" fmla="*/ 1035 h 1040"/>
                  <a:gd name="T56" fmla="*/ 531 w 959"/>
                  <a:gd name="T57" fmla="*/ 1040 h 1040"/>
                  <a:gd name="T58" fmla="*/ 429 w 959"/>
                  <a:gd name="T59" fmla="*/ 1040 h 1040"/>
                  <a:gd name="T60" fmla="*/ 328 w 959"/>
                  <a:gd name="T61" fmla="*/ 1035 h 1040"/>
                  <a:gd name="T62" fmla="*/ 233 w 959"/>
                  <a:gd name="T63" fmla="*/ 1025 h 1040"/>
                  <a:gd name="T64" fmla="*/ 150 w 959"/>
                  <a:gd name="T65" fmla="*/ 1011 h 1040"/>
                  <a:gd name="T66" fmla="*/ 81 w 959"/>
                  <a:gd name="T67" fmla="*/ 991 h 1040"/>
                  <a:gd name="T68" fmla="*/ 30 w 959"/>
                  <a:gd name="T69" fmla="*/ 966 h 1040"/>
                  <a:gd name="T70" fmla="*/ 3 w 959"/>
                  <a:gd name="T71" fmla="*/ 937 h 1040"/>
                  <a:gd name="T72" fmla="*/ 3 w 959"/>
                  <a:gd name="T73" fmla="*/ 886 h 1040"/>
                  <a:gd name="T74" fmla="*/ 27 w 959"/>
                  <a:gd name="T75" fmla="*/ 813 h 1040"/>
                  <a:gd name="T76" fmla="*/ 73 w 959"/>
                  <a:gd name="T77" fmla="*/ 740 h 1040"/>
                  <a:gd name="T78" fmla="*/ 137 w 959"/>
                  <a:gd name="T79" fmla="*/ 670 h 1040"/>
                  <a:gd name="T80" fmla="*/ 217 w 959"/>
                  <a:gd name="T81" fmla="*/ 611 h 1040"/>
                  <a:gd name="T82" fmla="*/ 311 w 959"/>
                  <a:gd name="T83" fmla="*/ 566 h 1040"/>
                  <a:gd name="T84" fmla="*/ 330 w 959"/>
                  <a:gd name="T85" fmla="*/ 525 h 1040"/>
                  <a:gd name="T86" fmla="*/ 277 w 959"/>
                  <a:gd name="T87" fmla="*/ 463 h 1040"/>
                  <a:gd name="T88" fmla="*/ 239 w 959"/>
                  <a:gd name="T89" fmla="*/ 389 h 1040"/>
                  <a:gd name="T90" fmla="*/ 218 w 959"/>
                  <a:gd name="T91" fmla="*/ 309 h 1040"/>
                  <a:gd name="T92" fmla="*/ 218 w 959"/>
                  <a:gd name="T93" fmla="*/ 229 h 1040"/>
                  <a:gd name="T94" fmla="*/ 240 w 959"/>
                  <a:gd name="T95" fmla="*/ 155 h 1040"/>
                  <a:gd name="T96" fmla="*/ 280 w 959"/>
                  <a:gd name="T97" fmla="*/ 93 h 1040"/>
                  <a:gd name="T98" fmla="*/ 336 w 959"/>
                  <a:gd name="T99" fmla="*/ 44 h 1040"/>
                  <a:gd name="T100" fmla="*/ 404 w 959"/>
                  <a:gd name="T101" fmla="*/ 12 h 1040"/>
                  <a:gd name="T102" fmla="*/ 480 w 959"/>
                  <a:gd name="T103" fmla="*/ 0 h 10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59" h="1040">
                    <a:moveTo>
                      <a:pt x="413" y="576"/>
                    </a:moveTo>
                    <a:lnTo>
                      <a:pt x="458" y="628"/>
                    </a:lnTo>
                    <a:lnTo>
                      <a:pt x="459" y="628"/>
                    </a:lnTo>
                    <a:lnTo>
                      <a:pt x="345" y="904"/>
                    </a:lnTo>
                    <a:lnTo>
                      <a:pt x="480" y="1040"/>
                    </a:lnTo>
                    <a:lnTo>
                      <a:pt x="614" y="905"/>
                    </a:lnTo>
                    <a:lnTo>
                      <a:pt x="502" y="628"/>
                    </a:lnTo>
                    <a:lnTo>
                      <a:pt x="503" y="628"/>
                    </a:lnTo>
                    <a:lnTo>
                      <a:pt x="546" y="576"/>
                    </a:lnTo>
                    <a:lnTo>
                      <a:pt x="514" y="585"/>
                    </a:lnTo>
                    <a:lnTo>
                      <a:pt x="480" y="588"/>
                    </a:lnTo>
                    <a:lnTo>
                      <a:pt x="446" y="585"/>
                    </a:lnTo>
                    <a:lnTo>
                      <a:pt x="413" y="576"/>
                    </a:lnTo>
                    <a:close/>
                    <a:moveTo>
                      <a:pt x="480" y="0"/>
                    </a:moveTo>
                    <a:lnTo>
                      <a:pt x="519" y="4"/>
                    </a:lnTo>
                    <a:lnTo>
                      <a:pt x="557" y="12"/>
                    </a:lnTo>
                    <a:lnTo>
                      <a:pt x="591" y="25"/>
                    </a:lnTo>
                    <a:lnTo>
                      <a:pt x="625" y="44"/>
                    </a:lnTo>
                    <a:lnTo>
                      <a:pt x="654" y="67"/>
                    </a:lnTo>
                    <a:lnTo>
                      <a:pt x="680" y="93"/>
                    </a:lnTo>
                    <a:lnTo>
                      <a:pt x="703" y="123"/>
                    </a:lnTo>
                    <a:lnTo>
                      <a:pt x="721" y="155"/>
                    </a:lnTo>
                    <a:lnTo>
                      <a:pt x="734" y="191"/>
                    </a:lnTo>
                    <a:lnTo>
                      <a:pt x="742" y="229"/>
                    </a:lnTo>
                    <a:lnTo>
                      <a:pt x="746" y="269"/>
                    </a:lnTo>
                    <a:lnTo>
                      <a:pt x="742" y="309"/>
                    </a:lnTo>
                    <a:lnTo>
                      <a:pt x="735" y="348"/>
                    </a:lnTo>
                    <a:lnTo>
                      <a:pt x="722" y="389"/>
                    </a:lnTo>
                    <a:lnTo>
                      <a:pt x="705" y="427"/>
                    </a:lnTo>
                    <a:lnTo>
                      <a:pt x="683" y="463"/>
                    </a:lnTo>
                    <a:lnTo>
                      <a:pt x="658" y="496"/>
                    </a:lnTo>
                    <a:lnTo>
                      <a:pt x="630" y="525"/>
                    </a:lnTo>
                    <a:lnTo>
                      <a:pt x="599" y="550"/>
                    </a:lnTo>
                    <a:lnTo>
                      <a:pt x="650" y="566"/>
                    </a:lnTo>
                    <a:lnTo>
                      <a:pt x="697" y="586"/>
                    </a:lnTo>
                    <a:lnTo>
                      <a:pt x="742" y="611"/>
                    </a:lnTo>
                    <a:lnTo>
                      <a:pt x="785" y="640"/>
                    </a:lnTo>
                    <a:lnTo>
                      <a:pt x="823" y="670"/>
                    </a:lnTo>
                    <a:lnTo>
                      <a:pt x="857" y="704"/>
                    </a:lnTo>
                    <a:lnTo>
                      <a:pt x="887" y="740"/>
                    </a:lnTo>
                    <a:lnTo>
                      <a:pt x="912" y="776"/>
                    </a:lnTo>
                    <a:lnTo>
                      <a:pt x="932" y="813"/>
                    </a:lnTo>
                    <a:lnTo>
                      <a:pt x="947" y="850"/>
                    </a:lnTo>
                    <a:lnTo>
                      <a:pt x="957" y="886"/>
                    </a:lnTo>
                    <a:lnTo>
                      <a:pt x="959" y="920"/>
                    </a:lnTo>
                    <a:lnTo>
                      <a:pt x="956" y="937"/>
                    </a:lnTo>
                    <a:lnTo>
                      <a:pt x="946" y="952"/>
                    </a:lnTo>
                    <a:lnTo>
                      <a:pt x="929" y="966"/>
                    </a:lnTo>
                    <a:lnTo>
                      <a:pt x="906" y="979"/>
                    </a:lnTo>
                    <a:lnTo>
                      <a:pt x="878" y="991"/>
                    </a:lnTo>
                    <a:lnTo>
                      <a:pt x="846" y="1001"/>
                    </a:lnTo>
                    <a:lnTo>
                      <a:pt x="809" y="1011"/>
                    </a:lnTo>
                    <a:lnTo>
                      <a:pt x="769" y="1018"/>
                    </a:lnTo>
                    <a:lnTo>
                      <a:pt x="726" y="1025"/>
                    </a:lnTo>
                    <a:lnTo>
                      <a:pt x="680" y="1030"/>
                    </a:lnTo>
                    <a:lnTo>
                      <a:pt x="631" y="1035"/>
                    </a:lnTo>
                    <a:lnTo>
                      <a:pt x="582" y="1038"/>
                    </a:lnTo>
                    <a:lnTo>
                      <a:pt x="531" y="1040"/>
                    </a:lnTo>
                    <a:lnTo>
                      <a:pt x="480" y="1040"/>
                    </a:lnTo>
                    <a:lnTo>
                      <a:pt x="429" y="1040"/>
                    </a:lnTo>
                    <a:lnTo>
                      <a:pt x="378" y="1038"/>
                    </a:lnTo>
                    <a:lnTo>
                      <a:pt x="328" y="1035"/>
                    </a:lnTo>
                    <a:lnTo>
                      <a:pt x="280" y="1030"/>
                    </a:lnTo>
                    <a:lnTo>
                      <a:pt x="233" y="1025"/>
                    </a:lnTo>
                    <a:lnTo>
                      <a:pt x="190" y="1018"/>
                    </a:lnTo>
                    <a:lnTo>
                      <a:pt x="150" y="1011"/>
                    </a:lnTo>
                    <a:lnTo>
                      <a:pt x="114" y="1001"/>
                    </a:lnTo>
                    <a:lnTo>
                      <a:pt x="81" y="991"/>
                    </a:lnTo>
                    <a:lnTo>
                      <a:pt x="53" y="979"/>
                    </a:lnTo>
                    <a:lnTo>
                      <a:pt x="30" y="966"/>
                    </a:lnTo>
                    <a:lnTo>
                      <a:pt x="14" y="952"/>
                    </a:lnTo>
                    <a:lnTo>
                      <a:pt x="3" y="937"/>
                    </a:lnTo>
                    <a:lnTo>
                      <a:pt x="0" y="920"/>
                    </a:lnTo>
                    <a:lnTo>
                      <a:pt x="3" y="886"/>
                    </a:lnTo>
                    <a:lnTo>
                      <a:pt x="12" y="850"/>
                    </a:lnTo>
                    <a:lnTo>
                      <a:pt x="27" y="813"/>
                    </a:lnTo>
                    <a:lnTo>
                      <a:pt x="48" y="776"/>
                    </a:lnTo>
                    <a:lnTo>
                      <a:pt x="73" y="740"/>
                    </a:lnTo>
                    <a:lnTo>
                      <a:pt x="103" y="704"/>
                    </a:lnTo>
                    <a:lnTo>
                      <a:pt x="137" y="670"/>
                    </a:lnTo>
                    <a:lnTo>
                      <a:pt x="175" y="640"/>
                    </a:lnTo>
                    <a:lnTo>
                      <a:pt x="217" y="611"/>
                    </a:lnTo>
                    <a:lnTo>
                      <a:pt x="262" y="586"/>
                    </a:lnTo>
                    <a:lnTo>
                      <a:pt x="311" y="566"/>
                    </a:lnTo>
                    <a:lnTo>
                      <a:pt x="362" y="550"/>
                    </a:lnTo>
                    <a:lnTo>
                      <a:pt x="330" y="525"/>
                    </a:lnTo>
                    <a:lnTo>
                      <a:pt x="302" y="496"/>
                    </a:lnTo>
                    <a:lnTo>
                      <a:pt x="277" y="463"/>
                    </a:lnTo>
                    <a:lnTo>
                      <a:pt x="256" y="427"/>
                    </a:lnTo>
                    <a:lnTo>
                      <a:pt x="239" y="389"/>
                    </a:lnTo>
                    <a:lnTo>
                      <a:pt x="226" y="348"/>
                    </a:lnTo>
                    <a:lnTo>
                      <a:pt x="218" y="309"/>
                    </a:lnTo>
                    <a:lnTo>
                      <a:pt x="215" y="269"/>
                    </a:lnTo>
                    <a:lnTo>
                      <a:pt x="218" y="229"/>
                    </a:lnTo>
                    <a:lnTo>
                      <a:pt x="226" y="191"/>
                    </a:lnTo>
                    <a:lnTo>
                      <a:pt x="240" y="155"/>
                    </a:lnTo>
                    <a:lnTo>
                      <a:pt x="258" y="123"/>
                    </a:lnTo>
                    <a:lnTo>
                      <a:pt x="280" y="93"/>
                    </a:lnTo>
                    <a:lnTo>
                      <a:pt x="307" y="67"/>
                    </a:lnTo>
                    <a:lnTo>
                      <a:pt x="336" y="44"/>
                    </a:lnTo>
                    <a:lnTo>
                      <a:pt x="368" y="25"/>
                    </a:lnTo>
                    <a:lnTo>
                      <a:pt x="404" y="12"/>
                    </a:lnTo>
                    <a:lnTo>
                      <a:pt x="440" y="4"/>
                    </a:lnTo>
                    <a:lnTo>
                      <a:pt x="480" y="0"/>
                    </a:lnTo>
                    <a:close/>
                  </a:path>
                </a:pathLst>
              </a:custGeom>
              <a:solidFill>
                <a:srgbClr val="044BC9"/>
              </a:solid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IN" sz="2000" b="1" kern="0" dirty="0">
                  <a:solidFill>
                    <a:prstClr val="white"/>
                  </a:solidFill>
                  <a:latin typeface="思源黑体 Light" panose="020B0300000000000000" pitchFamily="34" charset="-122"/>
                  <a:ea typeface="思源黑体 Light" panose="020B0300000000000000" pitchFamily="34" charset="-122"/>
                  <a:cs typeface="+mn-ea"/>
                  <a:sym typeface="+mn-lt"/>
                </a:endParaRPr>
              </a:p>
            </p:txBody>
          </p:sp>
          <p:sp>
            <p:nvSpPr>
              <p:cNvPr id="11" name="Freeform 49">
                <a:extLst>
                  <a:ext uri="{FF2B5EF4-FFF2-40B4-BE49-F238E27FC236}">
                    <a16:creationId xmlns:a16="http://schemas.microsoft.com/office/drawing/2014/main" id="{964B7CE6-AA57-4D31-A871-7B3DFA359E91}"/>
                  </a:ext>
                </a:extLst>
              </p:cNvPr>
              <p:cNvSpPr>
                <a:spLocks noEditPoints="1"/>
              </p:cNvSpPr>
              <p:nvPr/>
            </p:nvSpPr>
            <p:spPr bwMode="auto">
              <a:xfrm>
                <a:off x="7753350" y="1485900"/>
                <a:ext cx="190500" cy="206375"/>
              </a:xfrm>
              <a:custGeom>
                <a:avLst/>
                <a:gdLst>
                  <a:gd name="T0" fmla="*/ 458 w 960"/>
                  <a:gd name="T1" fmla="*/ 626 h 1038"/>
                  <a:gd name="T2" fmla="*/ 346 w 960"/>
                  <a:gd name="T3" fmla="*/ 902 h 1038"/>
                  <a:gd name="T4" fmla="*/ 615 w 960"/>
                  <a:gd name="T5" fmla="*/ 902 h 1038"/>
                  <a:gd name="T6" fmla="*/ 503 w 960"/>
                  <a:gd name="T7" fmla="*/ 626 h 1038"/>
                  <a:gd name="T8" fmla="*/ 526 w 960"/>
                  <a:gd name="T9" fmla="*/ 581 h 1038"/>
                  <a:gd name="T10" fmla="*/ 480 w 960"/>
                  <a:gd name="T11" fmla="*/ 587 h 1038"/>
                  <a:gd name="T12" fmla="*/ 413 w 960"/>
                  <a:gd name="T13" fmla="*/ 575 h 1038"/>
                  <a:gd name="T14" fmla="*/ 520 w 960"/>
                  <a:gd name="T15" fmla="*/ 2 h 1038"/>
                  <a:gd name="T16" fmla="*/ 592 w 960"/>
                  <a:gd name="T17" fmla="*/ 25 h 1038"/>
                  <a:gd name="T18" fmla="*/ 654 w 960"/>
                  <a:gd name="T19" fmla="*/ 65 h 1038"/>
                  <a:gd name="T20" fmla="*/ 702 w 960"/>
                  <a:gd name="T21" fmla="*/ 122 h 1038"/>
                  <a:gd name="T22" fmla="*/ 734 w 960"/>
                  <a:gd name="T23" fmla="*/ 191 h 1038"/>
                  <a:gd name="T24" fmla="*/ 746 w 960"/>
                  <a:gd name="T25" fmla="*/ 268 h 1038"/>
                  <a:gd name="T26" fmla="*/ 735 w 960"/>
                  <a:gd name="T27" fmla="*/ 348 h 1038"/>
                  <a:gd name="T28" fmla="*/ 705 w 960"/>
                  <a:gd name="T29" fmla="*/ 425 h 1038"/>
                  <a:gd name="T30" fmla="*/ 658 w 960"/>
                  <a:gd name="T31" fmla="*/ 494 h 1038"/>
                  <a:gd name="T32" fmla="*/ 599 w 960"/>
                  <a:gd name="T33" fmla="*/ 547 h 1038"/>
                  <a:gd name="T34" fmla="*/ 698 w 960"/>
                  <a:gd name="T35" fmla="*/ 585 h 1038"/>
                  <a:gd name="T36" fmla="*/ 785 w 960"/>
                  <a:gd name="T37" fmla="*/ 638 h 1038"/>
                  <a:gd name="T38" fmla="*/ 858 w 960"/>
                  <a:gd name="T39" fmla="*/ 703 h 1038"/>
                  <a:gd name="T40" fmla="*/ 913 w 960"/>
                  <a:gd name="T41" fmla="*/ 774 h 1038"/>
                  <a:gd name="T42" fmla="*/ 948 w 960"/>
                  <a:gd name="T43" fmla="*/ 849 h 1038"/>
                  <a:gd name="T44" fmla="*/ 960 w 960"/>
                  <a:gd name="T45" fmla="*/ 920 h 1038"/>
                  <a:gd name="T46" fmla="*/ 946 w 960"/>
                  <a:gd name="T47" fmla="*/ 951 h 1038"/>
                  <a:gd name="T48" fmla="*/ 907 w 960"/>
                  <a:gd name="T49" fmla="*/ 977 h 1038"/>
                  <a:gd name="T50" fmla="*/ 847 w 960"/>
                  <a:gd name="T51" fmla="*/ 1000 h 1038"/>
                  <a:gd name="T52" fmla="*/ 770 w 960"/>
                  <a:gd name="T53" fmla="*/ 1017 h 1038"/>
                  <a:gd name="T54" fmla="*/ 681 w 960"/>
                  <a:gd name="T55" fmla="*/ 1029 h 1038"/>
                  <a:gd name="T56" fmla="*/ 583 w 960"/>
                  <a:gd name="T57" fmla="*/ 1036 h 1038"/>
                  <a:gd name="T58" fmla="*/ 480 w 960"/>
                  <a:gd name="T59" fmla="*/ 1038 h 1038"/>
                  <a:gd name="T60" fmla="*/ 379 w 960"/>
                  <a:gd name="T61" fmla="*/ 1036 h 1038"/>
                  <a:gd name="T62" fmla="*/ 281 w 960"/>
                  <a:gd name="T63" fmla="*/ 1029 h 1038"/>
                  <a:gd name="T64" fmla="*/ 191 w 960"/>
                  <a:gd name="T65" fmla="*/ 1017 h 1038"/>
                  <a:gd name="T66" fmla="*/ 113 w 960"/>
                  <a:gd name="T67" fmla="*/ 1000 h 1038"/>
                  <a:gd name="T68" fmla="*/ 54 w 960"/>
                  <a:gd name="T69" fmla="*/ 977 h 1038"/>
                  <a:gd name="T70" fmla="*/ 14 w 960"/>
                  <a:gd name="T71" fmla="*/ 951 h 1038"/>
                  <a:gd name="T72" fmla="*/ 0 w 960"/>
                  <a:gd name="T73" fmla="*/ 920 h 1038"/>
                  <a:gd name="T74" fmla="*/ 13 w 960"/>
                  <a:gd name="T75" fmla="*/ 849 h 1038"/>
                  <a:gd name="T76" fmla="*/ 48 w 960"/>
                  <a:gd name="T77" fmla="*/ 774 h 1038"/>
                  <a:gd name="T78" fmla="*/ 104 w 960"/>
                  <a:gd name="T79" fmla="*/ 703 h 1038"/>
                  <a:gd name="T80" fmla="*/ 176 w 960"/>
                  <a:gd name="T81" fmla="*/ 638 h 1038"/>
                  <a:gd name="T82" fmla="*/ 263 w 960"/>
                  <a:gd name="T83" fmla="*/ 585 h 1038"/>
                  <a:gd name="T84" fmla="*/ 362 w 960"/>
                  <a:gd name="T85" fmla="*/ 547 h 1038"/>
                  <a:gd name="T86" fmla="*/ 302 w 960"/>
                  <a:gd name="T87" fmla="*/ 494 h 1038"/>
                  <a:gd name="T88" fmla="*/ 256 w 960"/>
                  <a:gd name="T89" fmla="*/ 425 h 1038"/>
                  <a:gd name="T90" fmla="*/ 227 w 960"/>
                  <a:gd name="T91" fmla="*/ 348 h 1038"/>
                  <a:gd name="T92" fmla="*/ 216 w 960"/>
                  <a:gd name="T93" fmla="*/ 268 h 1038"/>
                  <a:gd name="T94" fmla="*/ 227 w 960"/>
                  <a:gd name="T95" fmla="*/ 191 h 1038"/>
                  <a:gd name="T96" fmla="*/ 258 w 960"/>
                  <a:gd name="T97" fmla="*/ 122 h 1038"/>
                  <a:gd name="T98" fmla="*/ 307 w 960"/>
                  <a:gd name="T99" fmla="*/ 65 h 1038"/>
                  <a:gd name="T100" fmla="*/ 369 w 960"/>
                  <a:gd name="T101" fmla="*/ 25 h 1038"/>
                  <a:gd name="T102" fmla="*/ 441 w 960"/>
                  <a:gd name="T103" fmla="*/ 2 h 1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60" h="1038">
                    <a:moveTo>
                      <a:pt x="413" y="575"/>
                    </a:moveTo>
                    <a:lnTo>
                      <a:pt x="458" y="626"/>
                    </a:lnTo>
                    <a:lnTo>
                      <a:pt x="460" y="626"/>
                    </a:lnTo>
                    <a:lnTo>
                      <a:pt x="346" y="902"/>
                    </a:lnTo>
                    <a:lnTo>
                      <a:pt x="480" y="1038"/>
                    </a:lnTo>
                    <a:lnTo>
                      <a:pt x="615" y="902"/>
                    </a:lnTo>
                    <a:lnTo>
                      <a:pt x="502" y="626"/>
                    </a:lnTo>
                    <a:lnTo>
                      <a:pt x="503" y="626"/>
                    </a:lnTo>
                    <a:lnTo>
                      <a:pt x="547" y="575"/>
                    </a:lnTo>
                    <a:lnTo>
                      <a:pt x="526" y="581"/>
                    </a:lnTo>
                    <a:lnTo>
                      <a:pt x="503" y="586"/>
                    </a:lnTo>
                    <a:lnTo>
                      <a:pt x="480" y="587"/>
                    </a:lnTo>
                    <a:lnTo>
                      <a:pt x="447" y="583"/>
                    </a:lnTo>
                    <a:lnTo>
                      <a:pt x="413" y="575"/>
                    </a:lnTo>
                    <a:close/>
                    <a:moveTo>
                      <a:pt x="480" y="0"/>
                    </a:moveTo>
                    <a:lnTo>
                      <a:pt x="520" y="2"/>
                    </a:lnTo>
                    <a:lnTo>
                      <a:pt x="557" y="11"/>
                    </a:lnTo>
                    <a:lnTo>
                      <a:pt x="592" y="25"/>
                    </a:lnTo>
                    <a:lnTo>
                      <a:pt x="625" y="42"/>
                    </a:lnTo>
                    <a:lnTo>
                      <a:pt x="654" y="65"/>
                    </a:lnTo>
                    <a:lnTo>
                      <a:pt x="681" y="91"/>
                    </a:lnTo>
                    <a:lnTo>
                      <a:pt x="702" y="122"/>
                    </a:lnTo>
                    <a:lnTo>
                      <a:pt x="721" y="155"/>
                    </a:lnTo>
                    <a:lnTo>
                      <a:pt x="734" y="191"/>
                    </a:lnTo>
                    <a:lnTo>
                      <a:pt x="742" y="228"/>
                    </a:lnTo>
                    <a:lnTo>
                      <a:pt x="746" y="268"/>
                    </a:lnTo>
                    <a:lnTo>
                      <a:pt x="742" y="307"/>
                    </a:lnTo>
                    <a:lnTo>
                      <a:pt x="735" y="348"/>
                    </a:lnTo>
                    <a:lnTo>
                      <a:pt x="722" y="387"/>
                    </a:lnTo>
                    <a:lnTo>
                      <a:pt x="705" y="425"/>
                    </a:lnTo>
                    <a:lnTo>
                      <a:pt x="683" y="461"/>
                    </a:lnTo>
                    <a:lnTo>
                      <a:pt x="658" y="494"/>
                    </a:lnTo>
                    <a:lnTo>
                      <a:pt x="630" y="523"/>
                    </a:lnTo>
                    <a:lnTo>
                      <a:pt x="599" y="547"/>
                    </a:lnTo>
                    <a:lnTo>
                      <a:pt x="650" y="564"/>
                    </a:lnTo>
                    <a:lnTo>
                      <a:pt x="698" y="585"/>
                    </a:lnTo>
                    <a:lnTo>
                      <a:pt x="743" y="610"/>
                    </a:lnTo>
                    <a:lnTo>
                      <a:pt x="785" y="638"/>
                    </a:lnTo>
                    <a:lnTo>
                      <a:pt x="823" y="670"/>
                    </a:lnTo>
                    <a:lnTo>
                      <a:pt x="858" y="703"/>
                    </a:lnTo>
                    <a:lnTo>
                      <a:pt x="888" y="738"/>
                    </a:lnTo>
                    <a:lnTo>
                      <a:pt x="913" y="774"/>
                    </a:lnTo>
                    <a:lnTo>
                      <a:pt x="933" y="812"/>
                    </a:lnTo>
                    <a:lnTo>
                      <a:pt x="948" y="849"/>
                    </a:lnTo>
                    <a:lnTo>
                      <a:pt x="957" y="885"/>
                    </a:lnTo>
                    <a:lnTo>
                      <a:pt x="960" y="920"/>
                    </a:lnTo>
                    <a:lnTo>
                      <a:pt x="957" y="936"/>
                    </a:lnTo>
                    <a:lnTo>
                      <a:pt x="946" y="951"/>
                    </a:lnTo>
                    <a:lnTo>
                      <a:pt x="930" y="965"/>
                    </a:lnTo>
                    <a:lnTo>
                      <a:pt x="907" y="977"/>
                    </a:lnTo>
                    <a:lnTo>
                      <a:pt x="879" y="989"/>
                    </a:lnTo>
                    <a:lnTo>
                      <a:pt x="847" y="1000"/>
                    </a:lnTo>
                    <a:lnTo>
                      <a:pt x="810" y="1009"/>
                    </a:lnTo>
                    <a:lnTo>
                      <a:pt x="770" y="1017"/>
                    </a:lnTo>
                    <a:lnTo>
                      <a:pt x="727" y="1023"/>
                    </a:lnTo>
                    <a:lnTo>
                      <a:pt x="681" y="1029"/>
                    </a:lnTo>
                    <a:lnTo>
                      <a:pt x="632" y="1033"/>
                    </a:lnTo>
                    <a:lnTo>
                      <a:pt x="583" y="1036"/>
                    </a:lnTo>
                    <a:lnTo>
                      <a:pt x="532" y="1038"/>
                    </a:lnTo>
                    <a:lnTo>
                      <a:pt x="480" y="1038"/>
                    </a:lnTo>
                    <a:lnTo>
                      <a:pt x="429" y="1038"/>
                    </a:lnTo>
                    <a:lnTo>
                      <a:pt x="379" y="1036"/>
                    </a:lnTo>
                    <a:lnTo>
                      <a:pt x="328" y="1033"/>
                    </a:lnTo>
                    <a:lnTo>
                      <a:pt x="281" y="1029"/>
                    </a:lnTo>
                    <a:lnTo>
                      <a:pt x="234" y="1023"/>
                    </a:lnTo>
                    <a:lnTo>
                      <a:pt x="191" y="1017"/>
                    </a:lnTo>
                    <a:lnTo>
                      <a:pt x="150" y="1009"/>
                    </a:lnTo>
                    <a:lnTo>
                      <a:pt x="113" y="1000"/>
                    </a:lnTo>
                    <a:lnTo>
                      <a:pt x="81" y="989"/>
                    </a:lnTo>
                    <a:lnTo>
                      <a:pt x="54" y="977"/>
                    </a:lnTo>
                    <a:lnTo>
                      <a:pt x="31" y="965"/>
                    </a:lnTo>
                    <a:lnTo>
                      <a:pt x="14" y="951"/>
                    </a:lnTo>
                    <a:lnTo>
                      <a:pt x="4" y="936"/>
                    </a:lnTo>
                    <a:lnTo>
                      <a:pt x="0" y="920"/>
                    </a:lnTo>
                    <a:lnTo>
                      <a:pt x="3" y="885"/>
                    </a:lnTo>
                    <a:lnTo>
                      <a:pt x="13" y="849"/>
                    </a:lnTo>
                    <a:lnTo>
                      <a:pt x="28" y="812"/>
                    </a:lnTo>
                    <a:lnTo>
                      <a:pt x="48" y="774"/>
                    </a:lnTo>
                    <a:lnTo>
                      <a:pt x="73" y="738"/>
                    </a:lnTo>
                    <a:lnTo>
                      <a:pt x="104" y="703"/>
                    </a:lnTo>
                    <a:lnTo>
                      <a:pt x="138" y="670"/>
                    </a:lnTo>
                    <a:lnTo>
                      <a:pt x="176" y="638"/>
                    </a:lnTo>
                    <a:lnTo>
                      <a:pt x="218" y="610"/>
                    </a:lnTo>
                    <a:lnTo>
                      <a:pt x="263" y="585"/>
                    </a:lnTo>
                    <a:lnTo>
                      <a:pt x="311" y="564"/>
                    </a:lnTo>
                    <a:lnTo>
                      <a:pt x="362" y="547"/>
                    </a:lnTo>
                    <a:lnTo>
                      <a:pt x="330" y="523"/>
                    </a:lnTo>
                    <a:lnTo>
                      <a:pt x="302" y="494"/>
                    </a:lnTo>
                    <a:lnTo>
                      <a:pt x="277" y="461"/>
                    </a:lnTo>
                    <a:lnTo>
                      <a:pt x="256" y="425"/>
                    </a:lnTo>
                    <a:lnTo>
                      <a:pt x="239" y="387"/>
                    </a:lnTo>
                    <a:lnTo>
                      <a:pt x="227" y="348"/>
                    </a:lnTo>
                    <a:lnTo>
                      <a:pt x="218" y="307"/>
                    </a:lnTo>
                    <a:lnTo>
                      <a:pt x="216" y="268"/>
                    </a:lnTo>
                    <a:lnTo>
                      <a:pt x="218" y="228"/>
                    </a:lnTo>
                    <a:lnTo>
                      <a:pt x="227" y="191"/>
                    </a:lnTo>
                    <a:lnTo>
                      <a:pt x="240" y="155"/>
                    </a:lnTo>
                    <a:lnTo>
                      <a:pt x="258" y="122"/>
                    </a:lnTo>
                    <a:lnTo>
                      <a:pt x="281" y="91"/>
                    </a:lnTo>
                    <a:lnTo>
                      <a:pt x="307" y="65"/>
                    </a:lnTo>
                    <a:lnTo>
                      <a:pt x="337" y="42"/>
                    </a:lnTo>
                    <a:lnTo>
                      <a:pt x="369" y="25"/>
                    </a:lnTo>
                    <a:lnTo>
                      <a:pt x="404" y="11"/>
                    </a:lnTo>
                    <a:lnTo>
                      <a:pt x="441" y="2"/>
                    </a:lnTo>
                    <a:lnTo>
                      <a:pt x="480" y="0"/>
                    </a:lnTo>
                    <a:close/>
                  </a:path>
                </a:pathLst>
              </a:custGeom>
              <a:solidFill>
                <a:srgbClr val="044BC9"/>
              </a:solid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IN" sz="2000" b="1" kern="0" dirty="0">
                  <a:solidFill>
                    <a:prstClr val="white"/>
                  </a:solidFill>
                  <a:latin typeface="思源黑体 Light" panose="020B0300000000000000" pitchFamily="34" charset="-122"/>
                  <a:ea typeface="思源黑体 Light" panose="020B0300000000000000" pitchFamily="34" charset="-122"/>
                  <a:cs typeface="+mn-ea"/>
                  <a:sym typeface="+mn-lt"/>
                </a:endParaRPr>
              </a:p>
            </p:txBody>
          </p:sp>
          <p:sp>
            <p:nvSpPr>
              <p:cNvPr id="15" name="Freeform 50">
                <a:extLst>
                  <a:ext uri="{FF2B5EF4-FFF2-40B4-BE49-F238E27FC236}">
                    <a16:creationId xmlns:a16="http://schemas.microsoft.com/office/drawing/2014/main" id="{4393514D-5CF4-4CF6-9F85-A3BF9EA3F03D}"/>
                  </a:ext>
                </a:extLst>
              </p:cNvPr>
              <p:cNvSpPr>
                <a:spLocks noEditPoints="1"/>
              </p:cNvSpPr>
              <p:nvPr/>
            </p:nvSpPr>
            <p:spPr bwMode="auto">
              <a:xfrm>
                <a:off x="7693025" y="1104900"/>
                <a:ext cx="703263" cy="641350"/>
              </a:xfrm>
              <a:custGeom>
                <a:avLst/>
                <a:gdLst>
                  <a:gd name="T0" fmla="*/ 2318 w 3541"/>
                  <a:gd name="T1" fmla="*/ 1852 h 3228"/>
                  <a:gd name="T2" fmla="*/ 2044 w 3541"/>
                  <a:gd name="T3" fmla="*/ 2296 h 3228"/>
                  <a:gd name="T4" fmla="*/ 2141 w 3541"/>
                  <a:gd name="T5" fmla="*/ 2825 h 3228"/>
                  <a:gd name="T6" fmla="*/ 2553 w 3541"/>
                  <a:gd name="T7" fmla="*/ 3140 h 3228"/>
                  <a:gd name="T8" fmla="*/ 3084 w 3541"/>
                  <a:gd name="T9" fmla="*/ 3091 h 3228"/>
                  <a:gd name="T10" fmla="*/ 3432 w 3541"/>
                  <a:gd name="T11" fmla="*/ 2706 h 3228"/>
                  <a:gd name="T12" fmla="*/ 3432 w 3541"/>
                  <a:gd name="T13" fmla="*/ 2167 h 3228"/>
                  <a:gd name="T14" fmla="*/ 3084 w 3541"/>
                  <a:gd name="T15" fmla="*/ 1781 h 3228"/>
                  <a:gd name="T16" fmla="*/ 645 w 3541"/>
                  <a:gd name="T17" fmla="*/ 1716 h 3228"/>
                  <a:gd name="T18" fmla="*/ 206 w 3541"/>
                  <a:gd name="T19" fmla="*/ 1992 h 3228"/>
                  <a:gd name="T20" fmla="*/ 61 w 3541"/>
                  <a:gd name="T21" fmla="*/ 2506 h 3228"/>
                  <a:gd name="T22" fmla="*/ 295 w 3541"/>
                  <a:gd name="T23" fmla="*/ 2977 h 3228"/>
                  <a:gd name="T24" fmla="*/ 783 w 3541"/>
                  <a:gd name="T25" fmla="*/ 3169 h 3228"/>
                  <a:gd name="T26" fmla="*/ 1273 w 3541"/>
                  <a:gd name="T27" fmla="*/ 2977 h 3228"/>
                  <a:gd name="T28" fmla="*/ 1506 w 3541"/>
                  <a:gd name="T29" fmla="*/ 2506 h 3228"/>
                  <a:gd name="T30" fmla="*/ 1360 w 3541"/>
                  <a:gd name="T31" fmla="*/ 1992 h 3228"/>
                  <a:gd name="T32" fmla="*/ 921 w 3541"/>
                  <a:gd name="T33" fmla="*/ 1716 h 3228"/>
                  <a:gd name="T34" fmla="*/ 1106 w 3541"/>
                  <a:gd name="T35" fmla="*/ 1647 h 3228"/>
                  <a:gd name="T36" fmla="*/ 1452 w 3541"/>
                  <a:gd name="T37" fmla="*/ 2024 h 3228"/>
                  <a:gd name="T38" fmla="*/ 1562 w 3541"/>
                  <a:gd name="T39" fmla="*/ 2519 h 3228"/>
                  <a:gd name="T40" fmla="*/ 1977 w 3541"/>
                  <a:gd name="T41" fmla="*/ 2519 h 3228"/>
                  <a:gd name="T42" fmla="*/ 2087 w 3541"/>
                  <a:gd name="T43" fmla="*/ 2024 h 3228"/>
                  <a:gd name="T44" fmla="*/ 2435 w 3541"/>
                  <a:gd name="T45" fmla="*/ 1647 h 3228"/>
                  <a:gd name="T46" fmla="*/ 2138 w 3541"/>
                  <a:gd name="T47" fmla="*/ 1491 h 3228"/>
                  <a:gd name="T48" fmla="*/ 1640 w 3541"/>
                  <a:gd name="T49" fmla="*/ 1574 h 3228"/>
                  <a:gd name="T50" fmla="*/ 1770 w 3541"/>
                  <a:gd name="T51" fmla="*/ 58 h 3228"/>
                  <a:gd name="T52" fmla="*/ 1282 w 3541"/>
                  <a:gd name="T53" fmla="*/ 251 h 3228"/>
                  <a:gd name="T54" fmla="*/ 1049 w 3541"/>
                  <a:gd name="T55" fmla="*/ 722 h 3228"/>
                  <a:gd name="T56" fmla="*/ 1193 w 3541"/>
                  <a:gd name="T57" fmla="*/ 1236 h 3228"/>
                  <a:gd name="T58" fmla="*/ 1632 w 3541"/>
                  <a:gd name="T59" fmla="*/ 1513 h 3228"/>
                  <a:gd name="T60" fmla="*/ 2154 w 3541"/>
                  <a:gd name="T61" fmla="*/ 1415 h 3228"/>
                  <a:gd name="T62" fmla="*/ 2466 w 3541"/>
                  <a:gd name="T63" fmla="*/ 998 h 3228"/>
                  <a:gd name="T64" fmla="*/ 2418 w 3541"/>
                  <a:gd name="T65" fmla="*/ 461 h 3228"/>
                  <a:gd name="T66" fmla="*/ 2037 w 3541"/>
                  <a:gd name="T67" fmla="*/ 110 h 3228"/>
                  <a:gd name="T68" fmla="*/ 1911 w 3541"/>
                  <a:gd name="T69" fmla="*/ 13 h 3228"/>
                  <a:gd name="T70" fmla="*/ 2369 w 3541"/>
                  <a:gd name="T71" fmla="*/ 282 h 3228"/>
                  <a:gd name="T72" fmla="*/ 2553 w 3541"/>
                  <a:gd name="T73" fmla="*/ 793 h 3228"/>
                  <a:gd name="T74" fmla="*/ 2371 w 3541"/>
                  <a:gd name="T75" fmla="*/ 1299 h 3228"/>
                  <a:gd name="T76" fmla="*/ 2689 w 3541"/>
                  <a:gd name="T77" fmla="*/ 1647 h 3228"/>
                  <a:gd name="T78" fmla="*/ 3208 w 3541"/>
                  <a:gd name="T79" fmla="*/ 1789 h 3228"/>
                  <a:gd name="T80" fmla="*/ 3513 w 3541"/>
                  <a:gd name="T81" fmla="*/ 2225 h 3228"/>
                  <a:gd name="T82" fmla="*/ 3465 w 3541"/>
                  <a:gd name="T83" fmla="*/ 2775 h 3228"/>
                  <a:gd name="T84" fmla="*/ 3092 w 3541"/>
                  <a:gd name="T85" fmla="*/ 3152 h 3228"/>
                  <a:gd name="T86" fmla="*/ 2547 w 3541"/>
                  <a:gd name="T87" fmla="*/ 3200 h 3228"/>
                  <a:gd name="T88" fmla="*/ 2113 w 3541"/>
                  <a:gd name="T89" fmla="*/ 2886 h 3228"/>
                  <a:gd name="T90" fmla="*/ 1770 w 3541"/>
                  <a:gd name="T91" fmla="*/ 2671 h 3228"/>
                  <a:gd name="T92" fmla="*/ 1427 w 3541"/>
                  <a:gd name="T93" fmla="*/ 2886 h 3228"/>
                  <a:gd name="T94" fmla="*/ 994 w 3541"/>
                  <a:gd name="T95" fmla="*/ 3200 h 3228"/>
                  <a:gd name="T96" fmla="*/ 448 w 3541"/>
                  <a:gd name="T97" fmla="*/ 3152 h 3228"/>
                  <a:gd name="T98" fmla="*/ 76 w 3541"/>
                  <a:gd name="T99" fmla="*/ 2775 h 3228"/>
                  <a:gd name="T100" fmla="*/ 28 w 3541"/>
                  <a:gd name="T101" fmla="*/ 2225 h 3228"/>
                  <a:gd name="T102" fmla="*/ 332 w 3541"/>
                  <a:gd name="T103" fmla="*/ 1789 h 3228"/>
                  <a:gd name="T104" fmla="*/ 850 w 3541"/>
                  <a:gd name="T105" fmla="*/ 1647 h 3228"/>
                  <a:gd name="T106" fmla="*/ 1169 w 3541"/>
                  <a:gd name="T107" fmla="*/ 1299 h 3228"/>
                  <a:gd name="T108" fmla="*/ 987 w 3541"/>
                  <a:gd name="T109" fmla="*/ 793 h 3228"/>
                  <a:gd name="T110" fmla="*/ 1172 w 3541"/>
                  <a:gd name="T111" fmla="*/ 282 h 3228"/>
                  <a:gd name="T112" fmla="*/ 1629 w 3541"/>
                  <a:gd name="T113" fmla="*/ 13 h 3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41" h="3228">
                    <a:moveTo>
                      <a:pt x="2756" y="1703"/>
                    </a:moveTo>
                    <a:lnTo>
                      <a:pt x="2686" y="1706"/>
                    </a:lnTo>
                    <a:lnTo>
                      <a:pt x="2619" y="1716"/>
                    </a:lnTo>
                    <a:lnTo>
                      <a:pt x="2553" y="1731"/>
                    </a:lnTo>
                    <a:lnTo>
                      <a:pt x="2490" y="1754"/>
                    </a:lnTo>
                    <a:lnTo>
                      <a:pt x="2429" y="1781"/>
                    </a:lnTo>
                    <a:lnTo>
                      <a:pt x="2372" y="1814"/>
                    </a:lnTo>
                    <a:lnTo>
                      <a:pt x="2318" y="1852"/>
                    </a:lnTo>
                    <a:lnTo>
                      <a:pt x="2268" y="1895"/>
                    </a:lnTo>
                    <a:lnTo>
                      <a:pt x="2221" y="1942"/>
                    </a:lnTo>
                    <a:lnTo>
                      <a:pt x="2179" y="1992"/>
                    </a:lnTo>
                    <a:lnTo>
                      <a:pt x="2141" y="2047"/>
                    </a:lnTo>
                    <a:lnTo>
                      <a:pt x="2109" y="2105"/>
                    </a:lnTo>
                    <a:lnTo>
                      <a:pt x="2082" y="2167"/>
                    </a:lnTo>
                    <a:lnTo>
                      <a:pt x="2060" y="2230"/>
                    </a:lnTo>
                    <a:lnTo>
                      <a:pt x="2044" y="2296"/>
                    </a:lnTo>
                    <a:lnTo>
                      <a:pt x="2035" y="2365"/>
                    </a:lnTo>
                    <a:lnTo>
                      <a:pt x="2031" y="2436"/>
                    </a:lnTo>
                    <a:lnTo>
                      <a:pt x="2035" y="2506"/>
                    </a:lnTo>
                    <a:lnTo>
                      <a:pt x="2044" y="2575"/>
                    </a:lnTo>
                    <a:lnTo>
                      <a:pt x="2060" y="2641"/>
                    </a:lnTo>
                    <a:lnTo>
                      <a:pt x="2082" y="2706"/>
                    </a:lnTo>
                    <a:lnTo>
                      <a:pt x="2109" y="2767"/>
                    </a:lnTo>
                    <a:lnTo>
                      <a:pt x="2141" y="2825"/>
                    </a:lnTo>
                    <a:lnTo>
                      <a:pt x="2179" y="2880"/>
                    </a:lnTo>
                    <a:lnTo>
                      <a:pt x="2221" y="2930"/>
                    </a:lnTo>
                    <a:lnTo>
                      <a:pt x="2268" y="2977"/>
                    </a:lnTo>
                    <a:lnTo>
                      <a:pt x="2318" y="3020"/>
                    </a:lnTo>
                    <a:lnTo>
                      <a:pt x="2372" y="3058"/>
                    </a:lnTo>
                    <a:lnTo>
                      <a:pt x="2429" y="3091"/>
                    </a:lnTo>
                    <a:lnTo>
                      <a:pt x="2490" y="3118"/>
                    </a:lnTo>
                    <a:lnTo>
                      <a:pt x="2553" y="3140"/>
                    </a:lnTo>
                    <a:lnTo>
                      <a:pt x="2619" y="3156"/>
                    </a:lnTo>
                    <a:lnTo>
                      <a:pt x="2686" y="3166"/>
                    </a:lnTo>
                    <a:lnTo>
                      <a:pt x="2756" y="3169"/>
                    </a:lnTo>
                    <a:lnTo>
                      <a:pt x="2826" y="3166"/>
                    </a:lnTo>
                    <a:lnTo>
                      <a:pt x="2894" y="3156"/>
                    </a:lnTo>
                    <a:lnTo>
                      <a:pt x="2960" y="3140"/>
                    </a:lnTo>
                    <a:lnTo>
                      <a:pt x="3023" y="3118"/>
                    </a:lnTo>
                    <a:lnTo>
                      <a:pt x="3084" y="3091"/>
                    </a:lnTo>
                    <a:lnTo>
                      <a:pt x="3141" y="3058"/>
                    </a:lnTo>
                    <a:lnTo>
                      <a:pt x="3195" y="3020"/>
                    </a:lnTo>
                    <a:lnTo>
                      <a:pt x="3246" y="2977"/>
                    </a:lnTo>
                    <a:lnTo>
                      <a:pt x="3292" y="2930"/>
                    </a:lnTo>
                    <a:lnTo>
                      <a:pt x="3335" y="2880"/>
                    </a:lnTo>
                    <a:lnTo>
                      <a:pt x="3371" y="2825"/>
                    </a:lnTo>
                    <a:lnTo>
                      <a:pt x="3404" y="2767"/>
                    </a:lnTo>
                    <a:lnTo>
                      <a:pt x="3432" y="2706"/>
                    </a:lnTo>
                    <a:lnTo>
                      <a:pt x="3453" y="2641"/>
                    </a:lnTo>
                    <a:lnTo>
                      <a:pt x="3469" y="2575"/>
                    </a:lnTo>
                    <a:lnTo>
                      <a:pt x="3479" y="2506"/>
                    </a:lnTo>
                    <a:lnTo>
                      <a:pt x="3482" y="2436"/>
                    </a:lnTo>
                    <a:lnTo>
                      <a:pt x="3479" y="2365"/>
                    </a:lnTo>
                    <a:lnTo>
                      <a:pt x="3469" y="2296"/>
                    </a:lnTo>
                    <a:lnTo>
                      <a:pt x="3453" y="2230"/>
                    </a:lnTo>
                    <a:lnTo>
                      <a:pt x="3432" y="2167"/>
                    </a:lnTo>
                    <a:lnTo>
                      <a:pt x="3404" y="2105"/>
                    </a:lnTo>
                    <a:lnTo>
                      <a:pt x="3371" y="2047"/>
                    </a:lnTo>
                    <a:lnTo>
                      <a:pt x="3335" y="1992"/>
                    </a:lnTo>
                    <a:lnTo>
                      <a:pt x="3292" y="1942"/>
                    </a:lnTo>
                    <a:lnTo>
                      <a:pt x="3246" y="1895"/>
                    </a:lnTo>
                    <a:lnTo>
                      <a:pt x="3195" y="1852"/>
                    </a:lnTo>
                    <a:lnTo>
                      <a:pt x="3141" y="1814"/>
                    </a:lnTo>
                    <a:lnTo>
                      <a:pt x="3084" y="1781"/>
                    </a:lnTo>
                    <a:lnTo>
                      <a:pt x="3023" y="1754"/>
                    </a:lnTo>
                    <a:lnTo>
                      <a:pt x="2960" y="1731"/>
                    </a:lnTo>
                    <a:lnTo>
                      <a:pt x="2894" y="1716"/>
                    </a:lnTo>
                    <a:lnTo>
                      <a:pt x="2826" y="1706"/>
                    </a:lnTo>
                    <a:lnTo>
                      <a:pt x="2756" y="1703"/>
                    </a:lnTo>
                    <a:close/>
                    <a:moveTo>
                      <a:pt x="783" y="1703"/>
                    </a:moveTo>
                    <a:lnTo>
                      <a:pt x="713" y="1706"/>
                    </a:lnTo>
                    <a:lnTo>
                      <a:pt x="645" y="1716"/>
                    </a:lnTo>
                    <a:lnTo>
                      <a:pt x="580" y="1731"/>
                    </a:lnTo>
                    <a:lnTo>
                      <a:pt x="517" y="1754"/>
                    </a:lnTo>
                    <a:lnTo>
                      <a:pt x="456" y="1781"/>
                    </a:lnTo>
                    <a:lnTo>
                      <a:pt x="399" y="1814"/>
                    </a:lnTo>
                    <a:lnTo>
                      <a:pt x="345" y="1852"/>
                    </a:lnTo>
                    <a:lnTo>
                      <a:pt x="295" y="1895"/>
                    </a:lnTo>
                    <a:lnTo>
                      <a:pt x="248" y="1942"/>
                    </a:lnTo>
                    <a:lnTo>
                      <a:pt x="206" y="1992"/>
                    </a:lnTo>
                    <a:lnTo>
                      <a:pt x="168" y="2047"/>
                    </a:lnTo>
                    <a:lnTo>
                      <a:pt x="136" y="2105"/>
                    </a:lnTo>
                    <a:lnTo>
                      <a:pt x="109" y="2167"/>
                    </a:lnTo>
                    <a:lnTo>
                      <a:pt x="87" y="2230"/>
                    </a:lnTo>
                    <a:lnTo>
                      <a:pt x="71" y="2296"/>
                    </a:lnTo>
                    <a:lnTo>
                      <a:pt x="61" y="2365"/>
                    </a:lnTo>
                    <a:lnTo>
                      <a:pt x="58" y="2436"/>
                    </a:lnTo>
                    <a:lnTo>
                      <a:pt x="61" y="2506"/>
                    </a:lnTo>
                    <a:lnTo>
                      <a:pt x="71" y="2575"/>
                    </a:lnTo>
                    <a:lnTo>
                      <a:pt x="87" y="2641"/>
                    </a:lnTo>
                    <a:lnTo>
                      <a:pt x="109" y="2706"/>
                    </a:lnTo>
                    <a:lnTo>
                      <a:pt x="136" y="2767"/>
                    </a:lnTo>
                    <a:lnTo>
                      <a:pt x="168" y="2825"/>
                    </a:lnTo>
                    <a:lnTo>
                      <a:pt x="206" y="2880"/>
                    </a:lnTo>
                    <a:lnTo>
                      <a:pt x="248" y="2930"/>
                    </a:lnTo>
                    <a:lnTo>
                      <a:pt x="295" y="2977"/>
                    </a:lnTo>
                    <a:lnTo>
                      <a:pt x="345" y="3020"/>
                    </a:lnTo>
                    <a:lnTo>
                      <a:pt x="399" y="3058"/>
                    </a:lnTo>
                    <a:lnTo>
                      <a:pt x="456" y="3091"/>
                    </a:lnTo>
                    <a:lnTo>
                      <a:pt x="517" y="3118"/>
                    </a:lnTo>
                    <a:lnTo>
                      <a:pt x="580" y="3140"/>
                    </a:lnTo>
                    <a:lnTo>
                      <a:pt x="645" y="3156"/>
                    </a:lnTo>
                    <a:lnTo>
                      <a:pt x="713" y="3166"/>
                    </a:lnTo>
                    <a:lnTo>
                      <a:pt x="783" y="3169"/>
                    </a:lnTo>
                    <a:lnTo>
                      <a:pt x="853" y="3166"/>
                    </a:lnTo>
                    <a:lnTo>
                      <a:pt x="921" y="3156"/>
                    </a:lnTo>
                    <a:lnTo>
                      <a:pt x="987" y="3140"/>
                    </a:lnTo>
                    <a:lnTo>
                      <a:pt x="1050" y="3118"/>
                    </a:lnTo>
                    <a:lnTo>
                      <a:pt x="1110" y="3091"/>
                    </a:lnTo>
                    <a:lnTo>
                      <a:pt x="1168" y="3058"/>
                    </a:lnTo>
                    <a:lnTo>
                      <a:pt x="1222" y="3020"/>
                    </a:lnTo>
                    <a:lnTo>
                      <a:pt x="1273" y="2977"/>
                    </a:lnTo>
                    <a:lnTo>
                      <a:pt x="1318" y="2930"/>
                    </a:lnTo>
                    <a:lnTo>
                      <a:pt x="1360" y="2880"/>
                    </a:lnTo>
                    <a:lnTo>
                      <a:pt x="1398" y="2825"/>
                    </a:lnTo>
                    <a:lnTo>
                      <a:pt x="1430" y="2767"/>
                    </a:lnTo>
                    <a:lnTo>
                      <a:pt x="1459" y="2706"/>
                    </a:lnTo>
                    <a:lnTo>
                      <a:pt x="1480" y="2641"/>
                    </a:lnTo>
                    <a:lnTo>
                      <a:pt x="1495" y="2575"/>
                    </a:lnTo>
                    <a:lnTo>
                      <a:pt x="1506" y="2506"/>
                    </a:lnTo>
                    <a:lnTo>
                      <a:pt x="1509" y="2436"/>
                    </a:lnTo>
                    <a:lnTo>
                      <a:pt x="1506" y="2365"/>
                    </a:lnTo>
                    <a:lnTo>
                      <a:pt x="1495" y="2296"/>
                    </a:lnTo>
                    <a:lnTo>
                      <a:pt x="1480" y="2230"/>
                    </a:lnTo>
                    <a:lnTo>
                      <a:pt x="1459" y="2167"/>
                    </a:lnTo>
                    <a:lnTo>
                      <a:pt x="1430" y="2105"/>
                    </a:lnTo>
                    <a:lnTo>
                      <a:pt x="1398" y="2047"/>
                    </a:lnTo>
                    <a:lnTo>
                      <a:pt x="1360" y="1992"/>
                    </a:lnTo>
                    <a:lnTo>
                      <a:pt x="1318" y="1942"/>
                    </a:lnTo>
                    <a:lnTo>
                      <a:pt x="1273" y="1895"/>
                    </a:lnTo>
                    <a:lnTo>
                      <a:pt x="1222" y="1852"/>
                    </a:lnTo>
                    <a:lnTo>
                      <a:pt x="1168" y="1814"/>
                    </a:lnTo>
                    <a:lnTo>
                      <a:pt x="1110" y="1781"/>
                    </a:lnTo>
                    <a:lnTo>
                      <a:pt x="1050" y="1754"/>
                    </a:lnTo>
                    <a:lnTo>
                      <a:pt x="987" y="1731"/>
                    </a:lnTo>
                    <a:lnTo>
                      <a:pt x="921" y="1716"/>
                    </a:lnTo>
                    <a:lnTo>
                      <a:pt x="853" y="1706"/>
                    </a:lnTo>
                    <a:lnTo>
                      <a:pt x="783" y="1703"/>
                    </a:lnTo>
                    <a:close/>
                    <a:moveTo>
                      <a:pt x="1250" y="1384"/>
                    </a:moveTo>
                    <a:lnTo>
                      <a:pt x="1213" y="1430"/>
                    </a:lnTo>
                    <a:lnTo>
                      <a:pt x="1179" y="1480"/>
                    </a:lnTo>
                    <a:lnTo>
                      <a:pt x="1150" y="1533"/>
                    </a:lnTo>
                    <a:lnTo>
                      <a:pt x="1125" y="1588"/>
                    </a:lnTo>
                    <a:lnTo>
                      <a:pt x="1106" y="1647"/>
                    </a:lnTo>
                    <a:lnTo>
                      <a:pt x="1091" y="1707"/>
                    </a:lnTo>
                    <a:lnTo>
                      <a:pt x="1153" y="1738"/>
                    </a:lnTo>
                    <a:lnTo>
                      <a:pt x="1213" y="1774"/>
                    </a:lnTo>
                    <a:lnTo>
                      <a:pt x="1270" y="1815"/>
                    </a:lnTo>
                    <a:lnTo>
                      <a:pt x="1322" y="1861"/>
                    </a:lnTo>
                    <a:lnTo>
                      <a:pt x="1370" y="1911"/>
                    </a:lnTo>
                    <a:lnTo>
                      <a:pt x="1413" y="1966"/>
                    </a:lnTo>
                    <a:lnTo>
                      <a:pt x="1452" y="2024"/>
                    </a:lnTo>
                    <a:lnTo>
                      <a:pt x="1487" y="2086"/>
                    </a:lnTo>
                    <a:lnTo>
                      <a:pt x="1515" y="2150"/>
                    </a:lnTo>
                    <a:lnTo>
                      <a:pt x="1537" y="2218"/>
                    </a:lnTo>
                    <a:lnTo>
                      <a:pt x="1553" y="2289"/>
                    </a:lnTo>
                    <a:lnTo>
                      <a:pt x="1563" y="2361"/>
                    </a:lnTo>
                    <a:lnTo>
                      <a:pt x="1566" y="2436"/>
                    </a:lnTo>
                    <a:lnTo>
                      <a:pt x="1565" y="2478"/>
                    </a:lnTo>
                    <a:lnTo>
                      <a:pt x="1562" y="2519"/>
                    </a:lnTo>
                    <a:lnTo>
                      <a:pt x="1613" y="2533"/>
                    </a:lnTo>
                    <a:lnTo>
                      <a:pt x="1663" y="2544"/>
                    </a:lnTo>
                    <a:lnTo>
                      <a:pt x="1716" y="2551"/>
                    </a:lnTo>
                    <a:lnTo>
                      <a:pt x="1770" y="2553"/>
                    </a:lnTo>
                    <a:lnTo>
                      <a:pt x="1824" y="2551"/>
                    </a:lnTo>
                    <a:lnTo>
                      <a:pt x="1876" y="2544"/>
                    </a:lnTo>
                    <a:lnTo>
                      <a:pt x="1928" y="2533"/>
                    </a:lnTo>
                    <a:lnTo>
                      <a:pt x="1977" y="2519"/>
                    </a:lnTo>
                    <a:lnTo>
                      <a:pt x="1974" y="2478"/>
                    </a:lnTo>
                    <a:lnTo>
                      <a:pt x="1973" y="2436"/>
                    </a:lnTo>
                    <a:lnTo>
                      <a:pt x="1976" y="2361"/>
                    </a:lnTo>
                    <a:lnTo>
                      <a:pt x="1987" y="2289"/>
                    </a:lnTo>
                    <a:lnTo>
                      <a:pt x="2003" y="2218"/>
                    </a:lnTo>
                    <a:lnTo>
                      <a:pt x="2026" y="2150"/>
                    </a:lnTo>
                    <a:lnTo>
                      <a:pt x="2054" y="2086"/>
                    </a:lnTo>
                    <a:lnTo>
                      <a:pt x="2087" y="2024"/>
                    </a:lnTo>
                    <a:lnTo>
                      <a:pt x="2126" y="1966"/>
                    </a:lnTo>
                    <a:lnTo>
                      <a:pt x="2171" y="1911"/>
                    </a:lnTo>
                    <a:lnTo>
                      <a:pt x="2218" y="1861"/>
                    </a:lnTo>
                    <a:lnTo>
                      <a:pt x="2271" y="1815"/>
                    </a:lnTo>
                    <a:lnTo>
                      <a:pt x="2327" y="1774"/>
                    </a:lnTo>
                    <a:lnTo>
                      <a:pt x="2386" y="1738"/>
                    </a:lnTo>
                    <a:lnTo>
                      <a:pt x="2450" y="1707"/>
                    </a:lnTo>
                    <a:lnTo>
                      <a:pt x="2435" y="1647"/>
                    </a:lnTo>
                    <a:lnTo>
                      <a:pt x="2414" y="1588"/>
                    </a:lnTo>
                    <a:lnTo>
                      <a:pt x="2390" y="1533"/>
                    </a:lnTo>
                    <a:lnTo>
                      <a:pt x="2360" y="1480"/>
                    </a:lnTo>
                    <a:lnTo>
                      <a:pt x="2327" y="1430"/>
                    </a:lnTo>
                    <a:lnTo>
                      <a:pt x="2289" y="1384"/>
                    </a:lnTo>
                    <a:lnTo>
                      <a:pt x="2242" y="1424"/>
                    </a:lnTo>
                    <a:lnTo>
                      <a:pt x="2191" y="1460"/>
                    </a:lnTo>
                    <a:lnTo>
                      <a:pt x="2138" y="1491"/>
                    </a:lnTo>
                    <a:lnTo>
                      <a:pt x="2082" y="1518"/>
                    </a:lnTo>
                    <a:lnTo>
                      <a:pt x="2023" y="1542"/>
                    </a:lnTo>
                    <a:lnTo>
                      <a:pt x="1962" y="1561"/>
                    </a:lnTo>
                    <a:lnTo>
                      <a:pt x="1900" y="1574"/>
                    </a:lnTo>
                    <a:lnTo>
                      <a:pt x="1836" y="1582"/>
                    </a:lnTo>
                    <a:lnTo>
                      <a:pt x="1770" y="1585"/>
                    </a:lnTo>
                    <a:lnTo>
                      <a:pt x="1704" y="1582"/>
                    </a:lnTo>
                    <a:lnTo>
                      <a:pt x="1640" y="1574"/>
                    </a:lnTo>
                    <a:lnTo>
                      <a:pt x="1577" y="1561"/>
                    </a:lnTo>
                    <a:lnTo>
                      <a:pt x="1517" y="1542"/>
                    </a:lnTo>
                    <a:lnTo>
                      <a:pt x="1459" y="1518"/>
                    </a:lnTo>
                    <a:lnTo>
                      <a:pt x="1402" y="1491"/>
                    </a:lnTo>
                    <a:lnTo>
                      <a:pt x="1348" y="1460"/>
                    </a:lnTo>
                    <a:lnTo>
                      <a:pt x="1298" y="1424"/>
                    </a:lnTo>
                    <a:lnTo>
                      <a:pt x="1250" y="1384"/>
                    </a:lnTo>
                    <a:close/>
                    <a:moveTo>
                      <a:pt x="1770" y="58"/>
                    </a:moveTo>
                    <a:lnTo>
                      <a:pt x="1700" y="62"/>
                    </a:lnTo>
                    <a:lnTo>
                      <a:pt x="1632" y="72"/>
                    </a:lnTo>
                    <a:lnTo>
                      <a:pt x="1566" y="88"/>
                    </a:lnTo>
                    <a:lnTo>
                      <a:pt x="1503" y="110"/>
                    </a:lnTo>
                    <a:lnTo>
                      <a:pt x="1442" y="138"/>
                    </a:lnTo>
                    <a:lnTo>
                      <a:pt x="1385" y="171"/>
                    </a:lnTo>
                    <a:lnTo>
                      <a:pt x="1331" y="208"/>
                    </a:lnTo>
                    <a:lnTo>
                      <a:pt x="1282" y="251"/>
                    </a:lnTo>
                    <a:lnTo>
                      <a:pt x="1235" y="297"/>
                    </a:lnTo>
                    <a:lnTo>
                      <a:pt x="1193" y="349"/>
                    </a:lnTo>
                    <a:lnTo>
                      <a:pt x="1155" y="403"/>
                    </a:lnTo>
                    <a:lnTo>
                      <a:pt x="1123" y="461"/>
                    </a:lnTo>
                    <a:lnTo>
                      <a:pt x="1096" y="522"/>
                    </a:lnTo>
                    <a:lnTo>
                      <a:pt x="1074" y="587"/>
                    </a:lnTo>
                    <a:lnTo>
                      <a:pt x="1058" y="653"/>
                    </a:lnTo>
                    <a:lnTo>
                      <a:pt x="1049" y="722"/>
                    </a:lnTo>
                    <a:lnTo>
                      <a:pt x="1045" y="793"/>
                    </a:lnTo>
                    <a:lnTo>
                      <a:pt x="1049" y="863"/>
                    </a:lnTo>
                    <a:lnTo>
                      <a:pt x="1058" y="931"/>
                    </a:lnTo>
                    <a:lnTo>
                      <a:pt x="1074" y="998"/>
                    </a:lnTo>
                    <a:lnTo>
                      <a:pt x="1096" y="1062"/>
                    </a:lnTo>
                    <a:lnTo>
                      <a:pt x="1123" y="1123"/>
                    </a:lnTo>
                    <a:lnTo>
                      <a:pt x="1155" y="1181"/>
                    </a:lnTo>
                    <a:lnTo>
                      <a:pt x="1193" y="1236"/>
                    </a:lnTo>
                    <a:lnTo>
                      <a:pt x="1235" y="1287"/>
                    </a:lnTo>
                    <a:lnTo>
                      <a:pt x="1282" y="1334"/>
                    </a:lnTo>
                    <a:lnTo>
                      <a:pt x="1331" y="1377"/>
                    </a:lnTo>
                    <a:lnTo>
                      <a:pt x="1385" y="1415"/>
                    </a:lnTo>
                    <a:lnTo>
                      <a:pt x="1442" y="1448"/>
                    </a:lnTo>
                    <a:lnTo>
                      <a:pt x="1503" y="1475"/>
                    </a:lnTo>
                    <a:lnTo>
                      <a:pt x="1566" y="1497"/>
                    </a:lnTo>
                    <a:lnTo>
                      <a:pt x="1632" y="1513"/>
                    </a:lnTo>
                    <a:lnTo>
                      <a:pt x="1700" y="1523"/>
                    </a:lnTo>
                    <a:lnTo>
                      <a:pt x="1770" y="1526"/>
                    </a:lnTo>
                    <a:lnTo>
                      <a:pt x="1839" y="1523"/>
                    </a:lnTo>
                    <a:lnTo>
                      <a:pt x="1907" y="1513"/>
                    </a:lnTo>
                    <a:lnTo>
                      <a:pt x="1973" y="1497"/>
                    </a:lnTo>
                    <a:lnTo>
                      <a:pt x="2037" y="1475"/>
                    </a:lnTo>
                    <a:lnTo>
                      <a:pt x="2097" y="1448"/>
                    </a:lnTo>
                    <a:lnTo>
                      <a:pt x="2154" y="1415"/>
                    </a:lnTo>
                    <a:lnTo>
                      <a:pt x="2208" y="1377"/>
                    </a:lnTo>
                    <a:lnTo>
                      <a:pt x="2259" y="1334"/>
                    </a:lnTo>
                    <a:lnTo>
                      <a:pt x="2305" y="1287"/>
                    </a:lnTo>
                    <a:lnTo>
                      <a:pt x="2347" y="1236"/>
                    </a:lnTo>
                    <a:lnTo>
                      <a:pt x="2385" y="1181"/>
                    </a:lnTo>
                    <a:lnTo>
                      <a:pt x="2418" y="1123"/>
                    </a:lnTo>
                    <a:lnTo>
                      <a:pt x="2445" y="1062"/>
                    </a:lnTo>
                    <a:lnTo>
                      <a:pt x="2466" y="998"/>
                    </a:lnTo>
                    <a:lnTo>
                      <a:pt x="2482" y="931"/>
                    </a:lnTo>
                    <a:lnTo>
                      <a:pt x="2492" y="863"/>
                    </a:lnTo>
                    <a:lnTo>
                      <a:pt x="2495" y="793"/>
                    </a:lnTo>
                    <a:lnTo>
                      <a:pt x="2492" y="722"/>
                    </a:lnTo>
                    <a:lnTo>
                      <a:pt x="2482" y="653"/>
                    </a:lnTo>
                    <a:lnTo>
                      <a:pt x="2466" y="587"/>
                    </a:lnTo>
                    <a:lnTo>
                      <a:pt x="2445" y="522"/>
                    </a:lnTo>
                    <a:lnTo>
                      <a:pt x="2418" y="461"/>
                    </a:lnTo>
                    <a:lnTo>
                      <a:pt x="2385" y="403"/>
                    </a:lnTo>
                    <a:lnTo>
                      <a:pt x="2347" y="349"/>
                    </a:lnTo>
                    <a:lnTo>
                      <a:pt x="2305" y="297"/>
                    </a:lnTo>
                    <a:lnTo>
                      <a:pt x="2259" y="251"/>
                    </a:lnTo>
                    <a:lnTo>
                      <a:pt x="2208" y="208"/>
                    </a:lnTo>
                    <a:lnTo>
                      <a:pt x="2154" y="171"/>
                    </a:lnTo>
                    <a:lnTo>
                      <a:pt x="2097" y="138"/>
                    </a:lnTo>
                    <a:lnTo>
                      <a:pt x="2037" y="110"/>
                    </a:lnTo>
                    <a:lnTo>
                      <a:pt x="1973" y="88"/>
                    </a:lnTo>
                    <a:lnTo>
                      <a:pt x="1907" y="72"/>
                    </a:lnTo>
                    <a:lnTo>
                      <a:pt x="1839" y="62"/>
                    </a:lnTo>
                    <a:lnTo>
                      <a:pt x="1770" y="58"/>
                    </a:lnTo>
                    <a:close/>
                    <a:moveTo>
                      <a:pt x="1770" y="0"/>
                    </a:moveTo>
                    <a:lnTo>
                      <a:pt x="1770" y="0"/>
                    </a:lnTo>
                    <a:lnTo>
                      <a:pt x="1841" y="3"/>
                    </a:lnTo>
                    <a:lnTo>
                      <a:pt x="1911" y="13"/>
                    </a:lnTo>
                    <a:lnTo>
                      <a:pt x="1978" y="28"/>
                    </a:lnTo>
                    <a:lnTo>
                      <a:pt x="2043" y="50"/>
                    </a:lnTo>
                    <a:lnTo>
                      <a:pt x="2106" y="76"/>
                    </a:lnTo>
                    <a:lnTo>
                      <a:pt x="2165" y="109"/>
                    </a:lnTo>
                    <a:lnTo>
                      <a:pt x="2221" y="145"/>
                    </a:lnTo>
                    <a:lnTo>
                      <a:pt x="2275" y="186"/>
                    </a:lnTo>
                    <a:lnTo>
                      <a:pt x="2324" y="232"/>
                    </a:lnTo>
                    <a:lnTo>
                      <a:pt x="2369" y="282"/>
                    </a:lnTo>
                    <a:lnTo>
                      <a:pt x="2410" y="336"/>
                    </a:lnTo>
                    <a:lnTo>
                      <a:pt x="2447" y="392"/>
                    </a:lnTo>
                    <a:lnTo>
                      <a:pt x="2478" y="453"/>
                    </a:lnTo>
                    <a:lnTo>
                      <a:pt x="2505" y="517"/>
                    </a:lnTo>
                    <a:lnTo>
                      <a:pt x="2525" y="582"/>
                    </a:lnTo>
                    <a:lnTo>
                      <a:pt x="2542" y="650"/>
                    </a:lnTo>
                    <a:lnTo>
                      <a:pt x="2550" y="721"/>
                    </a:lnTo>
                    <a:lnTo>
                      <a:pt x="2553" y="793"/>
                    </a:lnTo>
                    <a:lnTo>
                      <a:pt x="2550" y="864"/>
                    </a:lnTo>
                    <a:lnTo>
                      <a:pt x="2542" y="934"/>
                    </a:lnTo>
                    <a:lnTo>
                      <a:pt x="2525" y="1001"/>
                    </a:lnTo>
                    <a:lnTo>
                      <a:pt x="2505" y="1067"/>
                    </a:lnTo>
                    <a:lnTo>
                      <a:pt x="2479" y="1130"/>
                    </a:lnTo>
                    <a:lnTo>
                      <a:pt x="2448" y="1190"/>
                    </a:lnTo>
                    <a:lnTo>
                      <a:pt x="2412" y="1247"/>
                    </a:lnTo>
                    <a:lnTo>
                      <a:pt x="2371" y="1299"/>
                    </a:lnTo>
                    <a:lnTo>
                      <a:pt x="2415" y="1353"/>
                    </a:lnTo>
                    <a:lnTo>
                      <a:pt x="2454" y="1410"/>
                    </a:lnTo>
                    <a:lnTo>
                      <a:pt x="2489" y="1470"/>
                    </a:lnTo>
                    <a:lnTo>
                      <a:pt x="2518" y="1534"/>
                    </a:lnTo>
                    <a:lnTo>
                      <a:pt x="2543" y="1600"/>
                    </a:lnTo>
                    <a:lnTo>
                      <a:pt x="2561" y="1670"/>
                    </a:lnTo>
                    <a:lnTo>
                      <a:pt x="2625" y="1656"/>
                    </a:lnTo>
                    <a:lnTo>
                      <a:pt x="2689" y="1647"/>
                    </a:lnTo>
                    <a:lnTo>
                      <a:pt x="2756" y="1644"/>
                    </a:lnTo>
                    <a:lnTo>
                      <a:pt x="2828" y="1647"/>
                    </a:lnTo>
                    <a:lnTo>
                      <a:pt x="2898" y="1656"/>
                    </a:lnTo>
                    <a:lnTo>
                      <a:pt x="2965" y="1672"/>
                    </a:lnTo>
                    <a:lnTo>
                      <a:pt x="3029" y="1693"/>
                    </a:lnTo>
                    <a:lnTo>
                      <a:pt x="3092" y="1720"/>
                    </a:lnTo>
                    <a:lnTo>
                      <a:pt x="3151" y="1752"/>
                    </a:lnTo>
                    <a:lnTo>
                      <a:pt x="3208" y="1789"/>
                    </a:lnTo>
                    <a:lnTo>
                      <a:pt x="3261" y="1830"/>
                    </a:lnTo>
                    <a:lnTo>
                      <a:pt x="3311" y="1876"/>
                    </a:lnTo>
                    <a:lnTo>
                      <a:pt x="3356" y="1925"/>
                    </a:lnTo>
                    <a:lnTo>
                      <a:pt x="3397" y="1979"/>
                    </a:lnTo>
                    <a:lnTo>
                      <a:pt x="3433" y="2037"/>
                    </a:lnTo>
                    <a:lnTo>
                      <a:pt x="3465" y="2097"/>
                    </a:lnTo>
                    <a:lnTo>
                      <a:pt x="3491" y="2160"/>
                    </a:lnTo>
                    <a:lnTo>
                      <a:pt x="3513" y="2225"/>
                    </a:lnTo>
                    <a:lnTo>
                      <a:pt x="3528" y="2293"/>
                    </a:lnTo>
                    <a:lnTo>
                      <a:pt x="3537" y="2364"/>
                    </a:lnTo>
                    <a:lnTo>
                      <a:pt x="3541" y="2436"/>
                    </a:lnTo>
                    <a:lnTo>
                      <a:pt x="3537" y="2508"/>
                    </a:lnTo>
                    <a:lnTo>
                      <a:pt x="3528" y="2578"/>
                    </a:lnTo>
                    <a:lnTo>
                      <a:pt x="3513" y="2647"/>
                    </a:lnTo>
                    <a:lnTo>
                      <a:pt x="3491" y="2712"/>
                    </a:lnTo>
                    <a:lnTo>
                      <a:pt x="3465" y="2775"/>
                    </a:lnTo>
                    <a:lnTo>
                      <a:pt x="3433" y="2835"/>
                    </a:lnTo>
                    <a:lnTo>
                      <a:pt x="3397" y="2892"/>
                    </a:lnTo>
                    <a:lnTo>
                      <a:pt x="3356" y="2946"/>
                    </a:lnTo>
                    <a:lnTo>
                      <a:pt x="3311" y="2996"/>
                    </a:lnTo>
                    <a:lnTo>
                      <a:pt x="3261" y="3042"/>
                    </a:lnTo>
                    <a:lnTo>
                      <a:pt x="3208" y="3083"/>
                    </a:lnTo>
                    <a:lnTo>
                      <a:pt x="3151" y="3120"/>
                    </a:lnTo>
                    <a:lnTo>
                      <a:pt x="3092" y="3152"/>
                    </a:lnTo>
                    <a:lnTo>
                      <a:pt x="3029" y="3179"/>
                    </a:lnTo>
                    <a:lnTo>
                      <a:pt x="2965" y="3200"/>
                    </a:lnTo>
                    <a:lnTo>
                      <a:pt x="2898" y="3215"/>
                    </a:lnTo>
                    <a:lnTo>
                      <a:pt x="2828" y="3225"/>
                    </a:lnTo>
                    <a:lnTo>
                      <a:pt x="2756" y="3228"/>
                    </a:lnTo>
                    <a:lnTo>
                      <a:pt x="2684" y="3225"/>
                    </a:lnTo>
                    <a:lnTo>
                      <a:pt x="2615" y="3215"/>
                    </a:lnTo>
                    <a:lnTo>
                      <a:pt x="2547" y="3200"/>
                    </a:lnTo>
                    <a:lnTo>
                      <a:pt x="2481" y="3178"/>
                    </a:lnTo>
                    <a:lnTo>
                      <a:pt x="2418" y="3151"/>
                    </a:lnTo>
                    <a:lnTo>
                      <a:pt x="2358" y="3118"/>
                    </a:lnTo>
                    <a:lnTo>
                      <a:pt x="2301" y="3080"/>
                    </a:lnTo>
                    <a:lnTo>
                      <a:pt x="2248" y="3038"/>
                    </a:lnTo>
                    <a:lnTo>
                      <a:pt x="2199" y="2991"/>
                    </a:lnTo>
                    <a:lnTo>
                      <a:pt x="2153" y="2940"/>
                    </a:lnTo>
                    <a:lnTo>
                      <a:pt x="2113" y="2886"/>
                    </a:lnTo>
                    <a:lnTo>
                      <a:pt x="2077" y="2828"/>
                    </a:lnTo>
                    <a:lnTo>
                      <a:pt x="2045" y="2767"/>
                    </a:lnTo>
                    <a:lnTo>
                      <a:pt x="2019" y="2702"/>
                    </a:lnTo>
                    <a:lnTo>
                      <a:pt x="1999" y="2636"/>
                    </a:lnTo>
                    <a:lnTo>
                      <a:pt x="1944" y="2650"/>
                    </a:lnTo>
                    <a:lnTo>
                      <a:pt x="1888" y="2661"/>
                    </a:lnTo>
                    <a:lnTo>
                      <a:pt x="1830" y="2668"/>
                    </a:lnTo>
                    <a:lnTo>
                      <a:pt x="1770" y="2671"/>
                    </a:lnTo>
                    <a:lnTo>
                      <a:pt x="1711" y="2668"/>
                    </a:lnTo>
                    <a:lnTo>
                      <a:pt x="1653" y="2661"/>
                    </a:lnTo>
                    <a:lnTo>
                      <a:pt x="1597" y="2650"/>
                    </a:lnTo>
                    <a:lnTo>
                      <a:pt x="1542" y="2636"/>
                    </a:lnTo>
                    <a:lnTo>
                      <a:pt x="1521" y="2702"/>
                    </a:lnTo>
                    <a:lnTo>
                      <a:pt x="1495" y="2767"/>
                    </a:lnTo>
                    <a:lnTo>
                      <a:pt x="1464" y="2828"/>
                    </a:lnTo>
                    <a:lnTo>
                      <a:pt x="1427" y="2886"/>
                    </a:lnTo>
                    <a:lnTo>
                      <a:pt x="1386" y="2940"/>
                    </a:lnTo>
                    <a:lnTo>
                      <a:pt x="1341" y="2991"/>
                    </a:lnTo>
                    <a:lnTo>
                      <a:pt x="1291" y="3038"/>
                    </a:lnTo>
                    <a:lnTo>
                      <a:pt x="1238" y="3080"/>
                    </a:lnTo>
                    <a:lnTo>
                      <a:pt x="1182" y="3118"/>
                    </a:lnTo>
                    <a:lnTo>
                      <a:pt x="1122" y="3151"/>
                    </a:lnTo>
                    <a:lnTo>
                      <a:pt x="1059" y="3178"/>
                    </a:lnTo>
                    <a:lnTo>
                      <a:pt x="994" y="3200"/>
                    </a:lnTo>
                    <a:lnTo>
                      <a:pt x="926" y="3215"/>
                    </a:lnTo>
                    <a:lnTo>
                      <a:pt x="855" y="3225"/>
                    </a:lnTo>
                    <a:lnTo>
                      <a:pt x="783" y="3228"/>
                    </a:lnTo>
                    <a:lnTo>
                      <a:pt x="712" y="3225"/>
                    </a:lnTo>
                    <a:lnTo>
                      <a:pt x="643" y="3215"/>
                    </a:lnTo>
                    <a:lnTo>
                      <a:pt x="575" y="3200"/>
                    </a:lnTo>
                    <a:lnTo>
                      <a:pt x="510" y="3179"/>
                    </a:lnTo>
                    <a:lnTo>
                      <a:pt x="448" y="3152"/>
                    </a:lnTo>
                    <a:lnTo>
                      <a:pt x="388" y="3120"/>
                    </a:lnTo>
                    <a:lnTo>
                      <a:pt x="332" y="3083"/>
                    </a:lnTo>
                    <a:lnTo>
                      <a:pt x="279" y="3042"/>
                    </a:lnTo>
                    <a:lnTo>
                      <a:pt x="230" y="2996"/>
                    </a:lnTo>
                    <a:lnTo>
                      <a:pt x="184" y="2946"/>
                    </a:lnTo>
                    <a:lnTo>
                      <a:pt x="143" y="2892"/>
                    </a:lnTo>
                    <a:lnTo>
                      <a:pt x="107" y="2835"/>
                    </a:lnTo>
                    <a:lnTo>
                      <a:pt x="76" y="2775"/>
                    </a:lnTo>
                    <a:lnTo>
                      <a:pt x="50" y="2712"/>
                    </a:lnTo>
                    <a:lnTo>
                      <a:pt x="28" y="2647"/>
                    </a:lnTo>
                    <a:lnTo>
                      <a:pt x="13" y="2578"/>
                    </a:lnTo>
                    <a:lnTo>
                      <a:pt x="3" y="2508"/>
                    </a:lnTo>
                    <a:lnTo>
                      <a:pt x="0" y="2436"/>
                    </a:lnTo>
                    <a:lnTo>
                      <a:pt x="3" y="2364"/>
                    </a:lnTo>
                    <a:lnTo>
                      <a:pt x="13" y="2293"/>
                    </a:lnTo>
                    <a:lnTo>
                      <a:pt x="28" y="2225"/>
                    </a:lnTo>
                    <a:lnTo>
                      <a:pt x="50" y="2160"/>
                    </a:lnTo>
                    <a:lnTo>
                      <a:pt x="76" y="2097"/>
                    </a:lnTo>
                    <a:lnTo>
                      <a:pt x="107" y="2037"/>
                    </a:lnTo>
                    <a:lnTo>
                      <a:pt x="143" y="1979"/>
                    </a:lnTo>
                    <a:lnTo>
                      <a:pt x="184" y="1925"/>
                    </a:lnTo>
                    <a:lnTo>
                      <a:pt x="230" y="1876"/>
                    </a:lnTo>
                    <a:lnTo>
                      <a:pt x="279" y="1830"/>
                    </a:lnTo>
                    <a:lnTo>
                      <a:pt x="332" y="1789"/>
                    </a:lnTo>
                    <a:lnTo>
                      <a:pt x="388" y="1752"/>
                    </a:lnTo>
                    <a:lnTo>
                      <a:pt x="448" y="1720"/>
                    </a:lnTo>
                    <a:lnTo>
                      <a:pt x="510" y="1693"/>
                    </a:lnTo>
                    <a:lnTo>
                      <a:pt x="575" y="1672"/>
                    </a:lnTo>
                    <a:lnTo>
                      <a:pt x="643" y="1656"/>
                    </a:lnTo>
                    <a:lnTo>
                      <a:pt x="712" y="1647"/>
                    </a:lnTo>
                    <a:lnTo>
                      <a:pt x="783" y="1644"/>
                    </a:lnTo>
                    <a:lnTo>
                      <a:pt x="850" y="1647"/>
                    </a:lnTo>
                    <a:lnTo>
                      <a:pt x="916" y="1656"/>
                    </a:lnTo>
                    <a:lnTo>
                      <a:pt x="980" y="1670"/>
                    </a:lnTo>
                    <a:lnTo>
                      <a:pt x="998" y="1600"/>
                    </a:lnTo>
                    <a:lnTo>
                      <a:pt x="1022" y="1534"/>
                    </a:lnTo>
                    <a:lnTo>
                      <a:pt x="1052" y="1470"/>
                    </a:lnTo>
                    <a:lnTo>
                      <a:pt x="1086" y="1410"/>
                    </a:lnTo>
                    <a:lnTo>
                      <a:pt x="1125" y="1353"/>
                    </a:lnTo>
                    <a:lnTo>
                      <a:pt x="1169" y="1299"/>
                    </a:lnTo>
                    <a:lnTo>
                      <a:pt x="1128" y="1247"/>
                    </a:lnTo>
                    <a:lnTo>
                      <a:pt x="1093" y="1190"/>
                    </a:lnTo>
                    <a:lnTo>
                      <a:pt x="1062" y="1130"/>
                    </a:lnTo>
                    <a:lnTo>
                      <a:pt x="1036" y="1067"/>
                    </a:lnTo>
                    <a:lnTo>
                      <a:pt x="1014" y="1001"/>
                    </a:lnTo>
                    <a:lnTo>
                      <a:pt x="999" y="934"/>
                    </a:lnTo>
                    <a:lnTo>
                      <a:pt x="990" y="864"/>
                    </a:lnTo>
                    <a:lnTo>
                      <a:pt x="987" y="793"/>
                    </a:lnTo>
                    <a:lnTo>
                      <a:pt x="990" y="721"/>
                    </a:lnTo>
                    <a:lnTo>
                      <a:pt x="1000" y="650"/>
                    </a:lnTo>
                    <a:lnTo>
                      <a:pt x="1015" y="582"/>
                    </a:lnTo>
                    <a:lnTo>
                      <a:pt x="1036" y="517"/>
                    </a:lnTo>
                    <a:lnTo>
                      <a:pt x="1063" y="453"/>
                    </a:lnTo>
                    <a:lnTo>
                      <a:pt x="1094" y="392"/>
                    </a:lnTo>
                    <a:lnTo>
                      <a:pt x="1131" y="336"/>
                    </a:lnTo>
                    <a:lnTo>
                      <a:pt x="1172" y="282"/>
                    </a:lnTo>
                    <a:lnTo>
                      <a:pt x="1217" y="232"/>
                    </a:lnTo>
                    <a:lnTo>
                      <a:pt x="1265" y="186"/>
                    </a:lnTo>
                    <a:lnTo>
                      <a:pt x="1318" y="145"/>
                    </a:lnTo>
                    <a:lnTo>
                      <a:pt x="1375" y="109"/>
                    </a:lnTo>
                    <a:lnTo>
                      <a:pt x="1435" y="76"/>
                    </a:lnTo>
                    <a:lnTo>
                      <a:pt x="1497" y="50"/>
                    </a:lnTo>
                    <a:lnTo>
                      <a:pt x="1562" y="28"/>
                    </a:lnTo>
                    <a:lnTo>
                      <a:pt x="1629" y="13"/>
                    </a:lnTo>
                    <a:lnTo>
                      <a:pt x="1699" y="3"/>
                    </a:lnTo>
                    <a:lnTo>
                      <a:pt x="1770" y="0"/>
                    </a:lnTo>
                    <a:close/>
                  </a:path>
                </a:pathLst>
              </a:custGeom>
              <a:solidFill>
                <a:srgbClr val="044BC9"/>
              </a:solid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IN" sz="2000" b="1" kern="0" dirty="0">
                  <a:solidFill>
                    <a:prstClr val="white"/>
                  </a:solidFill>
                  <a:latin typeface="思源黑体 Light" panose="020B0300000000000000" pitchFamily="34" charset="-122"/>
                  <a:ea typeface="思源黑体 Light" panose="020B0300000000000000" pitchFamily="34" charset="-122"/>
                  <a:cs typeface="+mn-ea"/>
                  <a:sym typeface="+mn-lt"/>
                </a:endParaRPr>
              </a:p>
            </p:txBody>
          </p:sp>
          <p:sp>
            <p:nvSpPr>
              <p:cNvPr id="16" name="Freeform 51">
                <a:extLst>
                  <a:ext uri="{FF2B5EF4-FFF2-40B4-BE49-F238E27FC236}">
                    <a16:creationId xmlns:a16="http://schemas.microsoft.com/office/drawing/2014/main" id="{990DE1DB-6E31-4C4D-A89F-DD3BA6B5AA30}"/>
                  </a:ext>
                </a:extLst>
              </p:cNvPr>
              <p:cNvSpPr>
                <a:spLocks noEditPoints="1"/>
              </p:cNvSpPr>
              <p:nvPr/>
            </p:nvSpPr>
            <p:spPr bwMode="auto">
              <a:xfrm>
                <a:off x="8145463" y="1485900"/>
                <a:ext cx="190500" cy="206375"/>
              </a:xfrm>
              <a:custGeom>
                <a:avLst/>
                <a:gdLst>
                  <a:gd name="T0" fmla="*/ 458 w 960"/>
                  <a:gd name="T1" fmla="*/ 626 h 1038"/>
                  <a:gd name="T2" fmla="*/ 347 w 960"/>
                  <a:gd name="T3" fmla="*/ 902 h 1038"/>
                  <a:gd name="T4" fmla="*/ 615 w 960"/>
                  <a:gd name="T5" fmla="*/ 902 h 1038"/>
                  <a:gd name="T6" fmla="*/ 503 w 960"/>
                  <a:gd name="T7" fmla="*/ 626 h 1038"/>
                  <a:gd name="T8" fmla="*/ 526 w 960"/>
                  <a:gd name="T9" fmla="*/ 581 h 1038"/>
                  <a:gd name="T10" fmla="*/ 480 w 960"/>
                  <a:gd name="T11" fmla="*/ 587 h 1038"/>
                  <a:gd name="T12" fmla="*/ 414 w 960"/>
                  <a:gd name="T13" fmla="*/ 575 h 1038"/>
                  <a:gd name="T14" fmla="*/ 519 w 960"/>
                  <a:gd name="T15" fmla="*/ 2 h 1038"/>
                  <a:gd name="T16" fmla="*/ 592 w 960"/>
                  <a:gd name="T17" fmla="*/ 25 h 1038"/>
                  <a:gd name="T18" fmla="*/ 654 w 960"/>
                  <a:gd name="T19" fmla="*/ 65 h 1038"/>
                  <a:gd name="T20" fmla="*/ 703 w 960"/>
                  <a:gd name="T21" fmla="*/ 122 h 1038"/>
                  <a:gd name="T22" fmla="*/ 735 w 960"/>
                  <a:gd name="T23" fmla="*/ 191 h 1038"/>
                  <a:gd name="T24" fmla="*/ 746 w 960"/>
                  <a:gd name="T25" fmla="*/ 268 h 1038"/>
                  <a:gd name="T26" fmla="*/ 735 w 960"/>
                  <a:gd name="T27" fmla="*/ 348 h 1038"/>
                  <a:gd name="T28" fmla="*/ 705 w 960"/>
                  <a:gd name="T29" fmla="*/ 425 h 1038"/>
                  <a:gd name="T30" fmla="*/ 658 w 960"/>
                  <a:gd name="T31" fmla="*/ 494 h 1038"/>
                  <a:gd name="T32" fmla="*/ 599 w 960"/>
                  <a:gd name="T33" fmla="*/ 547 h 1038"/>
                  <a:gd name="T34" fmla="*/ 698 w 960"/>
                  <a:gd name="T35" fmla="*/ 585 h 1038"/>
                  <a:gd name="T36" fmla="*/ 786 w 960"/>
                  <a:gd name="T37" fmla="*/ 638 h 1038"/>
                  <a:gd name="T38" fmla="*/ 858 w 960"/>
                  <a:gd name="T39" fmla="*/ 703 h 1038"/>
                  <a:gd name="T40" fmla="*/ 913 w 960"/>
                  <a:gd name="T41" fmla="*/ 774 h 1038"/>
                  <a:gd name="T42" fmla="*/ 948 w 960"/>
                  <a:gd name="T43" fmla="*/ 849 h 1038"/>
                  <a:gd name="T44" fmla="*/ 960 w 960"/>
                  <a:gd name="T45" fmla="*/ 920 h 1038"/>
                  <a:gd name="T46" fmla="*/ 946 w 960"/>
                  <a:gd name="T47" fmla="*/ 951 h 1038"/>
                  <a:gd name="T48" fmla="*/ 908 w 960"/>
                  <a:gd name="T49" fmla="*/ 977 h 1038"/>
                  <a:gd name="T50" fmla="*/ 847 w 960"/>
                  <a:gd name="T51" fmla="*/ 1000 h 1038"/>
                  <a:gd name="T52" fmla="*/ 770 w 960"/>
                  <a:gd name="T53" fmla="*/ 1017 h 1038"/>
                  <a:gd name="T54" fmla="*/ 681 w 960"/>
                  <a:gd name="T55" fmla="*/ 1029 h 1038"/>
                  <a:gd name="T56" fmla="*/ 583 w 960"/>
                  <a:gd name="T57" fmla="*/ 1036 h 1038"/>
                  <a:gd name="T58" fmla="*/ 480 w 960"/>
                  <a:gd name="T59" fmla="*/ 1038 h 1038"/>
                  <a:gd name="T60" fmla="*/ 379 w 960"/>
                  <a:gd name="T61" fmla="*/ 1036 h 1038"/>
                  <a:gd name="T62" fmla="*/ 281 w 960"/>
                  <a:gd name="T63" fmla="*/ 1029 h 1038"/>
                  <a:gd name="T64" fmla="*/ 191 w 960"/>
                  <a:gd name="T65" fmla="*/ 1017 h 1038"/>
                  <a:gd name="T66" fmla="*/ 114 w 960"/>
                  <a:gd name="T67" fmla="*/ 1000 h 1038"/>
                  <a:gd name="T68" fmla="*/ 54 w 960"/>
                  <a:gd name="T69" fmla="*/ 977 h 1038"/>
                  <a:gd name="T70" fmla="*/ 14 w 960"/>
                  <a:gd name="T71" fmla="*/ 951 h 1038"/>
                  <a:gd name="T72" fmla="*/ 0 w 960"/>
                  <a:gd name="T73" fmla="*/ 920 h 1038"/>
                  <a:gd name="T74" fmla="*/ 13 w 960"/>
                  <a:gd name="T75" fmla="*/ 849 h 1038"/>
                  <a:gd name="T76" fmla="*/ 48 w 960"/>
                  <a:gd name="T77" fmla="*/ 774 h 1038"/>
                  <a:gd name="T78" fmla="*/ 104 w 960"/>
                  <a:gd name="T79" fmla="*/ 703 h 1038"/>
                  <a:gd name="T80" fmla="*/ 176 w 960"/>
                  <a:gd name="T81" fmla="*/ 638 h 1038"/>
                  <a:gd name="T82" fmla="*/ 263 w 960"/>
                  <a:gd name="T83" fmla="*/ 585 h 1038"/>
                  <a:gd name="T84" fmla="*/ 363 w 960"/>
                  <a:gd name="T85" fmla="*/ 547 h 1038"/>
                  <a:gd name="T86" fmla="*/ 302 w 960"/>
                  <a:gd name="T87" fmla="*/ 494 h 1038"/>
                  <a:gd name="T88" fmla="*/ 256 w 960"/>
                  <a:gd name="T89" fmla="*/ 425 h 1038"/>
                  <a:gd name="T90" fmla="*/ 227 w 960"/>
                  <a:gd name="T91" fmla="*/ 348 h 1038"/>
                  <a:gd name="T92" fmla="*/ 216 w 960"/>
                  <a:gd name="T93" fmla="*/ 268 h 1038"/>
                  <a:gd name="T94" fmla="*/ 227 w 960"/>
                  <a:gd name="T95" fmla="*/ 191 h 1038"/>
                  <a:gd name="T96" fmla="*/ 258 w 960"/>
                  <a:gd name="T97" fmla="*/ 122 h 1038"/>
                  <a:gd name="T98" fmla="*/ 307 w 960"/>
                  <a:gd name="T99" fmla="*/ 65 h 1038"/>
                  <a:gd name="T100" fmla="*/ 369 w 960"/>
                  <a:gd name="T101" fmla="*/ 25 h 1038"/>
                  <a:gd name="T102" fmla="*/ 441 w 960"/>
                  <a:gd name="T103" fmla="*/ 2 h 1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60" h="1038">
                    <a:moveTo>
                      <a:pt x="414" y="575"/>
                    </a:moveTo>
                    <a:lnTo>
                      <a:pt x="458" y="626"/>
                    </a:lnTo>
                    <a:lnTo>
                      <a:pt x="459" y="626"/>
                    </a:lnTo>
                    <a:lnTo>
                      <a:pt x="347" y="902"/>
                    </a:lnTo>
                    <a:lnTo>
                      <a:pt x="480" y="1038"/>
                    </a:lnTo>
                    <a:lnTo>
                      <a:pt x="615" y="902"/>
                    </a:lnTo>
                    <a:lnTo>
                      <a:pt x="502" y="626"/>
                    </a:lnTo>
                    <a:lnTo>
                      <a:pt x="503" y="626"/>
                    </a:lnTo>
                    <a:lnTo>
                      <a:pt x="547" y="575"/>
                    </a:lnTo>
                    <a:lnTo>
                      <a:pt x="526" y="581"/>
                    </a:lnTo>
                    <a:lnTo>
                      <a:pt x="503" y="586"/>
                    </a:lnTo>
                    <a:lnTo>
                      <a:pt x="480" y="587"/>
                    </a:lnTo>
                    <a:lnTo>
                      <a:pt x="447" y="583"/>
                    </a:lnTo>
                    <a:lnTo>
                      <a:pt x="414" y="575"/>
                    </a:lnTo>
                    <a:close/>
                    <a:moveTo>
                      <a:pt x="480" y="0"/>
                    </a:moveTo>
                    <a:lnTo>
                      <a:pt x="519" y="2"/>
                    </a:lnTo>
                    <a:lnTo>
                      <a:pt x="557" y="11"/>
                    </a:lnTo>
                    <a:lnTo>
                      <a:pt x="592" y="25"/>
                    </a:lnTo>
                    <a:lnTo>
                      <a:pt x="625" y="42"/>
                    </a:lnTo>
                    <a:lnTo>
                      <a:pt x="654" y="65"/>
                    </a:lnTo>
                    <a:lnTo>
                      <a:pt x="681" y="91"/>
                    </a:lnTo>
                    <a:lnTo>
                      <a:pt x="703" y="122"/>
                    </a:lnTo>
                    <a:lnTo>
                      <a:pt x="721" y="155"/>
                    </a:lnTo>
                    <a:lnTo>
                      <a:pt x="735" y="191"/>
                    </a:lnTo>
                    <a:lnTo>
                      <a:pt x="742" y="228"/>
                    </a:lnTo>
                    <a:lnTo>
                      <a:pt x="746" y="268"/>
                    </a:lnTo>
                    <a:lnTo>
                      <a:pt x="742" y="307"/>
                    </a:lnTo>
                    <a:lnTo>
                      <a:pt x="735" y="348"/>
                    </a:lnTo>
                    <a:lnTo>
                      <a:pt x="722" y="387"/>
                    </a:lnTo>
                    <a:lnTo>
                      <a:pt x="705" y="425"/>
                    </a:lnTo>
                    <a:lnTo>
                      <a:pt x="684" y="461"/>
                    </a:lnTo>
                    <a:lnTo>
                      <a:pt x="658" y="494"/>
                    </a:lnTo>
                    <a:lnTo>
                      <a:pt x="630" y="523"/>
                    </a:lnTo>
                    <a:lnTo>
                      <a:pt x="599" y="547"/>
                    </a:lnTo>
                    <a:lnTo>
                      <a:pt x="650" y="564"/>
                    </a:lnTo>
                    <a:lnTo>
                      <a:pt x="698" y="585"/>
                    </a:lnTo>
                    <a:lnTo>
                      <a:pt x="744" y="610"/>
                    </a:lnTo>
                    <a:lnTo>
                      <a:pt x="786" y="638"/>
                    </a:lnTo>
                    <a:lnTo>
                      <a:pt x="823" y="670"/>
                    </a:lnTo>
                    <a:lnTo>
                      <a:pt x="858" y="703"/>
                    </a:lnTo>
                    <a:lnTo>
                      <a:pt x="888" y="738"/>
                    </a:lnTo>
                    <a:lnTo>
                      <a:pt x="913" y="774"/>
                    </a:lnTo>
                    <a:lnTo>
                      <a:pt x="933" y="812"/>
                    </a:lnTo>
                    <a:lnTo>
                      <a:pt x="948" y="849"/>
                    </a:lnTo>
                    <a:lnTo>
                      <a:pt x="957" y="885"/>
                    </a:lnTo>
                    <a:lnTo>
                      <a:pt x="960" y="920"/>
                    </a:lnTo>
                    <a:lnTo>
                      <a:pt x="957" y="936"/>
                    </a:lnTo>
                    <a:lnTo>
                      <a:pt x="946" y="951"/>
                    </a:lnTo>
                    <a:lnTo>
                      <a:pt x="930" y="965"/>
                    </a:lnTo>
                    <a:lnTo>
                      <a:pt x="908" y="977"/>
                    </a:lnTo>
                    <a:lnTo>
                      <a:pt x="879" y="989"/>
                    </a:lnTo>
                    <a:lnTo>
                      <a:pt x="847" y="1000"/>
                    </a:lnTo>
                    <a:lnTo>
                      <a:pt x="810" y="1009"/>
                    </a:lnTo>
                    <a:lnTo>
                      <a:pt x="770" y="1017"/>
                    </a:lnTo>
                    <a:lnTo>
                      <a:pt x="727" y="1023"/>
                    </a:lnTo>
                    <a:lnTo>
                      <a:pt x="681" y="1029"/>
                    </a:lnTo>
                    <a:lnTo>
                      <a:pt x="632" y="1033"/>
                    </a:lnTo>
                    <a:lnTo>
                      <a:pt x="583" y="1036"/>
                    </a:lnTo>
                    <a:lnTo>
                      <a:pt x="532" y="1038"/>
                    </a:lnTo>
                    <a:lnTo>
                      <a:pt x="480" y="1038"/>
                    </a:lnTo>
                    <a:lnTo>
                      <a:pt x="430" y="1038"/>
                    </a:lnTo>
                    <a:lnTo>
                      <a:pt x="379" y="1036"/>
                    </a:lnTo>
                    <a:lnTo>
                      <a:pt x="328" y="1033"/>
                    </a:lnTo>
                    <a:lnTo>
                      <a:pt x="281" y="1029"/>
                    </a:lnTo>
                    <a:lnTo>
                      <a:pt x="234" y="1023"/>
                    </a:lnTo>
                    <a:lnTo>
                      <a:pt x="191" y="1017"/>
                    </a:lnTo>
                    <a:lnTo>
                      <a:pt x="150" y="1009"/>
                    </a:lnTo>
                    <a:lnTo>
                      <a:pt x="114" y="1000"/>
                    </a:lnTo>
                    <a:lnTo>
                      <a:pt x="81" y="989"/>
                    </a:lnTo>
                    <a:lnTo>
                      <a:pt x="54" y="977"/>
                    </a:lnTo>
                    <a:lnTo>
                      <a:pt x="32" y="965"/>
                    </a:lnTo>
                    <a:lnTo>
                      <a:pt x="14" y="951"/>
                    </a:lnTo>
                    <a:lnTo>
                      <a:pt x="5" y="936"/>
                    </a:lnTo>
                    <a:lnTo>
                      <a:pt x="0" y="920"/>
                    </a:lnTo>
                    <a:lnTo>
                      <a:pt x="3" y="885"/>
                    </a:lnTo>
                    <a:lnTo>
                      <a:pt x="13" y="849"/>
                    </a:lnTo>
                    <a:lnTo>
                      <a:pt x="28" y="812"/>
                    </a:lnTo>
                    <a:lnTo>
                      <a:pt x="48" y="774"/>
                    </a:lnTo>
                    <a:lnTo>
                      <a:pt x="74" y="738"/>
                    </a:lnTo>
                    <a:lnTo>
                      <a:pt x="104" y="703"/>
                    </a:lnTo>
                    <a:lnTo>
                      <a:pt x="138" y="670"/>
                    </a:lnTo>
                    <a:lnTo>
                      <a:pt x="176" y="638"/>
                    </a:lnTo>
                    <a:lnTo>
                      <a:pt x="218" y="610"/>
                    </a:lnTo>
                    <a:lnTo>
                      <a:pt x="263" y="585"/>
                    </a:lnTo>
                    <a:lnTo>
                      <a:pt x="312" y="564"/>
                    </a:lnTo>
                    <a:lnTo>
                      <a:pt x="363" y="547"/>
                    </a:lnTo>
                    <a:lnTo>
                      <a:pt x="331" y="523"/>
                    </a:lnTo>
                    <a:lnTo>
                      <a:pt x="302" y="494"/>
                    </a:lnTo>
                    <a:lnTo>
                      <a:pt x="277" y="461"/>
                    </a:lnTo>
                    <a:lnTo>
                      <a:pt x="256" y="425"/>
                    </a:lnTo>
                    <a:lnTo>
                      <a:pt x="239" y="387"/>
                    </a:lnTo>
                    <a:lnTo>
                      <a:pt x="227" y="348"/>
                    </a:lnTo>
                    <a:lnTo>
                      <a:pt x="218" y="307"/>
                    </a:lnTo>
                    <a:lnTo>
                      <a:pt x="216" y="268"/>
                    </a:lnTo>
                    <a:lnTo>
                      <a:pt x="218" y="228"/>
                    </a:lnTo>
                    <a:lnTo>
                      <a:pt x="227" y="191"/>
                    </a:lnTo>
                    <a:lnTo>
                      <a:pt x="241" y="155"/>
                    </a:lnTo>
                    <a:lnTo>
                      <a:pt x="258" y="122"/>
                    </a:lnTo>
                    <a:lnTo>
                      <a:pt x="281" y="91"/>
                    </a:lnTo>
                    <a:lnTo>
                      <a:pt x="307" y="65"/>
                    </a:lnTo>
                    <a:lnTo>
                      <a:pt x="337" y="42"/>
                    </a:lnTo>
                    <a:lnTo>
                      <a:pt x="369" y="25"/>
                    </a:lnTo>
                    <a:lnTo>
                      <a:pt x="404" y="11"/>
                    </a:lnTo>
                    <a:lnTo>
                      <a:pt x="441" y="2"/>
                    </a:lnTo>
                    <a:lnTo>
                      <a:pt x="480" y="0"/>
                    </a:lnTo>
                    <a:close/>
                  </a:path>
                </a:pathLst>
              </a:custGeom>
              <a:solidFill>
                <a:srgbClr val="044BC9"/>
              </a:solid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IN" sz="2000" b="1" kern="0" dirty="0">
                  <a:solidFill>
                    <a:prstClr val="white"/>
                  </a:solidFill>
                  <a:latin typeface="思源黑体 Light" panose="020B0300000000000000" pitchFamily="34" charset="-122"/>
                  <a:ea typeface="思源黑体 Light" panose="020B0300000000000000" pitchFamily="34" charset="-122"/>
                  <a:cs typeface="+mn-ea"/>
                  <a:sym typeface="+mn-lt"/>
                </a:endParaRPr>
              </a:p>
            </p:txBody>
          </p:sp>
        </p:grpSp>
      </p:grpSp>
      <p:sp>
        <p:nvSpPr>
          <p:cNvPr id="18" name="Rounded Rectangle 10">
            <a:extLst>
              <a:ext uri="{FF2B5EF4-FFF2-40B4-BE49-F238E27FC236}">
                <a16:creationId xmlns:a16="http://schemas.microsoft.com/office/drawing/2014/main" id="{6F4B2444-214C-4839-A4D9-D5B3462DDCAD}"/>
              </a:ext>
            </a:extLst>
          </p:cNvPr>
          <p:cNvSpPr/>
          <p:nvPr/>
        </p:nvSpPr>
        <p:spPr>
          <a:xfrm>
            <a:off x="1245121" y="2425167"/>
            <a:ext cx="4212294" cy="207506"/>
          </a:xfrm>
          <a:prstGeom prst="roundRect">
            <a:avLst>
              <a:gd name="adj" fmla="val 50000"/>
            </a:avLst>
          </a:prstGeom>
          <a:solidFill>
            <a:sysClr val="window" lastClr="FFFFFF"/>
          </a:solidFill>
          <a:ln w="12700" cap="flat" cmpd="sng" algn="ctr">
            <a:solidFill>
              <a:sysClr val="window" lastClr="FFFFFF">
                <a:lumMod val="95000"/>
              </a:sysClr>
            </a:solidFill>
            <a:prstDash val="solid"/>
            <a:miter lim="800000"/>
          </a:ln>
          <a:effectLst>
            <a:outerShdw blurRad="127000" dist="38100" dir="2700000" algn="tl" rotWithShape="0">
              <a:sysClr val="windowText" lastClr="000000">
                <a:lumMod val="95000"/>
                <a:lumOff val="5000"/>
                <a:alpha val="60000"/>
              </a:sysClr>
            </a:outerShdw>
          </a:effectLst>
        </p:spPr>
        <p:txBody>
          <a:bodyPr rtlCol="0" anchor="ctr"/>
          <a:lstStyle/>
          <a:p>
            <a:pPr algn="r">
              <a:defRPr/>
            </a:pPr>
            <a:r>
              <a:rPr lang="en-IN" sz="1100" kern="0" dirty="0">
                <a:solidFill>
                  <a:schemeClr val="tx1">
                    <a:lumMod val="65000"/>
                    <a:lumOff val="35000"/>
                  </a:schemeClr>
                </a:solidFill>
                <a:latin typeface="+mn-ea"/>
                <a:cs typeface="+mn-ea"/>
                <a:sym typeface="+mn-lt"/>
              </a:rPr>
              <a:t>45%</a:t>
            </a:r>
          </a:p>
        </p:txBody>
      </p:sp>
      <p:sp>
        <p:nvSpPr>
          <p:cNvPr id="19" name="Rounded Rectangle 11">
            <a:extLst>
              <a:ext uri="{FF2B5EF4-FFF2-40B4-BE49-F238E27FC236}">
                <a16:creationId xmlns:a16="http://schemas.microsoft.com/office/drawing/2014/main" id="{F9A7EDE9-8719-4A9F-972B-85B8029D2DDC}"/>
              </a:ext>
            </a:extLst>
          </p:cNvPr>
          <p:cNvSpPr/>
          <p:nvPr/>
        </p:nvSpPr>
        <p:spPr>
          <a:xfrm>
            <a:off x="1311660" y="2483640"/>
            <a:ext cx="2057068" cy="90561"/>
          </a:xfrm>
          <a:prstGeom prst="roundRect">
            <a:avLst>
              <a:gd name="adj" fmla="val 50000"/>
            </a:avLst>
          </a:prstGeom>
          <a:gradFill>
            <a:gsLst>
              <a:gs pos="0">
                <a:srgbClr val="044BC9"/>
              </a:gs>
              <a:gs pos="100000">
                <a:srgbClr val="23A2E4"/>
              </a:gs>
            </a:gsLst>
            <a:lin ang="0" scaled="0"/>
          </a:gradFill>
          <a:ln w="12700" cap="flat" cmpd="sng" algn="ctr">
            <a:noFill/>
            <a:prstDash val="solid"/>
            <a:miter lim="800000"/>
          </a:ln>
          <a:effectLst/>
        </p:spPr>
        <p:txBody>
          <a:bodyPr rtlCol="0" anchor="ctr"/>
          <a:lstStyle/>
          <a:p>
            <a:pPr algn="ctr">
              <a:defRPr/>
            </a:pPr>
            <a:endParaRPr lang="en-IN" sz="1600" kern="0" dirty="0">
              <a:solidFill>
                <a:prstClr val="white"/>
              </a:solidFill>
              <a:latin typeface="+mn-ea"/>
              <a:cs typeface="+mn-ea"/>
              <a:sym typeface="+mn-lt"/>
            </a:endParaRPr>
          </a:p>
        </p:txBody>
      </p:sp>
      <p:sp>
        <p:nvSpPr>
          <p:cNvPr id="20" name="Rounded Rectangle 173">
            <a:extLst>
              <a:ext uri="{FF2B5EF4-FFF2-40B4-BE49-F238E27FC236}">
                <a16:creationId xmlns:a16="http://schemas.microsoft.com/office/drawing/2014/main" id="{32DE771F-175B-4D6B-8B00-B393876A6F49}"/>
              </a:ext>
            </a:extLst>
          </p:cNvPr>
          <p:cNvSpPr/>
          <p:nvPr/>
        </p:nvSpPr>
        <p:spPr>
          <a:xfrm>
            <a:off x="1245121" y="3239021"/>
            <a:ext cx="4212294" cy="207506"/>
          </a:xfrm>
          <a:prstGeom prst="roundRect">
            <a:avLst>
              <a:gd name="adj" fmla="val 50000"/>
            </a:avLst>
          </a:prstGeom>
          <a:solidFill>
            <a:sysClr val="window" lastClr="FFFFFF"/>
          </a:solidFill>
          <a:ln w="12700" cap="flat" cmpd="sng" algn="ctr">
            <a:solidFill>
              <a:sysClr val="window" lastClr="FFFFFF">
                <a:lumMod val="95000"/>
              </a:sysClr>
            </a:solidFill>
            <a:prstDash val="solid"/>
            <a:miter lim="800000"/>
          </a:ln>
          <a:effectLst>
            <a:outerShdw blurRad="127000" dist="38100" dir="2700000" algn="tl" rotWithShape="0">
              <a:sysClr val="windowText" lastClr="000000">
                <a:lumMod val="95000"/>
                <a:lumOff val="5000"/>
                <a:alpha val="60000"/>
              </a:sysClr>
            </a:outerShdw>
          </a:effectLst>
        </p:spPr>
        <p:txBody>
          <a:bodyPr rtlCol="0" anchor="ctr"/>
          <a:lstStyle/>
          <a:p>
            <a:pPr algn="r">
              <a:defRPr/>
            </a:pPr>
            <a:r>
              <a:rPr lang="en-IN" sz="1100" kern="0" dirty="0">
                <a:solidFill>
                  <a:schemeClr val="tx1">
                    <a:lumMod val="65000"/>
                    <a:lumOff val="35000"/>
                  </a:schemeClr>
                </a:solidFill>
                <a:latin typeface="+mn-ea"/>
                <a:cs typeface="+mn-ea"/>
                <a:sym typeface="+mn-lt"/>
              </a:rPr>
              <a:t>100%</a:t>
            </a:r>
          </a:p>
        </p:txBody>
      </p:sp>
      <p:sp>
        <p:nvSpPr>
          <p:cNvPr id="21" name="Rounded Rectangle 174">
            <a:extLst>
              <a:ext uri="{FF2B5EF4-FFF2-40B4-BE49-F238E27FC236}">
                <a16:creationId xmlns:a16="http://schemas.microsoft.com/office/drawing/2014/main" id="{32F285FD-95EA-4685-ABAD-D02056FCF8A5}"/>
              </a:ext>
            </a:extLst>
          </p:cNvPr>
          <p:cNvSpPr/>
          <p:nvPr/>
        </p:nvSpPr>
        <p:spPr>
          <a:xfrm>
            <a:off x="1311660" y="3297494"/>
            <a:ext cx="3554131" cy="90561"/>
          </a:xfrm>
          <a:prstGeom prst="roundRect">
            <a:avLst>
              <a:gd name="adj" fmla="val 50000"/>
            </a:avLst>
          </a:prstGeom>
          <a:gradFill>
            <a:gsLst>
              <a:gs pos="0">
                <a:srgbClr val="044BC9"/>
              </a:gs>
              <a:gs pos="100000">
                <a:srgbClr val="23A2E4"/>
              </a:gs>
            </a:gsLst>
            <a:lin ang="0" scaled="0"/>
          </a:gradFill>
          <a:ln w="12700" cap="flat" cmpd="sng" algn="ctr">
            <a:noFill/>
            <a:prstDash val="solid"/>
            <a:miter lim="800000"/>
          </a:ln>
          <a:effectLst/>
        </p:spPr>
        <p:txBody>
          <a:bodyPr rtlCol="0" anchor="ctr"/>
          <a:lstStyle/>
          <a:p>
            <a:pPr algn="ctr">
              <a:defRPr/>
            </a:pPr>
            <a:endParaRPr lang="en-IN" sz="1600" kern="0" dirty="0">
              <a:solidFill>
                <a:prstClr val="white"/>
              </a:solidFill>
              <a:latin typeface="+mn-ea"/>
              <a:cs typeface="+mn-ea"/>
              <a:sym typeface="+mn-lt"/>
            </a:endParaRPr>
          </a:p>
        </p:txBody>
      </p:sp>
      <p:grpSp>
        <p:nvGrpSpPr>
          <p:cNvPr id="22" name="Group 41">
            <a:extLst>
              <a:ext uri="{FF2B5EF4-FFF2-40B4-BE49-F238E27FC236}">
                <a16:creationId xmlns:a16="http://schemas.microsoft.com/office/drawing/2014/main" id="{6640B60F-06C4-4067-8EF9-277547F3054F}"/>
              </a:ext>
            </a:extLst>
          </p:cNvPr>
          <p:cNvGrpSpPr/>
          <p:nvPr/>
        </p:nvGrpSpPr>
        <p:grpSpPr>
          <a:xfrm>
            <a:off x="1245121" y="3664148"/>
            <a:ext cx="2123607" cy="333507"/>
            <a:chOff x="6654373" y="4833909"/>
            <a:chExt cx="2123607" cy="333507"/>
          </a:xfrm>
        </p:grpSpPr>
        <p:sp>
          <p:nvSpPr>
            <p:cNvPr id="23" name="Rectangle 21">
              <a:extLst>
                <a:ext uri="{FF2B5EF4-FFF2-40B4-BE49-F238E27FC236}">
                  <a16:creationId xmlns:a16="http://schemas.microsoft.com/office/drawing/2014/main" id="{94E07F56-5789-4937-8612-C2BA185215AC}"/>
                </a:ext>
              </a:extLst>
            </p:cNvPr>
            <p:cNvSpPr/>
            <p:nvPr/>
          </p:nvSpPr>
          <p:spPr>
            <a:xfrm>
              <a:off x="7142367" y="4833909"/>
              <a:ext cx="1635613" cy="333507"/>
            </a:xfrm>
            <a:prstGeom prst="rect">
              <a:avLst/>
            </a:prstGeom>
            <a:noFill/>
            <a:ln w="12700" cap="flat" cmpd="sng" algn="ctr">
              <a:noFill/>
              <a:prstDash val="solid"/>
              <a:miter lim="800000"/>
            </a:ln>
            <a:effectLst/>
          </p:spPr>
          <p:txBody>
            <a:bodyPr lIns="0" tIns="0" rIns="36000" bIns="0" rtlCol="0" anchor="ctr">
              <a:normAutofit/>
            </a:bodyPr>
            <a:lstStyle/>
            <a:p>
              <a:pPr>
                <a:defRPr/>
              </a:pPr>
              <a:r>
                <a:rPr lang="zh-CN" altLang="en-US" sz="2000" b="1" kern="0" dirty="0">
                  <a:solidFill>
                    <a:srgbClr val="044BC9"/>
                  </a:solidFill>
                  <a:latin typeface="思源黑体 Light" panose="020B0300000000000000" pitchFamily="34" charset="-122"/>
                  <a:ea typeface="思源黑体 Light" panose="020B0300000000000000" pitchFamily="34" charset="-122"/>
                  <a:cs typeface="+mn-ea"/>
                  <a:sym typeface="+mn-lt"/>
                </a:rPr>
                <a:t>添加标题 </a:t>
              </a:r>
              <a:r>
                <a:rPr lang="en-US" altLang="zh-CN" sz="2000" b="1" kern="0" dirty="0">
                  <a:solidFill>
                    <a:srgbClr val="044BC9"/>
                  </a:solidFill>
                  <a:latin typeface="思源黑体 Light" panose="020B0300000000000000" pitchFamily="34" charset="-122"/>
                  <a:ea typeface="思源黑体 Light" panose="020B0300000000000000" pitchFamily="34" charset="-122"/>
                  <a:cs typeface="+mn-ea"/>
                  <a:sym typeface="+mn-lt"/>
                </a:rPr>
                <a:t>03</a:t>
              </a:r>
            </a:p>
          </p:txBody>
        </p:sp>
        <p:sp>
          <p:nvSpPr>
            <p:cNvPr id="24" name="Freeform 20">
              <a:extLst>
                <a:ext uri="{FF2B5EF4-FFF2-40B4-BE49-F238E27FC236}">
                  <a16:creationId xmlns:a16="http://schemas.microsoft.com/office/drawing/2014/main" id="{E3AB7FAA-E9A3-4A29-B47E-BF39B52FE97A}"/>
                </a:ext>
              </a:extLst>
            </p:cNvPr>
            <p:cNvSpPr>
              <a:spLocks noEditPoints="1"/>
            </p:cNvSpPr>
            <p:nvPr/>
          </p:nvSpPr>
          <p:spPr bwMode="auto">
            <a:xfrm>
              <a:off x="6654373" y="4897985"/>
              <a:ext cx="192419" cy="191189"/>
            </a:xfrm>
            <a:custGeom>
              <a:avLst/>
              <a:gdLst>
                <a:gd name="T0" fmla="*/ 120 w 3130"/>
                <a:gd name="T1" fmla="*/ 2868 h 3105"/>
                <a:gd name="T2" fmla="*/ 209 w 3130"/>
                <a:gd name="T3" fmla="*/ 2981 h 3105"/>
                <a:gd name="T4" fmla="*/ 318 w 3130"/>
                <a:gd name="T5" fmla="*/ 2891 h 3105"/>
                <a:gd name="T6" fmla="*/ 230 w 3130"/>
                <a:gd name="T7" fmla="*/ 2778 h 3105"/>
                <a:gd name="T8" fmla="*/ 2693 w 3130"/>
                <a:gd name="T9" fmla="*/ 913 h 3105"/>
                <a:gd name="T10" fmla="*/ 2670 w 3130"/>
                <a:gd name="T11" fmla="*/ 1092 h 3105"/>
                <a:gd name="T12" fmla="*/ 2749 w 3130"/>
                <a:gd name="T13" fmla="*/ 1282 h 3105"/>
                <a:gd name="T14" fmla="*/ 2923 w 3130"/>
                <a:gd name="T15" fmla="*/ 1503 h 3105"/>
                <a:gd name="T16" fmla="*/ 2950 w 3130"/>
                <a:gd name="T17" fmla="*/ 1224 h 3105"/>
                <a:gd name="T18" fmla="*/ 1682 w 3130"/>
                <a:gd name="T19" fmla="*/ 174 h 3105"/>
                <a:gd name="T20" fmla="*/ 1163 w 3130"/>
                <a:gd name="T21" fmla="*/ 339 h 3105"/>
                <a:gd name="T22" fmla="*/ 1105 w 3130"/>
                <a:gd name="T23" fmla="*/ 544 h 3105"/>
                <a:gd name="T24" fmla="*/ 1153 w 3130"/>
                <a:gd name="T25" fmla="*/ 718 h 3105"/>
                <a:gd name="T26" fmla="*/ 1042 w 3130"/>
                <a:gd name="T27" fmla="*/ 829 h 3105"/>
                <a:gd name="T28" fmla="*/ 894 w 3130"/>
                <a:gd name="T29" fmla="*/ 903 h 3105"/>
                <a:gd name="T30" fmla="*/ 858 w 3130"/>
                <a:gd name="T31" fmla="*/ 1068 h 3105"/>
                <a:gd name="T32" fmla="*/ 866 w 3130"/>
                <a:gd name="T33" fmla="*/ 1230 h 3105"/>
                <a:gd name="T34" fmla="*/ 929 w 3130"/>
                <a:gd name="T35" fmla="*/ 1294 h 3105"/>
                <a:gd name="T36" fmla="*/ 886 w 3130"/>
                <a:gd name="T37" fmla="*/ 1385 h 3105"/>
                <a:gd name="T38" fmla="*/ 673 w 3130"/>
                <a:gd name="T39" fmla="*/ 1515 h 3105"/>
                <a:gd name="T40" fmla="*/ 665 w 3130"/>
                <a:gd name="T41" fmla="*/ 1885 h 3105"/>
                <a:gd name="T42" fmla="*/ 1907 w 3130"/>
                <a:gd name="T43" fmla="*/ 847 h 3105"/>
                <a:gd name="T44" fmla="*/ 1043 w 3130"/>
                <a:gd name="T45" fmla="*/ 2375 h 3105"/>
                <a:gd name="T46" fmla="*/ 1527 w 3130"/>
                <a:gd name="T47" fmla="*/ 2602 h 3105"/>
                <a:gd name="T48" fmla="*/ 2097 w 3130"/>
                <a:gd name="T49" fmla="*/ 2578 h 3105"/>
                <a:gd name="T50" fmla="*/ 2586 w 3130"/>
                <a:gd name="T51" fmla="*/ 2290 h 3105"/>
                <a:gd name="T52" fmla="*/ 2285 w 3130"/>
                <a:gd name="T53" fmla="*/ 2383 h 3105"/>
                <a:gd name="T54" fmla="*/ 2095 w 3130"/>
                <a:gd name="T55" fmla="*/ 2417 h 3105"/>
                <a:gd name="T56" fmla="*/ 2052 w 3130"/>
                <a:gd name="T57" fmla="*/ 2332 h 3105"/>
                <a:gd name="T58" fmla="*/ 2192 w 3130"/>
                <a:gd name="T59" fmla="*/ 2221 h 3105"/>
                <a:gd name="T60" fmla="*/ 2304 w 3130"/>
                <a:gd name="T61" fmla="*/ 2140 h 3105"/>
                <a:gd name="T62" fmla="*/ 2363 w 3130"/>
                <a:gd name="T63" fmla="*/ 1969 h 3105"/>
                <a:gd name="T64" fmla="*/ 2408 w 3130"/>
                <a:gd name="T65" fmla="*/ 1786 h 3105"/>
                <a:gd name="T66" fmla="*/ 2430 w 3130"/>
                <a:gd name="T67" fmla="*/ 1725 h 3105"/>
                <a:gd name="T68" fmla="*/ 2451 w 3130"/>
                <a:gd name="T69" fmla="*/ 1562 h 3105"/>
                <a:gd name="T70" fmla="*/ 2477 w 3130"/>
                <a:gd name="T71" fmla="*/ 1394 h 3105"/>
                <a:gd name="T72" fmla="*/ 2584 w 3130"/>
                <a:gd name="T73" fmla="*/ 1228 h 3105"/>
                <a:gd name="T74" fmla="*/ 2568 w 3130"/>
                <a:gd name="T75" fmla="*/ 1017 h 3105"/>
                <a:gd name="T76" fmla="*/ 2485 w 3130"/>
                <a:gd name="T77" fmla="*/ 825 h 3105"/>
                <a:gd name="T78" fmla="*/ 2351 w 3130"/>
                <a:gd name="T79" fmla="*/ 720 h 3105"/>
                <a:gd name="T80" fmla="*/ 2149 w 3130"/>
                <a:gd name="T81" fmla="*/ 563 h 3105"/>
                <a:gd name="T82" fmla="*/ 2026 w 3130"/>
                <a:gd name="T83" fmla="*/ 400 h 3105"/>
                <a:gd name="T84" fmla="*/ 1907 w 3130"/>
                <a:gd name="T85" fmla="*/ 181 h 3105"/>
                <a:gd name="T86" fmla="*/ 2039 w 3130"/>
                <a:gd name="T87" fmla="*/ 29 h 3105"/>
                <a:gd name="T88" fmla="*/ 2598 w 3130"/>
                <a:gd name="T89" fmla="*/ 291 h 3105"/>
                <a:gd name="T90" fmla="*/ 2984 w 3130"/>
                <a:gd name="T91" fmla="*/ 773 h 3105"/>
                <a:gd name="T92" fmla="*/ 3130 w 3130"/>
                <a:gd name="T93" fmla="*/ 1399 h 3105"/>
                <a:gd name="T94" fmla="*/ 2985 w 3130"/>
                <a:gd name="T95" fmla="*/ 2025 h 3105"/>
                <a:gd name="T96" fmla="*/ 2598 w 3130"/>
                <a:gd name="T97" fmla="*/ 2506 h 3105"/>
                <a:gd name="T98" fmla="*/ 2039 w 3130"/>
                <a:gd name="T99" fmla="*/ 2769 h 3105"/>
                <a:gd name="T100" fmla="*/ 1430 w 3130"/>
                <a:gd name="T101" fmla="*/ 2755 h 3105"/>
                <a:gd name="T102" fmla="*/ 922 w 3130"/>
                <a:gd name="T103" fmla="*/ 2498 h 3105"/>
                <a:gd name="T104" fmla="*/ 238 w 3130"/>
                <a:gd name="T105" fmla="*/ 3105 h 3105"/>
                <a:gd name="T106" fmla="*/ 44 w 3130"/>
                <a:gd name="T107" fmla="*/ 3012 h 3105"/>
                <a:gd name="T108" fmla="*/ 12 w 3130"/>
                <a:gd name="T109" fmla="*/ 2797 h 3105"/>
                <a:gd name="T110" fmla="*/ 534 w 3130"/>
                <a:gd name="T111" fmla="*/ 2002 h 3105"/>
                <a:gd name="T112" fmla="*/ 399 w 3130"/>
                <a:gd name="T113" fmla="*/ 1399 h 3105"/>
                <a:gd name="T114" fmla="*/ 543 w 3130"/>
                <a:gd name="T115" fmla="*/ 773 h 3105"/>
                <a:gd name="T116" fmla="*/ 930 w 3130"/>
                <a:gd name="T117" fmla="*/ 291 h 3105"/>
                <a:gd name="T118" fmla="*/ 1490 w 3130"/>
                <a:gd name="T119" fmla="*/ 29 h 3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130" h="3105">
                  <a:moveTo>
                    <a:pt x="208" y="2778"/>
                  </a:moveTo>
                  <a:lnTo>
                    <a:pt x="186" y="2783"/>
                  </a:lnTo>
                  <a:lnTo>
                    <a:pt x="166" y="2792"/>
                  </a:lnTo>
                  <a:lnTo>
                    <a:pt x="149" y="2807"/>
                  </a:lnTo>
                  <a:lnTo>
                    <a:pt x="134" y="2826"/>
                  </a:lnTo>
                  <a:lnTo>
                    <a:pt x="125" y="2846"/>
                  </a:lnTo>
                  <a:lnTo>
                    <a:pt x="120" y="2868"/>
                  </a:lnTo>
                  <a:lnTo>
                    <a:pt x="120" y="2891"/>
                  </a:lnTo>
                  <a:lnTo>
                    <a:pt x="125" y="2913"/>
                  </a:lnTo>
                  <a:lnTo>
                    <a:pt x="134" y="2933"/>
                  </a:lnTo>
                  <a:lnTo>
                    <a:pt x="149" y="2952"/>
                  </a:lnTo>
                  <a:lnTo>
                    <a:pt x="167" y="2966"/>
                  </a:lnTo>
                  <a:lnTo>
                    <a:pt x="187" y="2976"/>
                  </a:lnTo>
                  <a:lnTo>
                    <a:pt x="209" y="2981"/>
                  </a:lnTo>
                  <a:lnTo>
                    <a:pt x="230" y="2981"/>
                  </a:lnTo>
                  <a:lnTo>
                    <a:pt x="251" y="2977"/>
                  </a:lnTo>
                  <a:lnTo>
                    <a:pt x="272" y="2966"/>
                  </a:lnTo>
                  <a:lnTo>
                    <a:pt x="290" y="2952"/>
                  </a:lnTo>
                  <a:lnTo>
                    <a:pt x="304" y="2934"/>
                  </a:lnTo>
                  <a:lnTo>
                    <a:pt x="313" y="2913"/>
                  </a:lnTo>
                  <a:lnTo>
                    <a:pt x="318" y="2891"/>
                  </a:lnTo>
                  <a:lnTo>
                    <a:pt x="318" y="2868"/>
                  </a:lnTo>
                  <a:lnTo>
                    <a:pt x="313" y="2846"/>
                  </a:lnTo>
                  <a:lnTo>
                    <a:pt x="304" y="2826"/>
                  </a:lnTo>
                  <a:lnTo>
                    <a:pt x="289" y="2807"/>
                  </a:lnTo>
                  <a:lnTo>
                    <a:pt x="272" y="2792"/>
                  </a:lnTo>
                  <a:lnTo>
                    <a:pt x="251" y="2783"/>
                  </a:lnTo>
                  <a:lnTo>
                    <a:pt x="230" y="2778"/>
                  </a:lnTo>
                  <a:lnTo>
                    <a:pt x="208" y="2778"/>
                  </a:lnTo>
                  <a:close/>
                  <a:moveTo>
                    <a:pt x="2823" y="826"/>
                  </a:moveTo>
                  <a:lnTo>
                    <a:pt x="2796" y="840"/>
                  </a:lnTo>
                  <a:lnTo>
                    <a:pt x="2769" y="855"/>
                  </a:lnTo>
                  <a:lnTo>
                    <a:pt x="2741" y="873"/>
                  </a:lnTo>
                  <a:lnTo>
                    <a:pt x="2716" y="892"/>
                  </a:lnTo>
                  <a:lnTo>
                    <a:pt x="2693" y="913"/>
                  </a:lnTo>
                  <a:lnTo>
                    <a:pt x="2677" y="936"/>
                  </a:lnTo>
                  <a:lnTo>
                    <a:pt x="2669" y="953"/>
                  </a:lnTo>
                  <a:lnTo>
                    <a:pt x="2665" y="976"/>
                  </a:lnTo>
                  <a:lnTo>
                    <a:pt x="2662" y="1002"/>
                  </a:lnTo>
                  <a:lnTo>
                    <a:pt x="2663" y="1031"/>
                  </a:lnTo>
                  <a:lnTo>
                    <a:pt x="2666" y="1061"/>
                  </a:lnTo>
                  <a:lnTo>
                    <a:pt x="2670" y="1092"/>
                  </a:lnTo>
                  <a:lnTo>
                    <a:pt x="2677" y="1123"/>
                  </a:lnTo>
                  <a:lnTo>
                    <a:pt x="2686" y="1155"/>
                  </a:lnTo>
                  <a:lnTo>
                    <a:pt x="2696" y="1186"/>
                  </a:lnTo>
                  <a:lnTo>
                    <a:pt x="2709" y="1214"/>
                  </a:lnTo>
                  <a:lnTo>
                    <a:pt x="2721" y="1240"/>
                  </a:lnTo>
                  <a:lnTo>
                    <a:pt x="2735" y="1263"/>
                  </a:lnTo>
                  <a:lnTo>
                    <a:pt x="2749" y="1282"/>
                  </a:lnTo>
                  <a:lnTo>
                    <a:pt x="2766" y="1295"/>
                  </a:lnTo>
                  <a:lnTo>
                    <a:pt x="2802" y="1326"/>
                  </a:lnTo>
                  <a:lnTo>
                    <a:pt x="2835" y="1358"/>
                  </a:lnTo>
                  <a:lnTo>
                    <a:pt x="2862" y="1392"/>
                  </a:lnTo>
                  <a:lnTo>
                    <a:pt x="2887" y="1428"/>
                  </a:lnTo>
                  <a:lnTo>
                    <a:pt x="2906" y="1465"/>
                  </a:lnTo>
                  <a:lnTo>
                    <a:pt x="2923" y="1503"/>
                  </a:lnTo>
                  <a:lnTo>
                    <a:pt x="2937" y="1541"/>
                  </a:lnTo>
                  <a:lnTo>
                    <a:pt x="2948" y="1581"/>
                  </a:lnTo>
                  <a:lnTo>
                    <a:pt x="2955" y="1521"/>
                  </a:lnTo>
                  <a:lnTo>
                    <a:pt x="2960" y="1460"/>
                  </a:lnTo>
                  <a:lnTo>
                    <a:pt x="2962" y="1399"/>
                  </a:lnTo>
                  <a:lnTo>
                    <a:pt x="2959" y="1311"/>
                  </a:lnTo>
                  <a:lnTo>
                    <a:pt x="2950" y="1224"/>
                  </a:lnTo>
                  <a:lnTo>
                    <a:pt x="2936" y="1140"/>
                  </a:lnTo>
                  <a:lnTo>
                    <a:pt x="2915" y="1059"/>
                  </a:lnTo>
                  <a:lnTo>
                    <a:pt x="2889" y="978"/>
                  </a:lnTo>
                  <a:lnTo>
                    <a:pt x="2858" y="901"/>
                  </a:lnTo>
                  <a:lnTo>
                    <a:pt x="2823" y="826"/>
                  </a:lnTo>
                  <a:close/>
                  <a:moveTo>
                    <a:pt x="1763" y="172"/>
                  </a:moveTo>
                  <a:lnTo>
                    <a:pt x="1682" y="174"/>
                  </a:lnTo>
                  <a:lnTo>
                    <a:pt x="1603" y="183"/>
                  </a:lnTo>
                  <a:lnTo>
                    <a:pt x="1524" y="197"/>
                  </a:lnTo>
                  <a:lnTo>
                    <a:pt x="1448" y="215"/>
                  </a:lnTo>
                  <a:lnTo>
                    <a:pt x="1373" y="239"/>
                  </a:lnTo>
                  <a:lnTo>
                    <a:pt x="1300" y="268"/>
                  </a:lnTo>
                  <a:lnTo>
                    <a:pt x="1230" y="301"/>
                  </a:lnTo>
                  <a:lnTo>
                    <a:pt x="1163" y="339"/>
                  </a:lnTo>
                  <a:lnTo>
                    <a:pt x="1098" y="381"/>
                  </a:lnTo>
                  <a:lnTo>
                    <a:pt x="1036" y="427"/>
                  </a:lnTo>
                  <a:lnTo>
                    <a:pt x="1049" y="447"/>
                  </a:lnTo>
                  <a:lnTo>
                    <a:pt x="1063" y="469"/>
                  </a:lnTo>
                  <a:lnTo>
                    <a:pt x="1078" y="493"/>
                  </a:lnTo>
                  <a:lnTo>
                    <a:pt x="1092" y="518"/>
                  </a:lnTo>
                  <a:lnTo>
                    <a:pt x="1105" y="544"/>
                  </a:lnTo>
                  <a:lnTo>
                    <a:pt x="1118" y="570"/>
                  </a:lnTo>
                  <a:lnTo>
                    <a:pt x="1129" y="597"/>
                  </a:lnTo>
                  <a:lnTo>
                    <a:pt x="1140" y="623"/>
                  </a:lnTo>
                  <a:lnTo>
                    <a:pt x="1147" y="648"/>
                  </a:lnTo>
                  <a:lnTo>
                    <a:pt x="1152" y="673"/>
                  </a:lnTo>
                  <a:lnTo>
                    <a:pt x="1155" y="697"/>
                  </a:lnTo>
                  <a:lnTo>
                    <a:pt x="1153" y="718"/>
                  </a:lnTo>
                  <a:lnTo>
                    <a:pt x="1149" y="738"/>
                  </a:lnTo>
                  <a:lnTo>
                    <a:pt x="1140" y="755"/>
                  </a:lnTo>
                  <a:lnTo>
                    <a:pt x="1124" y="774"/>
                  </a:lnTo>
                  <a:lnTo>
                    <a:pt x="1106" y="790"/>
                  </a:lnTo>
                  <a:lnTo>
                    <a:pt x="1087" y="804"/>
                  </a:lnTo>
                  <a:lnTo>
                    <a:pt x="1065" y="818"/>
                  </a:lnTo>
                  <a:lnTo>
                    <a:pt x="1042" y="829"/>
                  </a:lnTo>
                  <a:lnTo>
                    <a:pt x="1020" y="840"/>
                  </a:lnTo>
                  <a:lnTo>
                    <a:pt x="996" y="850"/>
                  </a:lnTo>
                  <a:lnTo>
                    <a:pt x="973" y="861"/>
                  </a:lnTo>
                  <a:lnTo>
                    <a:pt x="950" y="870"/>
                  </a:lnTo>
                  <a:lnTo>
                    <a:pt x="930" y="880"/>
                  </a:lnTo>
                  <a:lnTo>
                    <a:pt x="911" y="891"/>
                  </a:lnTo>
                  <a:lnTo>
                    <a:pt x="894" y="903"/>
                  </a:lnTo>
                  <a:lnTo>
                    <a:pt x="880" y="916"/>
                  </a:lnTo>
                  <a:lnTo>
                    <a:pt x="870" y="931"/>
                  </a:lnTo>
                  <a:lnTo>
                    <a:pt x="864" y="947"/>
                  </a:lnTo>
                  <a:lnTo>
                    <a:pt x="861" y="966"/>
                  </a:lnTo>
                  <a:lnTo>
                    <a:pt x="861" y="1000"/>
                  </a:lnTo>
                  <a:lnTo>
                    <a:pt x="860" y="1035"/>
                  </a:lnTo>
                  <a:lnTo>
                    <a:pt x="858" y="1068"/>
                  </a:lnTo>
                  <a:lnTo>
                    <a:pt x="857" y="1100"/>
                  </a:lnTo>
                  <a:lnTo>
                    <a:pt x="856" y="1130"/>
                  </a:lnTo>
                  <a:lnTo>
                    <a:pt x="855" y="1158"/>
                  </a:lnTo>
                  <a:lnTo>
                    <a:pt x="856" y="1182"/>
                  </a:lnTo>
                  <a:lnTo>
                    <a:pt x="858" y="1203"/>
                  </a:lnTo>
                  <a:lnTo>
                    <a:pt x="861" y="1220"/>
                  </a:lnTo>
                  <a:lnTo>
                    <a:pt x="866" y="1230"/>
                  </a:lnTo>
                  <a:lnTo>
                    <a:pt x="873" y="1239"/>
                  </a:lnTo>
                  <a:lnTo>
                    <a:pt x="882" y="1248"/>
                  </a:lnTo>
                  <a:lnTo>
                    <a:pt x="891" y="1257"/>
                  </a:lnTo>
                  <a:lnTo>
                    <a:pt x="903" y="1266"/>
                  </a:lnTo>
                  <a:lnTo>
                    <a:pt x="913" y="1275"/>
                  </a:lnTo>
                  <a:lnTo>
                    <a:pt x="922" y="1284"/>
                  </a:lnTo>
                  <a:lnTo>
                    <a:pt x="929" y="1294"/>
                  </a:lnTo>
                  <a:lnTo>
                    <a:pt x="935" y="1305"/>
                  </a:lnTo>
                  <a:lnTo>
                    <a:pt x="937" y="1316"/>
                  </a:lnTo>
                  <a:lnTo>
                    <a:pt x="936" y="1328"/>
                  </a:lnTo>
                  <a:lnTo>
                    <a:pt x="931" y="1341"/>
                  </a:lnTo>
                  <a:lnTo>
                    <a:pt x="921" y="1355"/>
                  </a:lnTo>
                  <a:lnTo>
                    <a:pt x="906" y="1370"/>
                  </a:lnTo>
                  <a:lnTo>
                    <a:pt x="886" y="1385"/>
                  </a:lnTo>
                  <a:lnTo>
                    <a:pt x="863" y="1402"/>
                  </a:lnTo>
                  <a:lnTo>
                    <a:pt x="836" y="1419"/>
                  </a:lnTo>
                  <a:lnTo>
                    <a:pt x="806" y="1438"/>
                  </a:lnTo>
                  <a:lnTo>
                    <a:pt x="774" y="1457"/>
                  </a:lnTo>
                  <a:lnTo>
                    <a:pt x="741" y="1477"/>
                  </a:lnTo>
                  <a:lnTo>
                    <a:pt x="706" y="1497"/>
                  </a:lnTo>
                  <a:lnTo>
                    <a:pt x="673" y="1515"/>
                  </a:lnTo>
                  <a:lnTo>
                    <a:pt x="639" y="1534"/>
                  </a:lnTo>
                  <a:lnTo>
                    <a:pt x="607" y="1551"/>
                  </a:lnTo>
                  <a:lnTo>
                    <a:pt x="579" y="1566"/>
                  </a:lnTo>
                  <a:lnTo>
                    <a:pt x="592" y="1649"/>
                  </a:lnTo>
                  <a:lnTo>
                    <a:pt x="613" y="1730"/>
                  </a:lnTo>
                  <a:lnTo>
                    <a:pt x="636" y="1809"/>
                  </a:lnTo>
                  <a:lnTo>
                    <a:pt x="665" y="1885"/>
                  </a:lnTo>
                  <a:lnTo>
                    <a:pt x="700" y="1958"/>
                  </a:lnTo>
                  <a:lnTo>
                    <a:pt x="739" y="2030"/>
                  </a:lnTo>
                  <a:lnTo>
                    <a:pt x="1201" y="1564"/>
                  </a:lnTo>
                  <a:lnTo>
                    <a:pt x="1205" y="1567"/>
                  </a:lnTo>
                  <a:lnTo>
                    <a:pt x="1207" y="951"/>
                  </a:lnTo>
                  <a:lnTo>
                    <a:pt x="1839" y="777"/>
                  </a:lnTo>
                  <a:lnTo>
                    <a:pt x="1907" y="847"/>
                  </a:lnTo>
                  <a:lnTo>
                    <a:pt x="1570" y="1191"/>
                  </a:lnTo>
                  <a:lnTo>
                    <a:pt x="1899" y="1527"/>
                  </a:lnTo>
                  <a:lnTo>
                    <a:pt x="2235" y="1183"/>
                  </a:lnTo>
                  <a:lnTo>
                    <a:pt x="2302" y="1252"/>
                  </a:lnTo>
                  <a:lnTo>
                    <a:pt x="2133" y="1900"/>
                  </a:lnTo>
                  <a:lnTo>
                    <a:pt x="1514" y="1901"/>
                  </a:lnTo>
                  <a:lnTo>
                    <a:pt x="1043" y="2375"/>
                  </a:lnTo>
                  <a:lnTo>
                    <a:pt x="1105" y="2421"/>
                  </a:lnTo>
                  <a:lnTo>
                    <a:pt x="1169" y="2462"/>
                  </a:lnTo>
                  <a:lnTo>
                    <a:pt x="1236" y="2499"/>
                  </a:lnTo>
                  <a:lnTo>
                    <a:pt x="1306" y="2532"/>
                  </a:lnTo>
                  <a:lnTo>
                    <a:pt x="1378" y="2560"/>
                  </a:lnTo>
                  <a:lnTo>
                    <a:pt x="1451" y="2583"/>
                  </a:lnTo>
                  <a:lnTo>
                    <a:pt x="1527" y="2602"/>
                  </a:lnTo>
                  <a:lnTo>
                    <a:pt x="1605" y="2615"/>
                  </a:lnTo>
                  <a:lnTo>
                    <a:pt x="1684" y="2623"/>
                  </a:lnTo>
                  <a:lnTo>
                    <a:pt x="1764" y="2625"/>
                  </a:lnTo>
                  <a:lnTo>
                    <a:pt x="1850" y="2622"/>
                  </a:lnTo>
                  <a:lnTo>
                    <a:pt x="1934" y="2613"/>
                  </a:lnTo>
                  <a:lnTo>
                    <a:pt x="2017" y="2598"/>
                  </a:lnTo>
                  <a:lnTo>
                    <a:pt x="2097" y="2578"/>
                  </a:lnTo>
                  <a:lnTo>
                    <a:pt x="2176" y="2550"/>
                  </a:lnTo>
                  <a:lnTo>
                    <a:pt x="2251" y="2519"/>
                  </a:lnTo>
                  <a:lnTo>
                    <a:pt x="2324" y="2483"/>
                  </a:lnTo>
                  <a:lnTo>
                    <a:pt x="2394" y="2441"/>
                  </a:lnTo>
                  <a:lnTo>
                    <a:pt x="2461" y="2395"/>
                  </a:lnTo>
                  <a:lnTo>
                    <a:pt x="2526" y="2344"/>
                  </a:lnTo>
                  <a:lnTo>
                    <a:pt x="2586" y="2290"/>
                  </a:lnTo>
                  <a:lnTo>
                    <a:pt x="2522" y="2312"/>
                  </a:lnTo>
                  <a:lnTo>
                    <a:pt x="2457" y="2330"/>
                  </a:lnTo>
                  <a:lnTo>
                    <a:pt x="2422" y="2340"/>
                  </a:lnTo>
                  <a:lnTo>
                    <a:pt x="2387" y="2350"/>
                  </a:lnTo>
                  <a:lnTo>
                    <a:pt x="2353" y="2361"/>
                  </a:lnTo>
                  <a:lnTo>
                    <a:pt x="2319" y="2372"/>
                  </a:lnTo>
                  <a:lnTo>
                    <a:pt x="2285" y="2383"/>
                  </a:lnTo>
                  <a:lnTo>
                    <a:pt x="2254" y="2393"/>
                  </a:lnTo>
                  <a:lnTo>
                    <a:pt x="2223" y="2401"/>
                  </a:lnTo>
                  <a:lnTo>
                    <a:pt x="2194" y="2409"/>
                  </a:lnTo>
                  <a:lnTo>
                    <a:pt x="2166" y="2415"/>
                  </a:lnTo>
                  <a:lnTo>
                    <a:pt x="2141" y="2418"/>
                  </a:lnTo>
                  <a:lnTo>
                    <a:pt x="2116" y="2419"/>
                  </a:lnTo>
                  <a:lnTo>
                    <a:pt x="2095" y="2417"/>
                  </a:lnTo>
                  <a:lnTo>
                    <a:pt x="2077" y="2412"/>
                  </a:lnTo>
                  <a:lnTo>
                    <a:pt x="2061" y="2403"/>
                  </a:lnTo>
                  <a:lnTo>
                    <a:pt x="2047" y="2391"/>
                  </a:lnTo>
                  <a:lnTo>
                    <a:pt x="2040" y="2376"/>
                  </a:lnTo>
                  <a:lnTo>
                    <a:pt x="2039" y="2363"/>
                  </a:lnTo>
                  <a:lnTo>
                    <a:pt x="2043" y="2347"/>
                  </a:lnTo>
                  <a:lnTo>
                    <a:pt x="2052" y="2332"/>
                  </a:lnTo>
                  <a:lnTo>
                    <a:pt x="2066" y="2316"/>
                  </a:lnTo>
                  <a:lnTo>
                    <a:pt x="2082" y="2299"/>
                  </a:lnTo>
                  <a:lnTo>
                    <a:pt x="2101" y="2284"/>
                  </a:lnTo>
                  <a:lnTo>
                    <a:pt x="2123" y="2267"/>
                  </a:lnTo>
                  <a:lnTo>
                    <a:pt x="2145" y="2251"/>
                  </a:lnTo>
                  <a:lnTo>
                    <a:pt x="2168" y="2236"/>
                  </a:lnTo>
                  <a:lnTo>
                    <a:pt x="2192" y="2221"/>
                  </a:lnTo>
                  <a:lnTo>
                    <a:pt x="2214" y="2206"/>
                  </a:lnTo>
                  <a:lnTo>
                    <a:pt x="2236" y="2193"/>
                  </a:lnTo>
                  <a:lnTo>
                    <a:pt x="2256" y="2180"/>
                  </a:lnTo>
                  <a:lnTo>
                    <a:pt x="2272" y="2169"/>
                  </a:lnTo>
                  <a:lnTo>
                    <a:pt x="2286" y="2158"/>
                  </a:lnTo>
                  <a:lnTo>
                    <a:pt x="2297" y="2150"/>
                  </a:lnTo>
                  <a:lnTo>
                    <a:pt x="2304" y="2140"/>
                  </a:lnTo>
                  <a:lnTo>
                    <a:pt x="2312" y="2125"/>
                  </a:lnTo>
                  <a:lnTo>
                    <a:pt x="2320" y="2105"/>
                  </a:lnTo>
                  <a:lnTo>
                    <a:pt x="2329" y="2082"/>
                  </a:lnTo>
                  <a:lnTo>
                    <a:pt x="2337" y="2057"/>
                  </a:lnTo>
                  <a:lnTo>
                    <a:pt x="2346" y="2029"/>
                  </a:lnTo>
                  <a:lnTo>
                    <a:pt x="2355" y="1999"/>
                  </a:lnTo>
                  <a:lnTo>
                    <a:pt x="2363" y="1969"/>
                  </a:lnTo>
                  <a:lnTo>
                    <a:pt x="2371" y="1939"/>
                  </a:lnTo>
                  <a:lnTo>
                    <a:pt x="2379" y="1908"/>
                  </a:lnTo>
                  <a:lnTo>
                    <a:pt x="2386" y="1879"/>
                  </a:lnTo>
                  <a:lnTo>
                    <a:pt x="2392" y="1851"/>
                  </a:lnTo>
                  <a:lnTo>
                    <a:pt x="2398" y="1826"/>
                  </a:lnTo>
                  <a:lnTo>
                    <a:pt x="2403" y="1804"/>
                  </a:lnTo>
                  <a:lnTo>
                    <a:pt x="2408" y="1786"/>
                  </a:lnTo>
                  <a:lnTo>
                    <a:pt x="2411" y="1772"/>
                  </a:lnTo>
                  <a:lnTo>
                    <a:pt x="2413" y="1763"/>
                  </a:lnTo>
                  <a:lnTo>
                    <a:pt x="2413" y="1760"/>
                  </a:lnTo>
                  <a:lnTo>
                    <a:pt x="2415" y="1758"/>
                  </a:lnTo>
                  <a:lnTo>
                    <a:pt x="2419" y="1751"/>
                  </a:lnTo>
                  <a:lnTo>
                    <a:pt x="2424" y="1739"/>
                  </a:lnTo>
                  <a:lnTo>
                    <a:pt x="2430" y="1725"/>
                  </a:lnTo>
                  <a:lnTo>
                    <a:pt x="2437" y="1707"/>
                  </a:lnTo>
                  <a:lnTo>
                    <a:pt x="2444" y="1687"/>
                  </a:lnTo>
                  <a:lnTo>
                    <a:pt x="2450" y="1664"/>
                  </a:lnTo>
                  <a:lnTo>
                    <a:pt x="2454" y="1640"/>
                  </a:lnTo>
                  <a:lnTo>
                    <a:pt x="2456" y="1614"/>
                  </a:lnTo>
                  <a:lnTo>
                    <a:pt x="2455" y="1588"/>
                  </a:lnTo>
                  <a:lnTo>
                    <a:pt x="2451" y="1562"/>
                  </a:lnTo>
                  <a:lnTo>
                    <a:pt x="2442" y="1535"/>
                  </a:lnTo>
                  <a:lnTo>
                    <a:pt x="2436" y="1512"/>
                  </a:lnTo>
                  <a:lnTo>
                    <a:pt x="2436" y="1489"/>
                  </a:lnTo>
                  <a:lnTo>
                    <a:pt x="2441" y="1466"/>
                  </a:lnTo>
                  <a:lnTo>
                    <a:pt x="2450" y="1442"/>
                  </a:lnTo>
                  <a:lnTo>
                    <a:pt x="2462" y="1418"/>
                  </a:lnTo>
                  <a:lnTo>
                    <a:pt x="2477" y="1394"/>
                  </a:lnTo>
                  <a:lnTo>
                    <a:pt x="2494" y="1370"/>
                  </a:lnTo>
                  <a:lnTo>
                    <a:pt x="2511" y="1346"/>
                  </a:lnTo>
                  <a:lnTo>
                    <a:pt x="2529" y="1322"/>
                  </a:lnTo>
                  <a:lnTo>
                    <a:pt x="2546" y="1298"/>
                  </a:lnTo>
                  <a:lnTo>
                    <a:pt x="2561" y="1275"/>
                  </a:lnTo>
                  <a:lnTo>
                    <a:pt x="2574" y="1252"/>
                  </a:lnTo>
                  <a:lnTo>
                    <a:pt x="2584" y="1228"/>
                  </a:lnTo>
                  <a:lnTo>
                    <a:pt x="2590" y="1206"/>
                  </a:lnTo>
                  <a:lnTo>
                    <a:pt x="2592" y="1181"/>
                  </a:lnTo>
                  <a:lnTo>
                    <a:pt x="2591" y="1153"/>
                  </a:lnTo>
                  <a:lnTo>
                    <a:pt x="2588" y="1121"/>
                  </a:lnTo>
                  <a:lnTo>
                    <a:pt x="2583" y="1088"/>
                  </a:lnTo>
                  <a:lnTo>
                    <a:pt x="2576" y="1052"/>
                  </a:lnTo>
                  <a:lnTo>
                    <a:pt x="2568" y="1017"/>
                  </a:lnTo>
                  <a:lnTo>
                    <a:pt x="2558" y="983"/>
                  </a:lnTo>
                  <a:lnTo>
                    <a:pt x="2548" y="948"/>
                  </a:lnTo>
                  <a:lnTo>
                    <a:pt x="2536" y="916"/>
                  </a:lnTo>
                  <a:lnTo>
                    <a:pt x="2524" y="888"/>
                  </a:lnTo>
                  <a:lnTo>
                    <a:pt x="2511" y="862"/>
                  </a:lnTo>
                  <a:lnTo>
                    <a:pt x="2498" y="841"/>
                  </a:lnTo>
                  <a:lnTo>
                    <a:pt x="2485" y="825"/>
                  </a:lnTo>
                  <a:lnTo>
                    <a:pt x="2472" y="815"/>
                  </a:lnTo>
                  <a:lnTo>
                    <a:pt x="2458" y="806"/>
                  </a:lnTo>
                  <a:lnTo>
                    <a:pt x="2441" y="795"/>
                  </a:lnTo>
                  <a:lnTo>
                    <a:pt x="2422" y="779"/>
                  </a:lnTo>
                  <a:lnTo>
                    <a:pt x="2399" y="762"/>
                  </a:lnTo>
                  <a:lnTo>
                    <a:pt x="2376" y="742"/>
                  </a:lnTo>
                  <a:lnTo>
                    <a:pt x="2351" y="720"/>
                  </a:lnTo>
                  <a:lnTo>
                    <a:pt x="2323" y="697"/>
                  </a:lnTo>
                  <a:lnTo>
                    <a:pt x="2296" y="673"/>
                  </a:lnTo>
                  <a:lnTo>
                    <a:pt x="2267" y="650"/>
                  </a:lnTo>
                  <a:lnTo>
                    <a:pt x="2238" y="626"/>
                  </a:lnTo>
                  <a:lnTo>
                    <a:pt x="2208" y="603"/>
                  </a:lnTo>
                  <a:lnTo>
                    <a:pt x="2179" y="582"/>
                  </a:lnTo>
                  <a:lnTo>
                    <a:pt x="2149" y="563"/>
                  </a:lnTo>
                  <a:lnTo>
                    <a:pt x="2121" y="545"/>
                  </a:lnTo>
                  <a:lnTo>
                    <a:pt x="2101" y="530"/>
                  </a:lnTo>
                  <a:lnTo>
                    <a:pt x="2083" y="511"/>
                  </a:lnTo>
                  <a:lnTo>
                    <a:pt x="2067" y="489"/>
                  </a:lnTo>
                  <a:lnTo>
                    <a:pt x="2051" y="461"/>
                  </a:lnTo>
                  <a:lnTo>
                    <a:pt x="2038" y="431"/>
                  </a:lnTo>
                  <a:lnTo>
                    <a:pt x="2026" y="400"/>
                  </a:lnTo>
                  <a:lnTo>
                    <a:pt x="2015" y="366"/>
                  </a:lnTo>
                  <a:lnTo>
                    <a:pt x="2005" y="330"/>
                  </a:lnTo>
                  <a:lnTo>
                    <a:pt x="1995" y="295"/>
                  </a:lnTo>
                  <a:lnTo>
                    <a:pt x="1988" y="259"/>
                  </a:lnTo>
                  <a:lnTo>
                    <a:pt x="1982" y="225"/>
                  </a:lnTo>
                  <a:lnTo>
                    <a:pt x="1976" y="191"/>
                  </a:lnTo>
                  <a:lnTo>
                    <a:pt x="1907" y="181"/>
                  </a:lnTo>
                  <a:lnTo>
                    <a:pt x="1836" y="174"/>
                  </a:lnTo>
                  <a:lnTo>
                    <a:pt x="1763" y="172"/>
                  </a:lnTo>
                  <a:close/>
                  <a:moveTo>
                    <a:pt x="1764" y="0"/>
                  </a:moveTo>
                  <a:lnTo>
                    <a:pt x="1764" y="0"/>
                  </a:lnTo>
                  <a:lnTo>
                    <a:pt x="1858" y="4"/>
                  </a:lnTo>
                  <a:lnTo>
                    <a:pt x="1950" y="13"/>
                  </a:lnTo>
                  <a:lnTo>
                    <a:pt x="2039" y="29"/>
                  </a:lnTo>
                  <a:lnTo>
                    <a:pt x="2127" y="50"/>
                  </a:lnTo>
                  <a:lnTo>
                    <a:pt x="2212" y="78"/>
                  </a:lnTo>
                  <a:lnTo>
                    <a:pt x="2295" y="110"/>
                  </a:lnTo>
                  <a:lnTo>
                    <a:pt x="2375" y="149"/>
                  </a:lnTo>
                  <a:lnTo>
                    <a:pt x="2452" y="191"/>
                  </a:lnTo>
                  <a:lnTo>
                    <a:pt x="2527" y="239"/>
                  </a:lnTo>
                  <a:lnTo>
                    <a:pt x="2598" y="291"/>
                  </a:lnTo>
                  <a:lnTo>
                    <a:pt x="2665" y="349"/>
                  </a:lnTo>
                  <a:lnTo>
                    <a:pt x="2729" y="410"/>
                  </a:lnTo>
                  <a:lnTo>
                    <a:pt x="2789" y="476"/>
                  </a:lnTo>
                  <a:lnTo>
                    <a:pt x="2844" y="545"/>
                  </a:lnTo>
                  <a:lnTo>
                    <a:pt x="2896" y="618"/>
                  </a:lnTo>
                  <a:lnTo>
                    <a:pt x="2943" y="694"/>
                  </a:lnTo>
                  <a:lnTo>
                    <a:pt x="2984" y="773"/>
                  </a:lnTo>
                  <a:lnTo>
                    <a:pt x="3022" y="854"/>
                  </a:lnTo>
                  <a:lnTo>
                    <a:pt x="3054" y="940"/>
                  </a:lnTo>
                  <a:lnTo>
                    <a:pt x="3081" y="1027"/>
                  </a:lnTo>
                  <a:lnTo>
                    <a:pt x="3101" y="1117"/>
                  </a:lnTo>
                  <a:lnTo>
                    <a:pt x="3117" y="1210"/>
                  </a:lnTo>
                  <a:lnTo>
                    <a:pt x="3127" y="1304"/>
                  </a:lnTo>
                  <a:lnTo>
                    <a:pt x="3130" y="1399"/>
                  </a:lnTo>
                  <a:lnTo>
                    <a:pt x="3127" y="1494"/>
                  </a:lnTo>
                  <a:lnTo>
                    <a:pt x="3118" y="1588"/>
                  </a:lnTo>
                  <a:lnTo>
                    <a:pt x="3102" y="1680"/>
                  </a:lnTo>
                  <a:lnTo>
                    <a:pt x="3081" y="1771"/>
                  </a:lnTo>
                  <a:lnTo>
                    <a:pt x="3055" y="1858"/>
                  </a:lnTo>
                  <a:lnTo>
                    <a:pt x="3022" y="1943"/>
                  </a:lnTo>
                  <a:lnTo>
                    <a:pt x="2985" y="2025"/>
                  </a:lnTo>
                  <a:lnTo>
                    <a:pt x="2943" y="2104"/>
                  </a:lnTo>
                  <a:lnTo>
                    <a:pt x="2896" y="2180"/>
                  </a:lnTo>
                  <a:lnTo>
                    <a:pt x="2845" y="2253"/>
                  </a:lnTo>
                  <a:lnTo>
                    <a:pt x="2789" y="2322"/>
                  </a:lnTo>
                  <a:lnTo>
                    <a:pt x="2729" y="2388"/>
                  </a:lnTo>
                  <a:lnTo>
                    <a:pt x="2666" y="2449"/>
                  </a:lnTo>
                  <a:lnTo>
                    <a:pt x="2598" y="2506"/>
                  </a:lnTo>
                  <a:lnTo>
                    <a:pt x="2528" y="2559"/>
                  </a:lnTo>
                  <a:lnTo>
                    <a:pt x="2453" y="2607"/>
                  </a:lnTo>
                  <a:lnTo>
                    <a:pt x="2376" y="2649"/>
                  </a:lnTo>
                  <a:lnTo>
                    <a:pt x="2296" y="2688"/>
                  </a:lnTo>
                  <a:lnTo>
                    <a:pt x="2212" y="2720"/>
                  </a:lnTo>
                  <a:lnTo>
                    <a:pt x="2127" y="2747"/>
                  </a:lnTo>
                  <a:lnTo>
                    <a:pt x="2039" y="2769"/>
                  </a:lnTo>
                  <a:lnTo>
                    <a:pt x="1950" y="2785"/>
                  </a:lnTo>
                  <a:lnTo>
                    <a:pt x="1858" y="2794"/>
                  </a:lnTo>
                  <a:lnTo>
                    <a:pt x="1764" y="2797"/>
                  </a:lnTo>
                  <a:lnTo>
                    <a:pt x="1679" y="2795"/>
                  </a:lnTo>
                  <a:lnTo>
                    <a:pt x="1593" y="2787"/>
                  </a:lnTo>
                  <a:lnTo>
                    <a:pt x="1511" y="2774"/>
                  </a:lnTo>
                  <a:lnTo>
                    <a:pt x="1430" y="2755"/>
                  </a:lnTo>
                  <a:lnTo>
                    <a:pt x="1350" y="2732"/>
                  </a:lnTo>
                  <a:lnTo>
                    <a:pt x="1273" y="2704"/>
                  </a:lnTo>
                  <a:lnTo>
                    <a:pt x="1198" y="2670"/>
                  </a:lnTo>
                  <a:lnTo>
                    <a:pt x="1125" y="2634"/>
                  </a:lnTo>
                  <a:lnTo>
                    <a:pt x="1055" y="2592"/>
                  </a:lnTo>
                  <a:lnTo>
                    <a:pt x="987" y="2547"/>
                  </a:lnTo>
                  <a:lnTo>
                    <a:pt x="922" y="2498"/>
                  </a:lnTo>
                  <a:lnTo>
                    <a:pt x="384" y="3041"/>
                  </a:lnTo>
                  <a:lnTo>
                    <a:pt x="382" y="3039"/>
                  </a:lnTo>
                  <a:lnTo>
                    <a:pt x="356" y="3061"/>
                  </a:lnTo>
                  <a:lnTo>
                    <a:pt x="329" y="3079"/>
                  </a:lnTo>
                  <a:lnTo>
                    <a:pt x="300" y="3091"/>
                  </a:lnTo>
                  <a:lnTo>
                    <a:pt x="270" y="3101"/>
                  </a:lnTo>
                  <a:lnTo>
                    <a:pt x="238" y="3105"/>
                  </a:lnTo>
                  <a:lnTo>
                    <a:pt x="208" y="3104"/>
                  </a:lnTo>
                  <a:lnTo>
                    <a:pt x="176" y="3100"/>
                  </a:lnTo>
                  <a:lnTo>
                    <a:pt x="146" y="3090"/>
                  </a:lnTo>
                  <a:lnTo>
                    <a:pt x="117" y="3078"/>
                  </a:lnTo>
                  <a:lnTo>
                    <a:pt x="90" y="3060"/>
                  </a:lnTo>
                  <a:lnTo>
                    <a:pt x="65" y="3037"/>
                  </a:lnTo>
                  <a:lnTo>
                    <a:pt x="44" y="3012"/>
                  </a:lnTo>
                  <a:lnTo>
                    <a:pt x="26" y="2984"/>
                  </a:lnTo>
                  <a:lnTo>
                    <a:pt x="13" y="2955"/>
                  </a:lnTo>
                  <a:lnTo>
                    <a:pt x="4" y="2924"/>
                  </a:lnTo>
                  <a:lnTo>
                    <a:pt x="0" y="2892"/>
                  </a:lnTo>
                  <a:lnTo>
                    <a:pt x="0" y="2860"/>
                  </a:lnTo>
                  <a:lnTo>
                    <a:pt x="4" y="2828"/>
                  </a:lnTo>
                  <a:lnTo>
                    <a:pt x="12" y="2797"/>
                  </a:lnTo>
                  <a:lnTo>
                    <a:pt x="25" y="2767"/>
                  </a:lnTo>
                  <a:lnTo>
                    <a:pt x="43" y="2739"/>
                  </a:lnTo>
                  <a:lnTo>
                    <a:pt x="64" y="2713"/>
                  </a:lnTo>
                  <a:lnTo>
                    <a:pt x="62" y="2712"/>
                  </a:lnTo>
                  <a:lnTo>
                    <a:pt x="617" y="2153"/>
                  </a:lnTo>
                  <a:lnTo>
                    <a:pt x="573" y="2079"/>
                  </a:lnTo>
                  <a:lnTo>
                    <a:pt x="534" y="2002"/>
                  </a:lnTo>
                  <a:lnTo>
                    <a:pt x="500" y="1923"/>
                  </a:lnTo>
                  <a:lnTo>
                    <a:pt x="469" y="1841"/>
                  </a:lnTo>
                  <a:lnTo>
                    <a:pt x="445" y="1756"/>
                  </a:lnTo>
                  <a:lnTo>
                    <a:pt x="425" y="1670"/>
                  </a:lnTo>
                  <a:lnTo>
                    <a:pt x="411" y="1581"/>
                  </a:lnTo>
                  <a:lnTo>
                    <a:pt x="402" y="1490"/>
                  </a:lnTo>
                  <a:lnTo>
                    <a:pt x="399" y="1399"/>
                  </a:lnTo>
                  <a:lnTo>
                    <a:pt x="402" y="1304"/>
                  </a:lnTo>
                  <a:lnTo>
                    <a:pt x="411" y="1210"/>
                  </a:lnTo>
                  <a:lnTo>
                    <a:pt x="426" y="1117"/>
                  </a:lnTo>
                  <a:lnTo>
                    <a:pt x="448" y="1027"/>
                  </a:lnTo>
                  <a:lnTo>
                    <a:pt x="474" y="940"/>
                  </a:lnTo>
                  <a:lnTo>
                    <a:pt x="507" y="854"/>
                  </a:lnTo>
                  <a:lnTo>
                    <a:pt x="543" y="773"/>
                  </a:lnTo>
                  <a:lnTo>
                    <a:pt x="585" y="694"/>
                  </a:lnTo>
                  <a:lnTo>
                    <a:pt x="633" y="618"/>
                  </a:lnTo>
                  <a:lnTo>
                    <a:pt x="684" y="545"/>
                  </a:lnTo>
                  <a:lnTo>
                    <a:pt x="740" y="476"/>
                  </a:lnTo>
                  <a:lnTo>
                    <a:pt x="799" y="410"/>
                  </a:lnTo>
                  <a:lnTo>
                    <a:pt x="863" y="349"/>
                  </a:lnTo>
                  <a:lnTo>
                    <a:pt x="930" y="291"/>
                  </a:lnTo>
                  <a:lnTo>
                    <a:pt x="1001" y="239"/>
                  </a:lnTo>
                  <a:lnTo>
                    <a:pt x="1076" y="191"/>
                  </a:lnTo>
                  <a:lnTo>
                    <a:pt x="1153" y="149"/>
                  </a:lnTo>
                  <a:lnTo>
                    <a:pt x="1233" y="110"/>
                  </a:lnTo>
                  <a:lnTo>
                    <a:pt x="1317" y="78"/>
                  </a:lnTo>
                  <a:lnTo>
                    <a:pt x="1402" y="50"/>
                  </a:lnTo>
                  <a:lnTo>
                    <a:pt x="1490" y="29"/>
                  </a:lnTo>
                  <a:lnTo>
                    <a:pt x="1579" y="13"/>
                  </a:lnTo>
                  <a:lnTo>
                    <a:pt x="1671" y="4"/>
                  </a:lnTo>
                  <a:lnTo>
                    <a:pt x="1764" y="0"/>
                  </a:lnTo>
                  <a:close/>
                </a:path>
              </a:pathLst>
            </a:custGeom>
            <a:solidFill>
              <a:srgbClr val="044BC9"/>
            </a:solid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IN" sz="2000" b="1" kern="0" dirty="0">
                <a:solidFill>
                  <a:prstClr val="white"/>
                </a:solidFill>
                <a:latin typeface="思源黑体 Light" panose="020B0300000000000000" pitchFamily="34" charset="-122"/>
                <a:ea typeface="思源黑体 Light" panose="020B0300000000000000" pitchFamily="34" charset="-122"/>
                <a:cs typeface="+mn-ea"/>
                <a:sym typeface="+mn-lt"/>
              </a:endParaRPr>
            </a:p>
          </p:txBody>
        </p:sp>
      </p:grpSp>
      <p:sp>
        <p:nvSpPr>
          <p:cNvPr id="25" name="Rounded Rectangle 175">
            <a:extLst>
              <a:ext uri="{FF2B5EF4-FFF2-40B4-BE49-F238E27FC236}">
                <a16:creationId xmlns:a16="http://schemas.microsoft.com/office/drawing/2014/main" id="{F70B36A8-B9D7-448D-A3E2-0711465A7058}"/>
              </a:ext>
            </a:extLst>
          </p:cNvPr>
          <p:cNvSpPr/>
          <p:nvPr/>
        </p:nvSpPr>
        <p:spPr>
          <a:xfrm>
            <a:off x="1245121" y="4047125"/>
            <a:ext cx="4212294" cy="207506"/>
          </a:xfrm>
          <a:prstGeom prst="roundRect">
            <a:avLst>
              <a:gd name="adj" fmla="val 50000"/>
            </a:avLst>
          </a:prstGeom>
          <a:solidFill>
            <a:sysClr val="window" lastClr="FFFFFF"/>
          </a:solidFill>
          <a:ln w="12700" cap="flat" cmpd="sng" algn="ctr">
            <a:solidFill>
              <a:sysClr val="window" lastClr="FFFFFF">
                <a:lumMod val="95000"/>
              </a:sysClr>
            </a:solidFill>
            <a:prstDash val="solid"/>
            <a:miter lim="800000"/>
          </a:ln>
          <a:effectLst>
            <a:outerShdw blurRad="127000" dist="38100" dir="2700000" algn="tl" rotWithShape="0">
              <a:sysClr val="windowText" lastClr="000000">
                <a:lumMod val="95000"/>
                <a:lumOff val="5000"/>
                <a:alpha val="60000"/>
              </a:sysClr>
            </a:outerShdw>
          </a:effectLst>
        </p:spPr>
        <p:txBody>
          <a:bodyPr rtlCol="0" anchor="ctr"/>
          <a:lstStyle/>
          <a:p>
            <a:pPr algn="r">
              <a:defRPr/>
            </a:pPr>
            <a:r>
              <a:rPr lang="en-IN" sz="1100" kern="0" dirty="0">
                <a:solidFill>
                  <a:schemeClr val="tx1">
                    <a:lumMod val="65000"/>
                    <a:lumOff val="35000"/>
                  </a:schemeClr>
                </a:solidFill>
                <a:latin typeface="+mn-ea"/>
                <a:cs typeface="+mn-ea"/>
                <a:sym typeface="+mn-lt"/>
              </a:rPr>
              <a:t>71%</a:t>
            </a:r>
          </a:p>
        </p:txBody>
      </p:sp>
      <p:sp>
        <p:nvSpPr>
          <p:cNvPr id="26" name="Rounded Rectangle 176">
            <a:extLst>
              <a:ext uri="{FF2B5EF4-FFF2-40B4-BE49-F238E27FC236}">
                <a16:creationId xmlns:a16="http://schemas.microsoft.com/office/drawing/2014/main" id="{611433E3-411B-406B-A6B5-E97C056C635B}"/>
              </a:ext>
            </a:extLst>
          </p:cNvPr>
          <p:cNvSpPr/>
          <p:nvPr/>
        </p:nvSpPr>
        <p:spPr>
          <a:xfrm>
            <a:off x="1311658" y="4105598"/>
            <a:ext cx="2586147" cy="90561"/>
          </a:xfrm>
          <a:prstGeom prst="roundRect">
            <a:avLst>
              <a:gd name="adj" fmla="val 50000"/>
            </a:avLst>
          </a:prstGeom>
          <a:gradFill>
            <a:gsLst>
              <a:gs pos="0">
                <a:srgbClr val="044BC9"/>
              </a:gs>
              <a:gs pos="100000">
                <a:srgbClr val="23A2E4"/>
              </a:gs>
            </a:gsLst>
            <a:lin ang="0" scaled="0"/>
          </a:gradFill>
          <a:ln w="12700" cap="flat" cmpd="sng" algn="ctr">
            <a:noFill/>
            <a:prstDash val="solid"/>
            <a:miter lim="800000"/>
          </a:ln>
          <a:effectLst/>
        </p:spPr>
        <p:txBody>
          <a:bodyPr rtlCol="0" anchor="ctr"/>
          <a:lstStyle/>
          <a:p>
            <a:pPr algn="ctr">
              <a:defRPr/>
            </a:pPr>
            <a:endParaRPr lang="en-IN" sz="1600" kern="0" dirty="0">
              <a:solidFill>
                <a:prstClr val="white"/>
              </a:solidFill>
              <a:latin typeface="+mn-ea"/>
              <a:cs typeface="+mn-ea"/>
              <a:sym typeface="+mn-lt"/>
            </a:endParaRPr>
          </a:p>
        </p:txBody>
      </p:sp>
      <p:grpSp>
        <p:nvGrpSpPr>
          <p:cNvPr id="27" name="Group 43">
            <a:extLst>
              <a:ext uri="{FF2B5EF4-FFF2-40B4-BE49-F238E27FC236}">
                <a16:creationId xmlns:a16="http://schemas.microsoft.com/office/drawing/2014/main" id="{0C0B844F-5A66-4038-8367-86E2E2689707}"/>
              </a:ext>
            </a:extLst>
          </p:cNvPr>
          <p:cNvGrpSpPr/>
          <p:nvPr/>
        </p:nvGrpSpPr>
        <p:grpSpPr>
          <a:xfrm>
            <a:off x="1262347" y="2850295"/>
            <a:ext cx="2106381" cy="256996"/>
            <a:chOff x="6766611" y="3551888"/>
            <a:chExt cx="2106381" cy="256996"/>
          </a:xfrm>
        </p:grpSpPr>
        <p:sp>
          <p:nvSpPr>
            <p:cNvPr id="28" name="Rectangle 44">
              <a:extLst>
                <a:ext uri="{FF2B5EF4-FFF2-40B4-BE49-F238E27FC236}">
                  <a16:creationId xmlns:a16="http://schemas.microsoft.com/office/drawing/2014/main" id="{3269A793-B127-4A08-AC19-D99EF051F721}"/>
                </a:ext>
              </a:extLst>
            </p:cNvPr>
            <p:cNvSpPr/>
            <p:nvPr/>
          </p:nvSpPr>
          <p:spPr>
            <a:xfrm>
              <a:off x="7226515" y="3551888"/>
              <a:ext cx="1646477" cy="256996"/>
            </a:xfrm>
            <a:prstGeom prst="rect">
              <a:avLst/>
            </a:prstGeom>
            <a:noFill/>
            <a:ln w="12700" cap="flat" cmpd="sng" algn="ctr">
              <a:noFill/>
              <a:prstDash val="solid"/>
              <a:miter lim="800000"/>
            </a:ln>
            <a:effectLst/>
          </p:spPr>
          <p:txBody>
            <a:bodyPr lIns="0" tIns="0" rIns="36000" bIns="0" rtlCol="0" anchor="ctr">
              <a:noAutofit/>
            </a:bodyPr>
            <a:lstStyle/>
            <a:p>
              <a:pPr>
                <a:defRPr/>
              </a:pPr>
              <a:r>
                <a:rPr lang="zh-CN" altLang="en-US" sz="2000" b="1" kern="0" dirty="0">
                  <a:solidFill>
                    <a:srgbClr val="044BC9"/>
                  </a:solidFill>
                  <a:latin typeface="思源黑体 Light" panose="020B0300000000000000" pitchFamily="34" charset="-122"/>
                  <a:ea typeface="思源黑体 Light" panose="020B0300000000000000" pitchFamily="34" charset="-122"/>
                  <a:cs typeface="+mn-ea"/>
                  <a:sym typeface="+mn-lt"/>
                </a:rPr>
                <a:t>添加标题 </a:t>
              </a:r>
              <a:r>
                <a:rPr lang="en-US" altLang="zh-CN" sz="2000" b="1" kern="0" dirty="0">
                  <a:solidFill>
                    <a:srgbClr val="044BC9"/>
                  </a:solidFill>
                  <a:latin typeface="思源黑体 Light" panose="020B0300000000000000" pitchFamily="34" charset="-122"/>
                  <a:ea typeface="思源黑体 Light" panose="020B0300000000000000" pitchFamily="34" charset="-122"/>
                  <a:cs typeface="+mn-ea"/>
                  <a:sym typeface="+mn-lt"/>
                </a:rPr>
                <a:t>02</a:t>
              </a:r>
            </a:p>
          </p:txBody>
        </p:sp>
        <p:grpSp>
          <p:nvGrpSpPr>
            <p:cNvPr id="29" name="Group 45">
              <a:extLst>
                <a:ext uri="{FF2B5EF4-FFF2-40B4-BE49-F238E27FC236}">
                  <a16:creationId xmlns:a16="http://schemas.microsoft.com/office/drawing/2014/main" id="{E8800030-DE09-4F25-9DC5-CB177BABEACA}"/>
                </a:ext>
              </a:extLst>
            </p:cNvPr>
            <p:cNvGrpSpPr/>
            <p:nvPr/>
          </p:nvGrpSpPr>
          <p:grpSpPr>
            <a:xfrm>
              <a:off x="6766611" y="3623722"/>
              <a:ext cx="167582" cy="157000"/>
              <a:chOff x="5368132" y="3540125"/>
              <a:chExt cx="465138" cy="435769"/>
            </a:xfrm>
            <a:solidFill>
              <a:sysClr val="window" lastClr="FFFFFF"/>
            </a:solidFill>
          </p:grpSpPr>
          <p:sp>
            <p:nvSpPr>
              <p:cNvPr id="30" name="AutoShape 110">
                <a:extLst>
                  <a:ext uri="{FF2B5EF4-FFF2-40B4-BE49-F238E27FC236}">
                    <a16:creationId xmlns:a16="http://schemas.microsoft.com/office/drawing/2014/main" id="{1F2BDF2A-278E-419B-A0F8-7D9EEC12FD99}"/>
                  </a:ext>
                </a:extLst>
              </p:cNvPr>
              <p:cNvSpPr>
                <a:spLocks/>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solidFill>
                <a:srgbClr val="044BC9"/>
              </a:solidFill>
              <a:ln>
                <a:noFill/>
              </a:ln>
              <a:effectLst/>
              <a:extLst>
                <a:ext uri="{91240B29-F687-4f45-9708-019B960494DF}">
                  <a14:hiddenLine xmlns:a14="http://schemas.microsoft.com/office/drawing/2010/main" xmlns:p14="http://schemas.microsoft.com/office/powerpoint/2010/main" xmlns:a16="http://schemas.microsoft.com/office/drawing/2014/main" xmlns="" w="12700" cap="flat" cmpd="sng">
                    <a:solidFill>
                      <a:srgbClr val="000000"/>
                    </a:solidFill>
                    <a:prstDash val="solid"/>
                    <a:miter lim="0"/>
                    <a:headEnd/>
                    <a:tailEnd/>
                  </a14:hiddenLine>
                </a:ext>
                <a:ext uri="{AF507438-7753-43e0-B8FC-AC1667EBCBE1}">
                  <a14:hiddenEffects xmlns:a14="http://schemas.microsoft.com/office/drawing/2010/main" xmlns:p14="http://schemas.microsoft.com/office/powerpoint/2010/main" xmlns:a16="http://schemas.microsoft.com/office/drawing/2014/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defRPr/>
                </a:pPr>
                <a:endParaRPr lang="en-US" sz="2000" b="1" kern="0" dirty="0">
                  <a:solidFill>
                    <a:srgbClr val="FFFFFF"/>
                  </a:solidFill>
                  <a:effectLst>
                    <a:outerShdw blurRad="38100" dist="38100" dir="2700000" algn="tl">
                      <a:srgbClr val="000000"/>
                    </a:outerShdw>
                  </a:effectLst>
                  <a:latin typeface="思源黑体 Light" panose="020B0300000000000000" pitchFamily="34" charset="-122"/>
                  <a:ea typeface="思源黑体 Light" panose="020B0300000000000000" pitchFamily="34" charset="-122"/>
                  <a:cs typeface="+mn-ea"/>
                  <a:sym typeface="+mn-lt"/>
                </a:endParaRPr>
              </a:p>
            </p:txBody>
          </p:sp>
          <p:sp>
            <p:nvSpPr>
              <p:cNvPr id="31" name="AutoShape 111">
                <a:extLst>
                  <a:ext uri="{FF2B5EF4-FFF2-40B4-BE49-F238E27FC236}">
                    <a16:creationId xmlns:a16="http://schemas.microsoft.com/office/drawing/2014/main" id="{35D220F9-7D71-4D2A-A4C8-CF7B28054052}"/>
                  </a:ext>
                </a:extLst>
              </p:cNvPr>
              <p:cNvSpPr>
                <a:spLocks/>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solidFill>
                <a:srgbClr val="044BC9"/>
              </a:solidFill>
              <a:ln>
                <a:noFill/>
              </a:ln>
              <a:effectLst/>
              <a:extLst>
                <a:ext uri="{91240B29-F687-4f45-9708-019B960494DF}">
                  <a14:hiddenLine xmlns:a14="http://schemas.microsoft.com/office/drawing/2010/main" xmlns:p14="http://schemas.microsoft.com/office/powerpoint/2010/main" xmlns:a16="http://schemas.microsoft.com/office/drawing/2014/main" xmlns="" w="12700" cap="flat" cmpd="sng">
                    <a:solidFill>
                      <a:srgbClr val="000000"/>
                    </a:solidFill>
                    <a:prstDash val="solid"/>
                    <a:miter lim="0"/>
                    <a:headEnd/>
                    <a:tailEnd/>
                  </a14:hiddenLine>
                </a:ext>
                <a:ext uri="{AF507438-7753-43e0-B8FC-AC1667EBCBE1}">
                  <a14:hiddenEffects xmlns:a14="http://schemas.microsoft.com/office/drawing/2010/main" xmlns:p14="http://schemas.microsoft.com/office/powerpoint/2010/main" xmlns:a16="http://schemas.microsoft.com/office/drawing/2014/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defRPr/>
                </a:pPr>
                <a:endParaRPr lang="en-US" sz="2000" b="1" kern="0" dirty="0">
                  <a:solidFill>
                    <a:srgbClr val="FFFFFF"/>
                  </a:solidFill>
                  <a:effectLst>
                    <a:outerShdw blurRad="38100" dist="38100" dir="2700000" algn="tl">
                      <a:srgbClr val="000000"/>
                    </a:outerShdw>
                  </a:effectLst>
                  <a:latin typeface="思源黑体 Light" panose="020B0300000000000000" pitchFamily="34" charset="-122"/>
                  <a:ea typeface="思源黑体 Light" panose="020B0300000000000000" pitchFamily="34" charset="-122"/>
                  <a:cs typeface="+mn-ea"/>
                  <a:sym typeface="+mn-lt"/>
                </a:endParaRPr>
              </a:p>
            </p:txBody>
          </p:sp>
        </p:grpSp>
      </p:grpSp>
      <p:sp>
        <p:nvSpPr>
          <p:cNvPr id="34" name="矩形 33">
            <a:extLst>
              <a:ext uri="{FF2B5EF4-FFF2-40B4-BE49-F238E27FC236}">
                <a16:creationId xmlns:a16="http://schemas.microsoft.com/office/drawing/2014/main" id="{FAAC7C0C-A6E8-43EC-85CE-85A3F0B9CAF2}"/>
              </a:ext>
            </a:extLst>
          </p:cNvPr>
          <p:cNvSpPr/>
          <p:nvPr/>
        </p:nvSpPr>
        <p:spPr>
          <a:xfrm>
            <a:off x="986246" y="5228259"/>
            <a:ext cx="1217000" cy="707886"/>
          </a:xfrm>
          <a:prstGeom prst="rect">
            <a:avLst/>
          </a:prstGeom>
          <a:noFill/>
        </p:spPr>
        <p:txBody>
          <a:bodyPr wrap="none" rtlCol="0">
            <a:spAutoFit/>
          </a:bodyPr>
          <a:lstStyle/>
          <a:p>
            <a:r>
              <a:rPr lang="en-US" altLang="zh-CN" sz="4000" dirty="0">
                <a:latin typeface="思源黑体 Normal" panose="020B0400000000000000" pitchFamily="34" charset="-122"/>
                <a:ea typeface="思源黑体 Normal" panose="020B0400000000000000" pitchFamily="34" charset="-122"/>
              </a:rPr>
              <a:t>22%</a:t>
            </a:r>
            <a:endParaRPr lang="zh-CN" altLang="en-US" sz="4000" dirty="0">
              <a:latin typeface="思源黑体 Normal" panose="020B0400000000000000" pitchFamily="34" charset="-122"/>
              <a:ea typeface="思源黑体 Normal" panose="020B0400000000000000" pitchFamily="34" charset="-122"/>
            </a:endParaRPr>
          </a:p>
        </p:txBody>
      </p:sp>
      <p:sp>
        <p:nvSpPr>
          <p:cNvPr id="37" name="矩形 36">
            <a:extLst>
              <a:ext uri="{FF2B5EF4-FFF2-40B4-BE49-F238E27FC236}">
                <a16:creationId xmlns:a16="http://schemas.microsoft.com/office/drawing/2014/main" id="{A82724B2-3890-4799-89B4-7B830096B777}"/>
              </a:ext>
            </a:extLst>
          </p:cNvPr>
          <p:cNvSpPr/>
          <p:nvPr/>
        </p:nvSpPr>
        <p:spPr>
          <a:xfrm>
            <a:off x="2863770" y="5228259"/>
            <a:ext cx="1217000" cy="707886"/>
          </a:xfrm>
          <a:prstGeom prst="rect">
            <a:avLst/>
          </a:prstGeom>
          <a:noFill/>
        </p:spPr>
        <p:txBody>
          <a:bodyPr wrap="none" rtlCol="0">
            <a:spAutoFit/>
          </a:bodyPr>
          <a:lstStyle/>
          <a:p>
            <a:r>
              <a:rPr lang="en-US" altLang="zh-CN" sz="4000" dirty="0">
                <a:latin typeface="思源黑体 Normal" panose="020B0400000000000000" pitchFamily="34" charset="-122"/>
                <a:ea typeface="思源黑体 Normal" panose="020B0400000000000000" pitchFamily="34" charset="-122"/>
              </a:rPr>
              <a:t>46%</a:t>
            </a:r>
            <a:endParaRPr lang="zh-CN" altLang="en-US" sz="4000" dirty="0">
              <a:latin typeface="思源黑体 Normal" panose="020B0400000000000000" pitchFamily="34" charset="-122"/>
              <a:ea typeface="思源黑体 Normal" panose="020B0400000000000000" pitchFamily="34" charset="-122"/>
            </a:endParaRPr>
          </a:p>
        </p:txBody>
      </p:sp>
      <p:sp>
        <p:nvSpPr>
          <p:cNvPr id="40" name="矩形 39">
            <a:extLst>
              <a:ext uri="{FF2B5EF4-FFF2-40B4-BE49-F238E27FC236}">
                <a16:creationId xmlns:a16="http://schemas.microsoft.com/office/drawing/2014/main" id="{0FFBCC12-CF01-48CA-88B7-28D8F2F46D12}"/>
              </a:ext>
            </a:extLst>
          </p:cNvPr>
          <p:cNvSpPr/>
          <p:nvPr/>
        </p:nvSpPr>
        <p:spPr>
          <a:xfrm>
            <a:off x="4585841" y="5228259"/>
            <a:ext cx="1217000" cy="707886"/>
          </a:xfrm>
          <a:prstGeom prst="rect">
            <a:avLst/>
          </a:prstGeom>
          <a:noFill/>
        </p:spPr>
        <p:txBody>
          <a:bodyPr wrap="none" rtlCol="0">
            <a:spAutoFit/>
          </a:bodyPr>
          <a:lstStyle/>
          <a:p>
            <a:r>
              <a:rPr lang="en-US" altLang="zh-CN" sz="4000" dirty="0">
                <a:latin typeface="思源黑体 Normal" panose="020B0400000000000000" pitchFamily="34" charset="-122"/>
                <a:ea typeface="思源黑体 Normal" panose="020B0400000000000000" pitchFamily="34" charset="-122"/>
              </a:rPr>
              <a:t>62%</a:t>
            </a:r>
            <a:endParaRPr lang="zh-CN" altLang="en-US" sz="4000" dirty="0">
              <a:latin typeface="思源黑体 Normal" panose="020B0400000000000000" pitchFamily="34" charset="-122"/>
              <a:ea typeface="思源黑体 Normal" panose="020B0400000000000000" pitchFamily="34" charset="-122"/>
            </a:endParaRPr>
          </a:p>
        </p:txBody>
      </p:sp>
      <p:cxnSp>
        <p:nvCxnSpPr>
          <p:cNvPr id="41" name="直接连接符 40">
            <a:extLst>
              <a:ext uri="{FF2B5EF4-FFF2-40B4-BE49-F238E27FC236}">
                <a16:creationId xmlns:a16="http://schemas.microsoft.com/office/drawing/2014/main" id="{77AE3A89-C305-4560-881F-2B2453A6C35F}"/>
              </a:ext>
            </a:extLst>
          </p:cNvPr>
          <p:cNvCxnSpPr>
            <a:cxnSpLocks/>
          </p:cNvCxnSpPr>
          <p:nvPr/>
        </p:nvCxnSpPr>
        <p:spPr>
          <a:xfrm>
            <a:off x="2385738" y="5201202"/>
            <a:ext cx="0" cy="762000"/>
          </a:xfrm>
          <a:prstGeom prst="line">
            <a:avLst/>
          </a:prstGeom>
          <a:noFill/>
          <a:ln w="25400" cap="flat" cmpd="sng" algn="ctr">
            <a:solidFill>
              <a:schemeClr val="tx1"/>
            </a:solidFill>
            <a:prstDash val="solid"/>
            <a:miter lim="800000"/>
          </a:ln>
          <a:effectLst/>
        </p:spPr>
      </p:cxnSp>
      <p:cxnSp>
        <p:nvCxnSpPr>
          <p:cNvPr id="42" name="直接连接符 41">
            <a:extLst>
              <a:ext uri="{FF2B5EF4-FFF2-40B4-BE49-F238E27FC236}">
                <a16:creationId xmlns:a16="http://schemas.microsoft.com/office/drawing/2014/main" id="{2A9032D2-FCB1-4634-9901-D911B92A4867}"/>
              </a:ext>
            </a:extLst>
          </p:cNvPr>
          <p:cNvCxnSpPr>
            <a:cxnSpLocks/>
          </p:cNvCxnSpPr>
          <p:nvPr/>
        </p:nvCxnSpPr>
        <p:spPr>
          <a:xfrm>
            <a:off x="4458378" y="5201202"/>
            <a:ext cx="0" cy="762000"/>
          </a:xfrm>
          <a:prstGeom prst="line">
            <a:avLst/>
          </a:prstGeom>
          <a:noFill/>
          <a:ln w="25400" cap="flat" cmpd="sng" algn="ctr">
            <a:solidFill>
              <a:schemeClr val="tx1"/>
            </a:solidFill>
            <a:prstDash val="solid"/>
            <a:miter lim="800000"/>
          </a:ln>
          <a:effectLst/>
        </p:spPr>
      </p:cxnSp>
      <p:sp>
        <p:nvSpPr>
          <p:cNvPr id="43" name="Rectangle: Rounded Corners 4">
            <a:extLst>
              <a:ext uri="{FF2B5EF4-FFF2-40B4-BE49-F238E27FC236}">
                <a16:creationId xmlns:a16="http://schemas.microsoft.com/office/drawing/2014/main" id="{6777846F-1A61-43AA-AE5E-6ECF8A9BE477}"/>
              </a:ext>
            </a:extLst>
          </p:cNvPr>
          <p:cNvSpPr/>
          <p:nvPr/>
        </p:nvSpPr>
        <p:spPr>
          <a:xfrm>
            <a:off x="6360215" y="1698174"/>
            <a:ext cx="5068541" cy="2924175"/>
          </a:xfrm>
          <a:prstGeom prst="roundRect">
            <a:avLst>
              <a:gd name="adj" fmla="val 712"/>
            </a:avLst>
          </a:prstGeom>
          <a:blipFill dpi="0" rotWithShape="1">
            <a:blip r:embed="R56fb242bd218403c" cstate="print">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prstClr val="white"/>
              </a:solidFill>
              <a:effectLst/>
              <a:uLnTx/>
              <a:uFillTx/>
              <a:latin typeface="+mn-ea"/>
              <a:cs typeface="+mn-ea"/>
              <a:sym typeface="+mn-lt"/>
            </a:endParaRPr>
          </a:p>
        </p:txBody>
      </p:sp>
      <p:sp>
        <p:nvSpPr>
          <p:cNvPr id="44" name="Content Placeholder 2"/>
          <p:cNvSpPr txBox="1">
            <a:spLocks/>
          </p:cNvSpPr>
          <p:nvPr/>
        </p:nvSpPr>
        <p:spPr>
          <a:xfrm>
            <a:off x="6360215" y="4787639"/>
            <a:ext cx="5068541"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a:t>
            </a:r>
          </a:p>
        </p:txBody>
      </p:sp>
    </p:spTree>
    <p:extLst>
      <p:ext uri="{BB962C8B-B14F-4D97-AF65-F5344CB8AC3E}">
        <p14:creationId xmlns:p14="http://schemas.microsoft.com/office/powerpoint/2010/main" val="733833307"/>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1+#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42"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anim calcmode="lin" valueType="num">
                                      <p:cBhvr>
                                        <p:cTn id="13" dur="500" fill="hold"/>
                                        <p:tgtEl>
                                          <p:spTgt spid="7"/>
                                        </p:tgtEl>
                                        <p:attrNameLst>
                                          <p:attrName>ppt_x</p:attrName>
                                        </p:attrNameLst>
                                      </p:cBhvr>
                                      <p:tavLst>
                                        <p:tav tm="0">
                                          <p:val>
                                            <p:strVal val="#ppt_x"/>
                                          </p:val>
                                        </p:tav>
                                        <p:tav tm="100000">
                                          <p:val>
                                            <p:strVal val="#ppt_x"/>
                                          </p:val>
                                        </p:tav>
                                      </p:tavLst>
                                    </p:anim>
                                    <p:anim calcmode="lin" valueType="num">
                                      <p:cBhvr>
                                        <p:cTn id="14" dur="5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anim calcmode="lin" valueType="num">
                                      <p:cBhvr>
                                        <p:cTn id="18" dur="500" fill="hold"/>
                                        <p:tgtEl>
                                          <p:spTgt spid="27"/>
                                        </p:tgtEl>
                                        <p:attrNameLst>
                                          <p:attrName>ppt_x</p:attrName>
                                        </p:attrNameLst>
                                      </p:cBhvr>
                                      <p:tavLst>
                                        <p:tav tm="0">
                                          <p:val>
                                            <p:strVal val="#ppt_x"/>
                                          </p:val>
                                        </p:tav>
                                        <p:tav tm="100000">
                                          <p:val>
                                            <p:strVal val="#ppt_x"/>
                                          </p:val>
                                        </p:tav>
                                      </p:tavLst>
                                    </p:anim>
                                    <p:anim calcmode="lin" valueType="num">
                                      <p:cBhvr>
                                        <p:cTn id="19" dur="500" fill="hold"/>
                                        <p:tgtEl>
                                          <p:spTgt spid="2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anim calcmode="lin" valueType="num">
                                      <p:cBhvr>
                                        <p:cTn id="23" dur="500" fill="hold"/>
                                        <p:tgtEl>
                                          <p:spTgt spid="22"/>
                                        </p:tgtEl>
                                        <p:attrNameLst>
                                          <p:attrName>ppt_x</p:attrName>
                                        </p:attrNameLst>
                                      </p:cBhvr>
                                      <p:tavLst>
                                        <p:tav tm="0">
                                          <p:val>
                                            <p:strVal val="#ppt_x"/>
                                          </p:val>
                                        </p:tav>
                                        <p:tav tm="100000">
                                          <p:val>
                                            <p:strVal val="#ppt_x"/>
                                          </p:val>
                                        </p:tav>
                                      </p:tavLst>
                                    </p:anim>
                                    <p:anim calcmode="lin" valueType="num">
                                      <p:cBhvr>
                                        <p:cTn id="24" dur="500" fill="hold"/>
                                        <p:tgtEl>
                                          <p:spTgt spid="22"/>
                                        </p:tgtEl>
                                        <p:attrNameLst>
                                          <p:attrName>ppt_y</p:attrName>
                                        </p:attrNameLst>
                                      </p:cBhvr>
                                      <p:tavLst>
                                        <p:tav tm="0">
                                          <p:val>
                                            <p:strVal val="#ppt_y+.1"/>
                                          </p:val>
                                        </p:tav>
                                        <p:tav tm="100000">
                                          <p:val>
                                            <p:strVal val="#ppt_y"/>
                                          </p:val>
                                        </p:tav>
                                      </p:tavLst>
                                    </p:anim>
                                  </p:childTnLst>
                                </p:cTn>
                              </p:par>
                              <p:par>
                                <p:cTn id="25" presetID="10" presetClass="entr" presetSubtype="0" fill="hold" grpId="0" nodeType="withEffect">
                                  <p:stCondLst>
                                    <p:cond delay="25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28" presetID="10" presetClass="entr" presetSubtype="0" fill="hold" grpId="0" nodeType="withEffect">
                                  <p:stCondLst>
                                    <p:cond delay="25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par>
                                <p:cTn id="31" presetID="10" presetClass="entr" presetSubtype="0" fill="hold" grpId="0" nodeType="withEffect">
                                  <p:stCondLst>
                                    <p:cond delay="25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par>
                                <p:cTn id="34" presetID="22" presetClass="entr" presetSubtype="8" fill="hold" grpId="0" nodeType="withEffect">
                                  <p:stCondLst>
                                    <p:cond delay="500"/>
                                  </p:stCondLst>
                                  <p:childTnLst>
                                    <p:set>
                                      <p:cBhvr>
                                        <p:cTn id="35" dur="1" fill="hold">
                                          <p:stCondLst>
                                            <p:cond delay="0"/>
                                          </p:stCondLst>
                                        </p:cTn>
                                        <p:tgtEl>
                                          <p:spTgt spid="19"/>
                                        </p:tgtEl>
                                        <p:attrNameLst>
                                          <p:attrName>style.visibility</p:attrName>
                                        </p:attrNameLst>
                                      </p:cBhvr>
                                      <p:to>
                                        <p:strVal val="visible"/>
                                      </p:to>
                                    </p:set>
                                    <p:animEffect transition="in" filter="wipe(left)">
                                      <p:cBhvr>
                                        <p:cTn id="36" dur="500"/>
                                        <p:tgtEl>
                                          <p:spTgt spid="19"/>
                                        </p:tgtEl>
                                      </p:cBhvr>
                                    </p:animEffect>
                                  </p:childTnLst>
                                </p:cTn>
                              </p:par>
                              <p:par>
                                <p:cTn id="37" presetID="22" presetClass="entr" presetSubtype="8" fill="hold" grpId="0" nodeType="withEffect">
                                  <p:stCondLst>
                                    <p:cond delay="750"/>
                                  </p:stCondLst>
                                  <p:childTnLst>
                                    <p:set>
                                      <p:cBhvr>
                                        <p:cTn id="38" dur="1" fill="hold">
                                          <p:stCondLst>
                                            <p:cond delay="0"/>
                                          </p:stCondLst>
                                        </p:cTn>
                                        <p:tgtEl>
                                          <p:spTgt spid="21"/>
                                        </p:tgtEl>
                                        <p:attrNameLst>
                                          <p:attrName>style.visibility</p:attrName>
                                        </p:attrNameLst>
                                      </p:cBhvr>
                                      <p:to>
                                        <p:strVal val="visible"/>
                                      </p:to>
                                    </p:set>
                                    <p:animEffect transition="in" filter="wipe(left)">
                                      <p:cBhvr>
                                        <p:cTn id="39" dur="500"/>
                                        <p:tgtEl>
                                          <p:spTgt spid="21"/>
                                        </p:tgtEl>
                                      </p:cBhvr>
                                    </p:animEffect>
                                  </p:childTnLst>
                                </p:cTn>
                              </p:par>
                              <p:par>
                                <p:cTn id="40" presetID="22" presetClass="entr" presetSubtype="8" fill="hold" grpId="0" nodeType="withEffect">
                                  <p:stCondLst>
                                    <p:cond delay="1000"/>
                                  </p:stCondLst>
                                  <p:childTnLst>
                                    <p:set>
                                      <p:cBhvr>
                                        <p:cTn id="41" dur="1" fill="hold">
                                          <p:stCondLst>
                                            <p:cond delay="0"/>
                                          </p:stCondLst>
                                        </p:cTn>
                                        <p:tgtEl>
                                          <p:spTgt spid="26"/>
                                        </p:tgtEl>
                                        <p:attrNameLst>
                                          <p:attrName>style.visibility</p:attrName>
                                        </p:attrNameLst>
                                      </p:cBhvr>
                                      <p:to>
                                        <p:strVal val="visible"/>
                                      </p:to>
                                    </p:set>
                                    <p:animEffect transition="in" filter="wipe(left)">
                                      <p:cBhvr>
                                        <p:cTn id="42" dur="5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41"/>
                                        </p:tgtEl>
                                        <p:attrNameLst>
                                          <p:attrName>style.visibility</p:attrName>
                                        </p:attrNameLst>
                                      </p:cBhvr>
                                      <p:to>
                                        <p:strVal val="visible"/>
                                      </p:to>
                                    </p:set>
                                    <p:anim calcmode="lin" valueType="num">
                                      <p:cBhvr additive="base">
                                        <p:cTn id="47" dur="500" fill="hold"/>
                                        <p:tgtEl>
                                          <p:spTgt spid="41"/>
                                        </p:tgtEl>
                                        <p:attrNameLst>
                                          <p:attrName>ppt_x</p:attrName>
                                        </p:attrNameLst>
                                      </p:cBhvr>
                                      <p:tavLst>
                                        <p:tav tm="0">
                                          <p:val>
                                            <p:strVal val="#ppt_x"/>
                                          </p:val>
                                        </p:tav>
                                        <p:tav tm="100000">
                                          <p:val>
                                            <p:strVal val="#ppt_x"/>
                                          </p:val>
                                        </p:tav>
                                      </p:tavLst>
                                    </p:anim>
                                    <p:anim calcmode="lin" valueType="num">
                                      <p:cBhvr additive="base">
                                        <p:cTn id="48" dur="500" fill="hold"/>
                                        <p:tgtEl>
                                          <p:spTgt spid="41"/>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42"/>
                                        </p:tgtEl>
                                        <p:attrNameLst>
                                          <p:attrName>style.visibility</p:attrName>
                                        </p:attrNameLst>
                                      </p:cBhvr>
                                      <p:to>
                                        <p:strVal val="visible"/>
                                      </p:to>
                                    </p:set>
                                    <p:anim calcmode="lin" valueType="num">
                                      <p:cBhvr additive="base">
                                        <p:cTn id="51" dur="500" fill="hold"/>
                                        <p:tgtEl>
                                          <p:spTgt spid="42"/>
                                        </p:tgtEl>
                                        <p:attrNameLst>
                                          <p:attrName>ppt_x</p:attrName>
                                        </p:attrNameLst>
                                      </p:cBhvr>
                                      <p:tavLst>
                                        <p:tav tm="0">
                                          <p:val>
                                            <p:strVal val="#ppt_x"/>
                                          </p:val>
                                        </p:tav>
                                        <p:tav tm="100000">
                                          <p:val>
                                            <p:strVal val="#ppt_x"/>
                                          </p:val>
                                        </p:tav>
                                      </p:tavLst>
                                    </p:anim>
                                    <p:anim calcmode="lin" valueType="num">
                                      <p:cBhvr additive="base">
                                        <p:cTn id="52" dur="500" fill="hold"/>
                                        <p:tgtEl>
                                          <p:spTgt spid="42"/>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anim calcmode="lin" valueType="num">
                                      <p:cBhvr additive="base">
                                        <p:cTn id="55" dur="500" fill="hold"/>
                                        <p:tgtEl>
                                          <p:spTgt spid="34"/>
                                        </p:tgtEl>
                                        <p:attrNameLst>
                                          <p:attrName>ppt_x</p:attrName>
                                        </p:attrNameLst>
                                      </p:cBhvr>
                                      <p:tavLst>
                                        <p:tav tm="0">
                                          <p:val>
                                            <p:strVal val="#ppt_x"/>
                                          </p:val>
                                        </p:tav>
                                        <p:tav tm="100000">
                                          <p:val>
                                            <p:strVal val="#ppt_x"/>
                                          </p:val>
                                        </p:tav>
                                      </p:tavLst>
                                    </p:anim>
                                    <p:anim calcmode="lin" valueType="num">
                                      <p:cBhvr additive="base">
                                        <p:cTn id="56" dur="500" fill="hold"/>
                                        <p:tgtEl>
                                          <p:spTgt spid="34"/>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37"/>
                                        </p:tgtEl>
                                        <p:attrNameLst>
                                          <p:attrName>style.visibility</p:attrName>
                                        </p:attrNameLst>
                                      </p:cBhvr>
                                      <p:to>
                                        <p:strVal val="visible"/>
                                      </p:to>
                                    </p:set>
                                    <p:anim calcmode="lin" valueType="num">
                                      <p:cBhvr additive="base">
                                        <p:cTn id="59" dur="500" fill="hold"/>
                                        <p:tgtEl>
                                          <p:spTgt spid="37"/>
                                        </p:tgtEl>
                                        <p:attrNameLst>
                                          <p:attrName>ppt_x</p:attrName>
                                        </p:attrNameLst>
                                      </p:cBhvr>
                                      <p:tavLst>
                                        <p:tav tm="0">
                                          <p:val>
                                            <p:strVal val="#ppt_x"/>
                                          </p:val>
                                        </p:tav>
                                        <p:tav tm="100000">
                                          <p:val>
                                            <p:strVal val="#ppt_x"/>
                                          </p:val>
                                        </p:tav>
                                      </p:tavLst>
                                    </p:anim>
                                    <p:anim calcmode="lin" valueType="num">
                                      <p:cBhvr additive="base">
                                        <p:cTn id="60" dur="500" fill="hold"/>
                                        <p:tgtEl>
                                          <p:spTgt spid="37"/>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40"/>
                                        </p:tgtEl>
                                        <p:attrNameLst>
                                          <p:attrName>style.visibility</p:attrName>
                                        </p:attrNameLst>
                                      </p:cBhvr>
                                      <p:to>
                                        <p:strVal val="visible"/>
                                      </p:to>
                                    </p:set>
                                    <p:anim calcmode="lin" valueType="num">
                                      <p:cBhvr additive="base">
                                        <p:cTn id="63" dur="500" fill="hold"/>
                                        <p:tgtEl>
                                          <p:spTgt spid="40"/>
                                        </p:tgtEl>
                                        <p:attrNameLst>
                                          <p:attrName>ppt_x</p:attrName>
                                        </p:attrNameLst>
                                      </p:cBhvr>
                                      <p:tavLst>
                                        <p:tav tm="0">
                                          <p:val>
                                            <p:strVal val="#ppt_x"/>
                                          </p:val>
                                        </p:tav>
                                        <p:tav tm="100000">
                                          <p:val>
                                            <p:strVal val="#ppt_x"/>
                                          </p:val>
                                        </p:tav>
                                      </p:tavLst>
                                    </p:anim>
                                    <p:anim calcmode="lin" valueType="num">
                                      <p:cBhvr additive="base">
                                        <p:cTn id="64" dur="500" fill="hold"/>
                                        <p:tgtEl>
                                          <p:spTgt spid="40"/>
                                        </p:tgtEl>
                                        <p:attrNameLst>
                                          <p:attrName>ppt_y</p:attrName>
                                        </p:attrNameLst>
                                      </p:cBhvr>
                                      <p:tavLst>
                                        <p:tav tm="0">
                                          <p:val>
                                            <p:strVal val="1+#ppt_h/2"/>
                                          </p:val>
                                        </p:tav>
                                        <p:tav tm="100000">
                                          <p:val>
                                            <p:strVal val="#ppt_y"/>
                                          </p:val>
                                        </p:tav>
                                      </p:tavLst>
                                    </p:anim>
                                  </p:childTnLst>
                                </p:cTn>
                              </p:par>
                            </p:childTnLst>
                          </p:cTn>
                        </p:par>
                        <p:par>
                          <p:cTn id="65" fill="hold">
                            <p:stCondLst>
                              <p:cond delay="500"/>
                            </p:stCondLst>
                            <p:childTnLst>
                              <p:par>
                                <p:cTn id="66" presetID="2" presetClass="entr" presetSubtype="2" decel="100000" fill="hold" grpId="0" nodeType="afterEffect">
                                  <p:stCondLst>
                                    <p:cond delay="0"/>
                                  </p:stCondLst>
                                  <p:childTnLst>
                                    <p:set>
                                      <p:cBhvr>
                                        <p:cTn id="67" dur="1" fill="hold">
                                          <p:stCondLst>
                                            <p:cond delay="0"/>
                                          </p:stCondLst>
                                        </p:cTn>
                                        <p:tgtEl>
                                          <p:spTgt spid="43"/>
                                        </p:tgtEl>
                                        <p:attrNameLst>
                                          <p:attrName>style.visibility</p:attrName>
                                        </p:attrNameLst>
                                      </p:cBhvr>
                                      <p:to>
                                        <p:strVal val="visible"/>
                                      </p:to>
                                    </p:set>
                                    <p:anim calcmode="lin" valueType="num">
                                      <p:cBhvr additive="base">
                                        <p:cTn id="68" dur="1000" fill="hold"/>
                                        <p:tgtEl>
                                          <p:spTgt spid="43"/>
                                        </p:tgtEl>
                                        <p:attrNameLst>
                                          <p:attrName>ppt_x</p:attrName>
                                        </p:attrNameLst>
                                      </p:cBhvr>
                                      <p:tavLst>
                                        <p:tav tm="0">
                                          <p:val>
                                            <p:strVal val="1+#ppt_w/2"/>
                                          </p:val>
                                        </p:tav>
                                        <p:tav tm="100000">
                                          <p:val>
                                            <p:strVal val="#ppt_x"/>
                                          </p:val>
                                        </p:tav>
                                      </p:tavLst>
                                    </p:anim>
                                    <p:anim calcmode="lin" valueType="num">
                                      <p:cBhvr additive="base">
                                        <p:cTn id="69" dur="1000" fill="hold"/>
                                        <p:tgtEl>
                                          <p:spTgt spid="43"/>
                                        </p:tgtEl>
                                        <p:attrNameLst>
                                          <p:attrName>ppt_y</p:attrName>
                                        </p:attrNameLst>
                                      </p:cBhvr>
                                      <p:tavLst>
                                        <p:tav tm="0">
                                          <p:val>
                                            <p:strVal val="#ppt_y"/>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grpId="0" nodeType="clickEffect">
                                  <p:stCondLst>
                                    <p:cond delay="0"/>
                                  </p:stCondLst>
                                  <p:childTnLst>
                                    <p:set>
                                      <p:cBhvr>
                                        <p:cTn id="73" dur="1" fill="hold">
                                          <p:stCondLst>
                                            <p:cond delay="0"/>
                                          </p:stCondLst>
                                        </p:cTn>
                                        <p:tgtEl>
                                          <p:spTgt spid="44"/>
                                        </p:tgtEl>
                                        <p:attrNameLst>
                                          <p:attrName>style.visibility</p:attrName>
                                        </p:attrNameLst>
                                      </p:cBhvr>
                                      <p:to>
                                        <p:strVal val="visible"/>
                                      </p:to>
                                    </p:set>
                                    <p:anim calcmode="lin" valueType="num">
                                      <p:cBhvr additive="base">
                                        <p:cTn id="74" dur="500" fill="hold"/>
                                        <p:tgtEl>
                                          <p:spTgt spid="44"/>
                                        </p:tgtEl>
                                        <p:attrNameLst>
                                          <p:attrName>ppt_x</p:attrName>
                                        </p:attrNameLst>
                                      </p:cBhvr>
                                      <p:tavLst>
                                        <p:tav tm="0">
                                          <p:val>
                                            <p:strVal val="#ppt_x"/>
                                          </p:val>
                                        </p:tav>
                                        <p:tav tm="100000">
                                          <p:val>
                                            <p:strVal val="#ppt_x"/>
                                          </p:val>
                                        </p:tav>
                                      </p:tavLst>
                                    </p:anim>
                                    <p:anim calcmode="lin" valueType="num">
                                      <p:cBhvr additive="base">
                                        <p:cTn id="75"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8" grpId="0" animBg="1"/>
      <p:bldP spid="19" grpId="0" animBg="1"/>
      <p:bldP spid="20" grpId="0" animBg="1"/>
      <p:bldP spid="21" grpId="0" animBg="1"/>
      <p:bldP spid="25" grpId="0" animBg="1"/>
      <p:bldP spid="26" grpId="0" animBg="1"/>
      <p:bldP spid="34" grpId="0"/>
      <p:bldP spid="37" grpId="0"/>
      <p:bldP spid="40" grpId="0"/>
      <p:bldP spid="43" grpId="0" animBg="1"/>
      <p:bldP spid="4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3423744"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指标结果达成情况</a:t>
            </a:r>
          </a:p>
        </p:txBody>
      </p:sp>
      <p:sp>
        <p:nvSpPr>
          <p:cNvPr id="6" name="圆角矩形 30">
            <a:extLst>
              <a:ext uri="{FF2B5EF4-FFF2-40B4-BE49-F238E27FC236}">
                <a16:creationId xmlns:a16="http://schemas.microsoft.com/office/drawing/2014/main" id="{AB3C1966-CEE5-4ADF-B1C2-B56306DC3B77}"/>
              </a:ext>
            </a:extLst>
          </p:cNvPr>
          <p:cNvSpPr/>
          <p:nvPr/>
        </p:nvSpPr>
        <p:spPr>
          <a:xfrm>
            <a:off x="6546641" y="1868725"/>
            <a:ext cx="1441659" cy="366680"/>
          </a:xfrm>
          <a:prstGeom prst="roundRect">
            <a:avLst>
              <a:gd name="adj" fmla="val 50000"/>
            </a:avLst>
          </a:prstGeom>
          <a:solidFill>
            <a:srgbClr val="23A2E4"/>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2000" dirty="0">
                <a:solidFill>
                  <a:schemeClr val="bg1"/>
                </a:solidFill>
                <a:latin typeface="思源黑体 Normal" panose="020B0400000000000000" pitchFamily="34" charset="-122"/>
                <a:ea typeface="思源黑体 Normal" panose="020B0400000000000000" pitchFamily="34" charset="-122"/>
              </a:rPr>
              <a:t>添加标题</a:t>
            </a:r>
          </a:p>
        </p:txBody>
      </p:sp>
      <p:sp>
        <p:nvSpPr>
          <p:cNvPr id="7" name="Content Placeholder 2"/>
          <p:cNvSpPr txBox="1">
            <a:spLocks/>
          </p:cNvSpPr>
          <p:nvPr/>
        </p:nvSpPr>
        <p:spPr>
          <a:xfrm>
            <a:off x="6546641" y="2519571"/>
            <a:ext cx="4781759" cy="10618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添加所需文本添加所需文本添加所需文本添加所需文本添加所需文本添加所需文本添加所需文本添加所需文本添加所需文本添加所需文本添加所需文本添加所需文本</a:t>
            </a:r>
          </a:p>
        </p:txBody>
      </p:sp>
      <p:sp>
        <p:nvSpPr>
          <p:cNvPr id="8" name="圆角矩形 7">
            <a:extLst>
              <a:ext uri="{FF2B5EF4-FFF2-40B4-BE49-F238E27FC236}">
                <a16:creationId xmlns:a16="http://schemas.microsoft.com/office/drawing/2014/main" id="{AB3C1966-CEE5-4ADF-B1C2-B56306DC3B77}"/>
              </a:ext>
            </a:extLst>
          </p:cNvPr>
          <p:cNvSpPr/>
          <p:nvPr/>
        </p:nvSpPr>
        <p:spPr>
          <a:xfrm>
            <a:off x="6546641" y="4091225"/>
            <a:ext cx="1441659" cy="366680"/>
          </a:xfrm>
          <a:prstGeom prst="roundRect">
            <a:avLst>
              <a:gd name="adj" fmla="val 50000"/>
            </a:avLst>
          </a:prstGeom>
          <a:solidFill>
            <a:srgbClr val="044BC9"/>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2000" dirty="0">
                <a:solidFill>
                  <a:schemeClr val="bg1"/>
                </a:solidFill>
                <a:latin typeface="思源黑体 Normal" panose="020B0400000000000000" pitchFamily="34" charset="-122"/>
                <a:ea typeface="思源黑体 Normal" panose="020B0400000000000000" pitchFamily="34" charset="-122"/>
              </a:rPr>
              <a:t>添加标题</a:t>
            </a:r>
          </a:p>
        </p:txBody>
      </p:sp>
      <p:sp>
        <p:nvSpPr>
          <p:cNvPr id="9" name="Content Placeholder 2"/>
          <p:cNvSpPr txBox="1">
            <a:spLocks/>
          </p:cNvSpPr>
          <p:nvPr/>
        </p:nvSpPr>
        <p:spPr>
          <a:xfrm>
            <a:off x="6546641" y="4742071"/>
            <a:ext cx="4781759" cy="10618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添加所需文本添加所需文本添加所需文本添加所需文本添加所需文本添加所需文本添加所需文本添加所需文本添加所需文本添加所需文本添加所需文本添加所需文本</a:t>
            </a:r>
          </a:p>
        </p:txBody>
      </p:sp>
      <p:sp>
        <p:nvSpPr>
          <p:cNvPr id="10" name="圆角矩形 30">
            <a:extLst>
              <a:ext uri="{FF2B5EF4-FFF2-40B4-BE49-F238E27FC236}">
                <a16:creationId xmlns:a16="http://schemas.microsoft.com/office/drawing/2014/main" id="{AB3C1966-CEE5-4ADF-B1C2-B56306DC3B77}"/>
              </a:ext>
            </a:extLst>
          </p:cNvPr>
          <p:cNvSpPr/>
          <p:nvPr/>
        </p:nvSpPr>
        <p:spPr>
          <a:xfrm>
            <a:off x="1263441" y="1868725"/>
            <a:ext cx="1441659" cy="366680"/>
          </a:xfrm>
          <a:prstGeom prst="roundRect">
            <a:avLst>
              <a:gd name="adj" fmla="val 50000"/>
            </a:avLst>
          </a:prstGeom>
          <a:solidFill>
            <a:srgbClr val="044BC9"/>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2000" dirty="0">
                <a:solidFill>
                  <a:schemeClr val="bg1"/>
                </a:solidFill>
                <a:latin typeface="思源黑体 Normal" panose="020B0400000000000000" pitchFamily="34" charset="-122"/>
                <a:ea typeface="思源黑体 Normal" panose="020B0400000000000000" pitchFamily="34" charset="-122"/>
              </a:rPr>
              <a:t>添加标题</a:t>
            </a:r>
          </a:p>
        </p:txBody>
      </p:sp>
      <p:sp>
        <p:nvSpPr>
          <p:cNvPr id="11" name="Content Placeholder 2"/>
          <p:cNvSpPr txBox="1">
            <a:spLocks/>
          </p:cNvSpPr>
          <p:nvPr/>
        </p:nvSpPr>
        <p:spPr>
          <a:xfrm>
            <a:off x="1263441" y="2519571"/>
            <a:ext cx="4781759" cy="10618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添加所需文本添加所需文本添加所需文本添加所需文本添加所需文本添加所需文本添加所需文本添加所需文本添加所需文本添加所需文本添加所需文本添加所需文本</a:t>
            </a:r>
          </a:p>
        </p:txBody>
      </p:sp>
      <p:sp>
        <p:nvSpPr>
          <p:cNvPr id="15" name="圆角矩形 14">
            <a:extLst>
              <a:ext uri="{FF2B5EF4-FFF2-40B4-BE49-F238E27FC236}">
                <a16:creationId xmlns:a16="http://schemas.microsoft.com/office/drawing/2014/main" id="{AB3C1966-CEE5-4ADF-B1C2-B56306DC3B77}"/>
              </a:ext>
            </a:extLst>
          </p:cNvPr>
          <p:cNvSpPr/>
          <p:nvPr/>
        </p:nvSpPr>
        <p:spPr>
          <a:xfrm>
            <a:off x="1263441" y="4091225"/>
            <a:ext cx="1441659" cy="366680"/>
          </a:xfrm>
          <a:prstGeom prst="roundRect">
            <a:avLst>
              <a:gd name="adj" fmla="val 50000"/>
            </a:avLst>
          </a:prstGeom>
          <a:solidFill>
            <a:srgbClr val="23A2E4"/>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2000" dirty="0">
                <a:solidFill>
                  <a:schemeClr val="bg1"/>
                </a:solidFill>
                <a:latin typeface="思源黑体 Normal" panose="020B0400000000000000" pitchFamily="34" charset="-122"/>
                <a:ea typeface="思源黑体 Normal" panose="020B0400000000000000" pitchFamily="34" charset="-122"/>
              </a:rPr>
              <a:t>添加标题</a:t>
            </a:r>
          </a:p>
        </p:txBody>
      </p:sp>
      <p:sp>
        <p:nvSpPr>
          <p:cNvPr id="16" name="Content Placeholder 2"/>
          <p:cNvSpPr txBox="1">
            <a:spLocks/>
          </p:cNvSpPr>
          <p:nvPr/>
        </p:nvSpPr>
        <p:spPr>
          <a:xfrm>
            <a:off x="1263441" y="4742071"/>
            <a:ext cx="4781759" cy="10618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添加所需文本添加所需文本添加所需文本添加所需文本添加所需文本添加所需文本添加所需文本添加所需文本添加所需文本添加所需文本添加所需文本添加所需文本</a:t>
            </a:r>
          </a:p>
        </p:txBody>
      </p:sp>
    </p:spTree>
    <p:extLst>
      <p:ext uri="{BB962C8B-B14F-4D97-AF65-F5344CB8AC3E}">
        <p14:creationId xmlns:p14="http://schemas.microsoft.com/office/powerpoint/2010/main" val="3875252121"/>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900" decel="100000" fill="hold"/>
                                        <p:tgtEl>
                                          <p:spTgt spid="10"/>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par>
                                <p:cTn id="11" presetID="37"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anim calcmode="lin" valueType="num">
                                      <p:cBhvr>
                                        <p:cTn id="14" dur="1000" fill="hold"/>
                                        <p:tgtEl>
                                          <p:spTgt spid="11"/>
                                        </p:tgtEl>
                                        <p:attrNameLst>
                                          <p:attrName>ppt_x</p:attrName>
                                        </p:attrNameLst>
                                      </p:cBhvr>
                                      <p:tavLst>
                                        <p:tav tm="0">
                                          <p:val>
                                            <p:strVal val="#ppt_x"/>
                                          </p:val>
                                        </p:tav>
                                        <p:tav tm="100000">
                                          <p:val>
                                            <p:strVal val="#ppt_x"/>
                                          </p:val>
                                        </p:tav>
                                      </p:tavLst>
                                    </p:anim>
                                    <p:anim calcmode="lin" valueType="num">
                                      <p:cBhvr>
                                        <p:cTn id="15" dur="900" decel="100000" fill="hold"/>
                                        <p:tgtEl>
                                          <p:spTgt spid="11"/>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par>
                                <p:cTn id="17" presetID="37"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1000"/>
                                        <p:tgtEl>
                                          <p:spTgt spid="15"/>
                                        </p:tgtEl>
                                      </p:cBhvr>
                                    </p:animEffect>
                                    <p:anim calcmode="lin" valueType="num">
                                      <p:cBhvr>
                                        <p:cTn id="20" dur="1000" fill="hold"/>
                                        <p:tgtEl>
                                          <p:spTgt spid="15"/>
                                        </p:tgtEl>
                                        <p:attrNameLst>
                                          <p:attrName>ppt_x</p:attrName>
                                        </p:attrNameLst>
                                      </p:cBhvr>
                                      <p:tavLst>
                                        <p:tav tm="0">
                                          <p:val>
                                            <p:strVal val="#ppt_x"/>
                                          </p:val>
                                        </p:tav>
                                        <p:tav tm="100000">
                                          <p:val>
                                            <p:strVal val="#ppt_x"/>
                                          </p:val>
                                        </p:tav>
                                      </p:tavLst>
                                    </p:anim>
                                    <p:anim calcmode="lin" valueType="num">
                                      <p:cBhvr>
                                        <p:cTn id="21" dur="900" decel="100000" fill="hold"/>
                                        <p:tgtEl>
                                          <p:spTgt spid="15"/>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15"/>
                                        </p:tgtEl>
                                        <p:attrNameLst>
                                          <p:attrName>ppt_y</p:attrName>
                                        </p:attrNameLst>
                                      </p:cBhvr>
                                      <p:tavLst>
                                        <p:tav tm="0">
                                          <p:val>
                                            <p:strVal val="#ppt_y-.03"/>
                                          </p:val>
                                        </p:tav>
                                        <p:tav tm="100000">
                                          <p:val>
                                            <p:strVal val="#ppt_y"/>
                                          </p:val>
                                        </p:tav>
                                      </p:tavLst>
                                    </p:anim>
                                  </p:childTnLst>
                                </p:cTn>
                              </p:par>
                              <p:par>
                                <p:cTn id="23" presetID="37"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1000"/>
                                        <p:tgtEl>
                                          <p:spTgt spid="16"/>
                                        </p:tgtEl>
                                      </p:cBhvr>
                                    </p:animEffect>
                                    <p:anim calcmode="lin" valueType="num">
                                      <p:cBhvr>
                                        <p:cTn id="26" dur="1000" fill="hold"/>
                                        <p:tgtEl>
                                          <p:spTgt spid="16"/>
                                        </p:tgtEl>
                                        <p:attrNameLst>
                                          <p:attrName>ppt_x</p:attrName>
                                        </p:attrNameLst>
                                      </p:cBhvr>
                                      <p:tavLst>
                                        <p:tav tm="0">
                                          <p:val>
                                            <p:strVal val="#ppt_x"/>
                                          </p:val>
                                        </p:tav>
                                        <p:tav tm="100000">
                                          <p:val>
                                            <p:strVal val="#ppt_x"/>
                                          </p:val>
                                        </p:tav>
                                      </p:tavLst>
                                    </p:anim>
                                    <p:anim calcmode="lin" valueType="num">
                                      <p:cBhvr>
                                        <p:cTn id="27" dur="900" decel="100000" fill="hold"/>
                                        <p:tgtEl>
                                          <p:spTgt spid="16"/>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16"/>
                                        </p:tgtEl>
                                        <p:attrNameLst>
                                          <p:attrName>ppt_y</p:attrName>
                                        </p:attrNameLst>
                                      </p:cBhvr>
                                      <p:tavLst>
                                        <p:tav tm="0">
                                          <p:val>
                                            <p:strVal val="#ppt_y-.03"/>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37"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1000"/>
                                        <p:tgtEl>
                                          <p:spTgt spid="6"/>
                                        </p:tgtEl>
                                      </p:cBhvr>
                                    </p:animEffect>
                                    <p:anim calcmode="lin" valueType="num">
                                      <p:cBhvr>
                                        <p:cTn id="34" dur="1000" fill="hold"/>
                                        <p:tgtEl>
                                          <p:spTgt spid="6"/>
                                        </p:tgtEl>
                                        <p:attrNameLst>
                                          <p:attrName>ppt_x</p:attrName>
                                        </p:attrNameLst>
                                      </p:cBhvr>
                                      <p:tavLst>
                                        <p:tav tm="0">
                                          <p:val>
                                            <p:strVal val="#ppt_x"/>
                                          </p:val>
                                        </p:tav>
                                        <p:tav tm="100000">
                                          <p:val>
                                            <p:strVal val="#ppt_x"/>
                                          </p:val>
                                        </p:tav>
                                      </p:tavLst>
                                    </p:anim>
                                    <p:anim calcmode="lin" valueType="num">
                                      <p:cBhvr>
                                        <p:cTn id="35" dur="900" decel="100000" fill="hold"/>
                                        <p:tgtEl>
                                          <p:spTgt spid="6"/>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par>
                                <p:cTn id="37" presetID="37" presetClass="entr" presetSubtype="0"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1000"/>
                                        <p:tgtEl>
                                          <p:spTgt spid="7"/>
                                        </p:tgtEl>
                                      </p:cBhvr>
                                    </p:animEffect>
                                    <p:anim calcmode="lin" valueType="num">
                                      <p:cBhvr>
                                        <p:cTn id="40" dur="1000" fill="hold"/>
                                        <p:tgtEl>
                                          <p:spTgt spid="7"/>
                                        </p:tgtEl>
                                        <p:attrNameLst>
                                          <p:attrName>ppt_x</p:attrName>
                                        </p:attrNameLst>
                                      </p:cBhvr>
                                      <p:tavLst>
                                        <p:tav tm="0">
                                          <p:val>
                                            <p:strVal val="#ppt_x"/>
                                          </p:val>
                                        </p:tav>
                                        <p:tav tm="100000">
                                          <p:val>
                                            <p:strVal val="#ppt_x"/>
                                          </p:val>
                                        </p:tav>
                                      </p:tavLst>
                                    </p:anim>
                                    <p:anim calcmode="lin" valueType="num">
                                      <p:cBhvr>
                                        <p:cTn id="41" dur="900" decel="100000" fill="hold"/>
                                        <p:tgtEl>
                                          <p:spTgt spid="7"/>
                                        </p:tgtEl>
                                        <p:attrNameLst>
                                          <p:attrName>ppt_y</p:attrName>
                                        </p:attrNameLst>
                                      </p:cBhvr>
                                      <p:tavLst>
                                        <p:tav tm="0">
                                          <p:val>
                                            <p:strVal val="#ppt_y+1"/>
                                          </p:val>
                                        </p:tav>
                                        <p:tav tm="100000">
                                          <p:val>
                                            <p:strVal val="#ppt_y-.03"/>
                                          </p:val>
                                        </p:tav>
                                      </p:tavLst>
                                    </p:anim>
                                    <p:anim calcmode="lin" valueType="num">
                                      <p:cBhvr>
                                        <p:cTn id="42"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par>
                                <p:cTn id="43" presetID="37"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1000"/>
                                        <p:tgtEl>
                                          <p:spTgt spid="8"/>
                                        </p:tgtEl>
                                      </p:cBhvr>
                                    </p:animEffect>
                                    <p:anim calcmode="lin" valueType="num">
                                      <p:cBhvr>
                                        <p:cTn id="46" dur="1000" fill="hold"/>
                                        <p:tgtEl>
                                          <p:spTgt spid="8"/>
                                        </p:tgtEl>
                                        <p:attrNameLst>
                                          <p:attrName>ppt_x</p:attrName>
                                        </p:attrNameLst>
                                      </p:cBhvr>
                                      <p:tavLst>
                                        <p:tav tm="0">
                                          <p:val>
                                            <p:strVal val="#ppt_x"/>
                                          </p:val>
                                        </p:tav>
                                        <p:tav tm="100000">
                                          <p:val>
                                            <p:strVal val="#ppt_x"/>
                                          </p:val>
                                        </p:tav>
                                      </p:tavLst>
                                    </p:anim>
                                    <p:anim calcmode="lin" valueType="num">
                                      <p:cBhvr>
                                        <p:cTn id="47" dur="900" decel="100000" fill="hold"/>
                                        <p:tgtEl>
                                          <p:spTgt spid="8"/>
                                        </p:tgtEl>
                                        <p:attrNameLst>
                                          <p:attrName>ppt_y</p:attrName>
                                        </p:attrNameLst>
                                      </p:cBhvr>
                                      <p:tavLst>
                                        <p:tav tm="0">
                                          <p:val>
                                            <p:strVal val="#ppt_y+1"/>
                                          </p:val>
                                        </p:tav>
                                        <p:tav tm="100000">
                                          <p:val>
                                            <p:strVal val="#ppt_y-.03"/>
                                          </p:val>
                                        </p:tav>
                                      </p:tavLst>
                                    </p:anim>
                                    <p:anim calcmode="lin" valueType="num">
                                      <p:cBhvr>
                                        <p:cTn id="48"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par>
                                <p:cTn id="49" presetID="37" presetClass="entr" presetSubtype="0"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1000"/>
                                        <p:tgtEl>
                                          <p:spTgt spid="9"/>
                                        </p:tgtEl>
                                      </p:cBhvr>
                                    </p:animEffect>
                                    <p:anim calcmode="lin" valueType="num">
                                      <p:cBhvr>
                                        <p:cTn id="52" dur="1000" fill="hold"/>
                                        <p:tgtEl>
                                          <p:spTgt spid="9"/>
                                        </p:tgtEl>
                                        <p:attrNameLst>
                                          <p:attrName>ppt_x</p:attrName>
                                        </p:attrNameLst>
                                      </p:cBhvr>
                                      <p:tavLst>
                                        <p:tav tm="0">
                                          <p:val>
                                            <p:strVal val="#ppt_x"/>
                                          </p:val>
                                        </p:tav>
                                        <p:tav tm="100000">
                                          <p:val>
                                            <p:strVal val="#ppt_x"/>
                                          </p:val>
                                        </p:tav>
                                      </p:tavLst>
                                    </p:anim>
                                    <p:anim calcmode="lin" valueType="num">
                                      <p:cBhvr>
                                        <p:cTn id="53" dur="900" decel="100000" fill="hold"/>
                                        <p:tgtEl>
                                          <p:spTgt spid="9"/>
                                        </p:tgtEl>
                                        <p:attrNameLst>
                                          <p:attrName>ppt_y</p:attrName>
                                        </p:attrNameLst>
                                      </p:cBhvr>
                                      <p:tavLst>
                                        <p:tav tm="0">
                                          <p:val>
                                            <p:strVal val="#ppt_y+1"/>
                                          </p:val>
                                        </p:tav>
                                        <p:tav tm="100000">
                                          <p:val>
                                            <p:strVal val="#ppt_y-.03"/>
                                          </p:val>
                                        </p:tav>
                                      </p:tavLst>
                                    </p:anim>
                                    <p:anim calcmode="lin" valueType="num">
                                      <p:cBhvr>
                                        <p:cTn id="54"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p:bldP spid="10" grpId="0" animBg="1"/>
      <p:bldP spid="11" grpId="0"/>
      <p:bldP spid="15" grpId="0" animBg="1"/>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3423744"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指标结果达成情况</a:t>
            </a:r>
          </a:p>
        </p:txBody>
      </p:sp>
      <p:sp>
        <p:nvSpPr>
          <p:cNvPr id="6" name="Freeform 6"/>
          <p:cNvSpPr>
            <a:spLocks/>
          </p:cNvSpPr>
          <p:nvPr/>
        </p:nvSpPr>
        <p:spPr bwMode="auto">
          <a:xfrm>
            <a:off x="2005569" y="1724822"/>
            <a:ext cx="313143" cy="1929681"/>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85000"/>
            </a:schemeClr>
          </a:soli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7" name="Freeform 7"/>
          <p:cNvSpPr>
            <a:spLocks/>
          </p:cNvSpPr>
          <p:nvPr/>
        </p:nvSpPr>
        <p:spPr bwMode="auto">
          <a:xfrm>
            <a:off x="2005569" y="3062443"/>
            <a:ext cx="313143" cy="592061"/>
          </a:xfrm>
          <a:custGeom>
            <a:avLst/>
            <a:gdLst>
              <a:gd name="T0" fmla="*/ 11 w 68"/>
              <a:gd name="T1" fmla="*/ 0 h 128"/>
              <a:gd name="T2" fmla="*/ 57 w 68"/>
              <a:gd name="T3" fmla="*/ 0 h 128"/>
              <a:gd name="T4" fmla="*/ 68 w 68"/>
              <a:gd name="T5" fmla="*/ 11 h 128"/>
              <a:gd name="T6" fmla="*/ 68 w 68"/>
              <a:gd name="T7" fmla="*/ 128 h 128"/>
              <a:gd name="T8" fmla="*/ 0 w 68"/>
              <a:gd name="T9" fmla="*/ 128 h 128"/>
              <a:gd name="T10" fmla="*/ 0 w 68"/>
              <a:gd name="T11" fmla="*/ 11 h 128"/>
              <a:gd name="T12" fmla="*/ 11 w 68"/>
              <a:gd name="T13" fmla="*/ 0 h 128"/>
            </a:gdLst>
            <a:ahLst/>
            <a:cxnLst>
              <a:cxn ang="0">
                <a:pos x="T0" y="T1"/>
              </a:cxn>
              <a:cxn ang="0">
                <a:pos x="T2" y="T3"/>
              </a:cxn>
              <a:cxn ang="0">
                <a:pos x="T4" y="T5"/>
              </a:cxn>
              <a:cxn ang="0">
                <a:pos x="T6" y="T7"/>
              </a:cxn>
              <a:cxn ang="0">
                <a:pos x="T8" y="T9"/>
              </a:cxn>
              <a:cxn ang="0">
                <a:pos x="T10" y="T11"/>
              </a:cxn>
              <a:cxn ang="0">
                <a:pos x="T12" y="T13"/>
              </a:cxn>
            </a:cxnLst>
            <a:rect l="0" t="0" r="r" b="b"/>
            <a:pathLst>
              <a:path w="68" h="128">
                <a:moveTo>
                  <a:pt x="11" y="0"/>
                </a:moveTo>
                <a:cubicBezTo>
                  <a:pt x="57" y="0"/>
                  <a:pt x="57" y="0"/>
                  <a:pt x="57" y="0"/>
                </a:cubicBezTo>
                <a:cubicBezTo>
                  <a:pt x="63" y="0"/>
                  <a:pt x="68" y="5"/>
                  <a:pt x="68" y="11"/>
                </a:cubicBezTo>
                <a:cubicBezTo>
                  <a:pt x="68" y="128"/>
                  <a:pt x="68" y="128"/>
                  <a:pt x="68" y="128"/>
                </a:cubicBezTo>
                <a:cubicBezTo>
                  <a:pt x="0" y="128"/>
                  <a:pt x="0" y="128"/>
                  <a:pt x="0" y="128"/>
                </a:cubicBezTo>
                <a:cubicBezTo>
                  <a:pt x="0" y="11"/>
                  <a:pt x="0" y="11"/>
                  <a:pt x="0" y="11"/>
                </a:cubicBezTo>
                <a:cubicBezTo>
                  <a:pt x="0" y="5"/>
                  <a:pt x="5" y="0"/>
                  <a:pt x="11" y="0"/>
                </a:cubicBezTo>
                <a:close/>
              </a:path>
            </a:pathLst>
          </a:custGeom>
          <a:gradFill>
            <a:gsLst>
              <a:gs pos="0">
                <a:srgbClr val="044BC9"/>
              </a:gs>
              <a:gs pos="100000">
                <a:srgbClr val="23A2E4"/>
              </a:gs>
            </a:gsLst>
            <a:lin ang="5400000" scaled="0"/>
          </a:gra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8" name="Freeform 8"/>
          <p:cNvSpPr>
            <a:spLocks/>
          </p:cNvSpPr>
          <p:nvPr/>
        </p:nvSpPr>
        <p:spPr bwMode="auto">
          <a:xfrm>
            <a:off x="2407939" y="1724822"/>
            <a:ext cx="313143" cy="1929681"/>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85000"/>
            </a:schemeClr>
          </a:soli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9" name="Freeform 9"/>
          <p:cNvSpPr>
            <a:spLocks/>
          </p:cNvSpPr>
          <p:nvPr/>
        </p:nvSpPr>
        <p:spPr bwMode="auto">
          <a:xfrm>
            <a:off x="2808628" y="1724822"/>
            <a:ext cx="314824" cy="1929681"/>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85000"/>
            </a:schemeClr>
          </a:soli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10" name="Freeform 10"/>
          <p:cNvSpPr>
            <a:spLocks/>
          </p:cNvSpPr>
          <p:nvPr/>
        </p:nvSpPr>
        <p:spPr bwMode="auto">
          <a:xfrm>
            <a:off x="3205948" y="1724822"/>
            <a:ext cx="314824" cy="1929681"/>
          </a:xfrm>
          <a:custGeom>
            <a:avLst/>
            <a:gdLst>
              <a:gd name="T0" fmla="*/ 12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2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2"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2" y="0"/>
                </a:cubicBezTo>
                <a:close/>
              </a:path>
            </a:pathLst>
          </a:custGeom>
          <a:solidFill>
            <a:schemeClr val="bg1">
              <a:lumMod val="85000"/>
            </a:schemeClr>
          </a:soli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11" name="Freeform 11"/>
          <p:cNvSpPr>
            <a:spLocks/>
          </p:cNvSpPr>
          <p:nvPr/>
        </p:nvSpPr>
        <p:spPr bwMode="auto">
          <a:xfrm>
            <a:off x="2407939" y="2659302"/>
            <a:ext cx="313143" cy="995202"/>
          </a:xfrm>
          <a:custGeom>
            <a:avLst/>
            <a:gdLst>
              <a:gd name="T0" fmla="*/ 11 w 68"/>
              <a:gd name="T1" fmla="*/ 0 h 215"/>
              <a:gd name="T2" fmla="*/ 57 w 68"/>
              <a:gd name="T3" fmla="*/ 0 h 215"/>
              <a:gd name="T4" fmla="*/ 68 w 68"/>
              <a:gd name="T5" fmla="*/ 11 h 215"/>
              <a:gd name="T6" fmla="*/ 68 w 68"/>
              <a:gd name="T7" fmla="*/ 215 h 215"/>
              <a:gd name="T8" fmla="*/ 0 w 68"/>
              <a:gd name="T9" fmla="*/ 215 h 215"/>
              <a:gd name="T10" fmla="*/ 0 w 68"/>
              <a:gd name="T11" fmla="*/ 11 h 215"/>
              <a:gd name="T12" fmla="*/ 11 w 68"/>
              <a:gd name="T13" fmla="*/ 0 h 215"/>
            </a:gdLst>
            <a:ahLst/>
            <a:cxnLst>
              <a:cxn ang="0">
                <a:pos x="T0" y="T1"/>
              </a:cxn>
              <a:cxn ang="0">
                <a:pos x="T2" y="T3"/>
              </a:cxn>
              <a:cxn ang="0">
                <a:pos x="T4" y="T5"/>
              </a:cxn>
              <a:cxn ang="0">
                <a:pos x="T6" y="T7"/>
              </a:cxn>
              <a:cxn ang="0">
                <a:pos x="T8" y="T9"/>
              </a:cxn>
              <a:cxn ang="0">
                <a:pos x="T10" y="T11"/>
              </a:cxn>
              <a:cxn ang="0">
                <a:pos x="T12" y="T13"/>
              </a:cxn>
            </a:cxnLst>
            <a:rect l="0" t="0" r="r" b="b"/>
            <a:pathLst>
              <a:path w="68" h="215">
                <a:moveTo>
                  <a:pt x="11" y="0"/>
                </a:moveTo>
                <a:cubicBezTo>
                  <a:pt x="57" y="0"/>
                  <a:pt x="57" y="0"/>
                  <a:pt x="57" y="0"/>
                </a:cubicBezTo>
                <a:cubicBezTo>
                  <a:pt x="63" y="0"/>
                  <a:pt x="68" y="5"/>
                  <a:pt x="68" y="11"/>
                </a:cubicBezTo>
                <a:cubicBezTo>
                  <a:pt x="68" y="215"/>
                  <a:pt x="68" y="215"/>
                  <a:pt x="68" y="215"/>
                </a:cubicBezTo>
                <a:cubicBezTo>
                  <a:pt x="0" y="215"/>
                  <a:pt x="0" y="215"/>
                  <a:pt x="0" y="215"/>
                </a:cubicBezTo>
                <a:cubicBezTo>
                  <a:pt x="0" y="11"/>
                  <a:pt x="0" y="11"/>
                  <a:pt x="0" y="11"/>
                </a:cubicBezTo>
                <a:cubicBezTo>
                  <a:pt x="0" y="5"/>
                  <a:pt x="5" y="0"/>
                  <a:pt x="11" y="0"/>
                </a:cubicBezTo>
                <a:close/>
              </a:path>
            </a:pathLst>
          </a:custGeom>
          <a:gradFill>
            <a:gsLst>
              <a:gs pos="0">
                <a:srgbClr val="044BC9"/>
              </a:gs>
              <a:gs pos="100000">
                <a:srgbClr val="23A2E4"/>
              </a:gs>
            </a:gsLst>
            <a:lin ang="5400000" scaled="0"/>
          </a:gra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15" name="Freeform 12"/>
          <p:cNvSpPr>
            <a:spLocks/>
          </p:cNvSpPr>
          <p:nvPr/>
        </p:nvSpPr>
        <p:spPr bwMode="auto">
          <a:xfrm>
            <a:off x="2808628" y="2242663"/>
            <a:ext cx="314824" cy="1411839"/>
          </a:xfrm>
          <a:custGeom>
            <a:avLst/>
            <a:gdLst>
              <a:gd name="T0" fmla="*/ 11 w 68"/>
              <a:gd name="T1" fmla="*/ 0 h 305"/>
              <a:gd name="T2" fmla="*/ 57 w 68"/>
              <a:gd name="T3" fmla="*/ 0 h 305"/>
              <a:gd name="T4" fmla="*/ 68 w 68"/>
              <a:gd name="T5" fmla="*/ 11 h 305"/>
              <a:gd name="T6" fmla="*/ 68 w 68"/>
              <a:gd name="T7" fmla="*/ 238 h 305"/>
              <a:gd name="T8" fmla="*/ 68 w 68"/>
              <a:gd name="T9" fmla="*/ 305 h 305"/>
              <a:gd name="T10" fmla="*/ 0 w 68"/>
              <a:gd name="T11" fmla="*/ 305 h 305"/>
              <a:gd name="T12" fmla="*/ 0 w 68"/>
              <a:gd name="T13" fmla="*/ 238 h 305"/>
              <a:gd name="T14" fmla="*/ 0 w 68"/>
              <a:gd name="T15" fmla="*/ 11 h 305"/>
              <a:gd name="T16" fmla="*/ 11 w 68"/>
              <a:gd name="T17" fmla="*/ 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305">
                <a:moveTo>
                  <a:pt x="11" y="0"/>
                </a:moveTo>
                <a:cubicBezTo>
                  <a:pt x="57" y="0"/>
                  <a:pt x="57" y="0"/>
                  <a:pt x="57" y="0"/>
                </a:cubicBezTo>
                <a:cubicBezTo>
                  <a:pt x="63" y="0"/>
                  <a:pt x="68" y="5"/>
                  <a:pt x="68" y="11"/>
                </a:cubicBezTo>
                <a:cubicBezTo>
                  <a:pt x="68" y="238"/>
                  <a:pt x="68" y="238"/>
                  <a:pt x="68" y="238"/>
                </a:cubicBezTo>
                <a:cubicBezTo>
                  <a:pt x="68" y="305"/>
                  <a:pt x="68" y="305"/>
                  <a:pt x="68" y="305"/>
                </a:cubicBezTo>
                <a:cubicBezTo>
                  <a:pt x="0" y="305"/>
                  <a:pt x="0" y="305"/>
                  <a:pt x="0" y="305"/>
                </a:cubicBezTo>
                <a:cubicBezTo>
                  <a:pt x="0" y="238"/>
                  <a:pt x="0" y="238"/>
                  <a:pt x="0" y="238"/>
                </a:cubicBezTo>
                <a:cubicBezTo>
                  <a:pt x="0" y="11"/>
                  <a:pt x="0" y="11"/>
                  <a:pt x="0" y="11"/>
                </a:cubicBezTo>
                <a:cubicBezTo>
                  <a:pt x="0" y="5"/>
                  <a:pt x="5" y="0"/>
                  <a:pt x="11" y="0"/>
                </a:cubicBezTo>
                <a:close/>
              </a:path>
            </a:pathLst>
          </a:custGeom>
          <a:gradFill>
            <a:gsLst>
              <a:gs pos="0">
                <a:srgbClr val="044BC9"/>
              </a:gs>
              <a:gs pos="100000">
                <a:srgbClr val="23A2E4"/>
              </a:gs>
            </a:gsLst>
            <a:lin ang="5400000" scaled="0"/>
          </a:gra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16" name="Freeform 13"/>
          <p:cNvSpPr>
            <a:spLocks/>
          </p:cNvSpPr>
          <p:nvPr/>
        </p:nvSpPr>
        <p:spPr bwMode="auto">
          <a:xfrm>
            <a:off x="3205948" y="1969406"/>
            <a:ext cx="314824" cy="1685098"/>
          </a:xfrm>
          <a:custGeom>
            <a:avLst/>
            <a:gdLst>
              <a:gd name="T0" fmla="*/ 12 w 68"/>
              <a:gd name="T1" fmla="*/ 0 h 364"/>
              <a:gd name="T2" fmla="*/ 57 w 68"/>
              <a:gd name="T3" fmla="*/ 0 h 364"/>
              <a:gd name="T4" fmla="*/ 68 w 68"/>
              <a:gd name="T5" fmla="*/ 11 h 364"/>
              <a:gd name="T6" fmla="*/ 68 w 68"/>
              <a:gd name="T7" fmla="*/ 238 h 364"/>
              <a:gd name="T8" fmla="*/ 68 w 68"/>
              <a:gd name="T9" fmla="*/ 364 h 364"/>
              <a:gd name="T10" fmla="*/ 0 w 68"/>
              <a:gd name="T11" fmla="*/ 364 h 364"/>
              <a:gd name="T12" fmla="*/ 0 w 68"/>
              <a:gd name="T13" fmla="*/ 238 h 364"/>
              <a:gd name="T14" fmla="*/ 0 w 68"/>
              <a:gd name="T15" fmla="*/ 11 h 364"/>
              <a:gd name="T16" fmla="*/ 12 w 68"/>
              <a:gd name="T17" fmla="*/ 0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364">
                <a:moveTo>
                  <a:pt x="12" y="0"/>
                </a:moveTo>
                <a:cubicBezTo>
                  <a:pt x="57" y="0"/>
                  <a:pt x="57" y="0"/>
                  <a:pt x="57" y="0"/>
                </a:cubicBezTo>
                <a:cubicBezTo>
                  <a:pt x="63" y="0"/>
                  <a:pt x="68" y="5"/>
                  <a:pt x="68" y="11"/>
                </a:cubicBezTo>
                <a:cubicBezTo>
                  <a:pt x="68" y="238"/>
                  <a:pt x="68" y="238"/>
                  <a:pt x="68" y="238"/>
                </a:cubicBezTo>
                <a:cubicBezTo>
                  <a:pt x="68" y="364"/>
                  <a:pt x="68" y="364"/>
                  <a:pt x="68" y="364"/>
                </a:cubicBezTo>
                <a:cubicBezTo>
                  <a:pt x="0" y="364"/>
                  <a:pt x="0" y="364"/>
                  <a:pt x="0" y="364"/>
                </a:cubicBezTo>
                <a:cubicBezTo>
                  <a:pt x="0" y="238"/>
                  <a:pt x="0" y="238"/>
                  <a:pt x="0" y="238"/>
                </a:cubicBezTo>
                <a:cubicBezTo>
                  <a:pt x="0" y="11"/>
                  <a:pt x="0" y="11"/>
                  <a:pt x="0" y="11"/>
                </a:cubicBezTo>
                <a:cubicBezTo>
                  <a:pt x="0" y="5"/>
                  <a:pt x="5" y="0"/>
                  <a:pt x="12" y="0"/>
                </a:cubicBezTo>
                <a:close/>
              </a:path>
            </a:pathLst>
          </a:custGeom>
          <a:gradFill>
            <a:gsLst>
              <a:gs pos="0">
                <a:srgbClr val="044BC9"/>
              </a:gs>
              <a:gs pos="100000">
                <a:srgbClr val="23A2E4"/>
              </a:gs>
            </a:gsLst>
            <a:lin ang="5400000" scaled="0"/>
          </a:gra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18" name="Freeform 14"/>
          <p:cNvSpPr>
            <a:spLocks/>
          </p:cNvSpPr>
          <p:nvPr/>
        </p:nvSpPr>
        <p:spPr bwMode="auto">
          <a:xfrm>
            <a:off x="4163892" y="1724822"/>
            <a:ext cx="313143" cy="1929681"/>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85000"/>
            </a:schemeClr>
          </a:soli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19" name="Freeform 15"/>
          <p:cNvSpPr>
            <a:spLocks/>
          </p:cNvSpPr>
          <p:nvPr/>
        </p:nvSpPr>
        <p:spPr bwMode="auto">
          <a:xfrm>
            <a:off x="4564581" y="1724822"/>
            <a:ext cx="314824" cy="1929681"/>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85000"/>
            </a:schemeClr>
          </a:soli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20" name="Freeform 16"/>
          <p:cNvSpPr>
            <a:spLocks/>
          </p:cNvSpPr>
          <p:nvPr/>
        </p:nvSpPr>
        <p:spPr bwMode="auto">
          <a:xfrm>
            <a:off x="4966952" y="1724822"/>
            <a:ext cx="314824" cy="1929681"/>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85000"/>
            </a:schemeClr>
          </a:soli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21" name="Freeform 17"/>
          <p:cNvSpPr>
            <a:spLocks/>
          </p:cNvSpPr>
          <p:nvPr/>
        </p:nvSpPr>
        <p:spPr bwMode="auto">
          <a:xfrm>
            <a:off x="5369324" y="1724822"/>
            <a:ext cx="314824" cy="1929681"/>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85000"/>
            </a:schemeClr>
          </a:soli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22" name="Freeform 18"/>
          <p:cNvSpPr>
            <a:spLocks/>
          </p:cNvSpPr>
          <p:nvPr/>
        </p:nvSpPr>
        <p:spPr bwMode="auto">
          <a:xfrm>
            <a:off x="4163892" y="3367751"/>
            <a:ext cx="313143" cy="286753"/>
          </a:xfrm>
          <a:custGeom>
            <a:avLst/>
            <a:gdLst>
              <a:gd name="T0" fmla="*/ 11 w 68"/>
              <a:gd name="T1" fmla="*/ 0 h 62"/>
              <a:gd name="T2" fmla="*/ 57 w 68"/>
              <a:gd name="T3" fmla="*/ 0 h 62"/>
              <a:gd name="T4" fmla="*/ 68 w 68"/>
              <a:gd name="T5" fmla="*/ 11 h 62"/>
              <a:gd name="T6" fmla="*/ 68 w 68"/>
              <a:gd name="T7" fmla="*/ 62 h 62"/>
              <a:gd name="T8" fmla="*/ 0 w 68"/>
              <a:gd name="T9" fmla="*/ 62 h 62"/>
              <a:gd name="T10" fmla="*/ 0 w 68"/>
              <a:gd name="T11" fmla="*/ 11 h 62"/>
              <a:gd name="T12" fmla="*/ 11 w 68"/>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68" h="62">
                <a:moveTo>
                  <a:pt x="11" y="0"/>
                </a:moveTo>
                <a:cubicBezTo>
                  <a:pt x="57" y="0"/>
                  <a:pt x="57" y="0"/>
                  <a:pt x="57" y="0"/>
                </a:cubicBezTo>
                <a:cubicBezTo>
                  <a:pt x="63" y="0"/>
                  <a:pt x="68" y="5"/>
                  <a:pt x="68" y="11"/>
                </a:cubicBezTo>
                <a:cubicBezTo>
                  <a:pt x="68" y="62"/>
                  <a:pt x="68" y="62"/>
                  <a:pt x="68" y="62"/>
                </a:cubicBezTo>
                <a:cubicBezTo>
                  <a:pt x="0" y="62"/>
                  <a:pt x="0" y="62"/>
                  <a:pt x="0" y="62"/>
                </a:cubicBezTo>
                <a:cubicBezTo>
                  <a:pt x="0" y="11"/>
                  <a:pt x="0" y="11"/>
                  <a:pt x="0" y="11"/>
                </a:cubicBezTo>
                <a:cubicBezTo>
                  <a:pt x="0" y="5"/>
                  <a:pt x="5" y="0"/>
                  <a:pt x="11" y="0"/>
                </a:cubicBezTo>
                <a:close/>
              </a:path>
            </a:pathLst>
          </a:custGeom>
          <a:gradFill>
            <a:gsLst>
              <a:gs pos="0">
                <a:srgbClr val="044BC9"/>
              </a:gs>
              <a:gs pos="100000">
                <a:srgbClr val="23A2E4"/>
              </a:gs>
            </a:gsLst>
            <a:lin ang="5400000" scaled="0"/>
          </a:gra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23" name="Freeform 19"/>
          <p:cNvSpPr>
            <a:spLocks/>
          </p:cNvSpPr>
          <p:nvPr/>
        </p:nvSpPr>
        <p:spPr bwMode="auto">
          <a:xfrm>
            <a:off x="4564581" y="2667732"/>
            <a:ext cx="314824" cy="986770"/>
          </a:xfrm>
          <a:custGeom>
            <a:avLst/>
            <a:gdLst>
              <a:gd name="T0" fmla="*/ 11 w 68"/>
              <a:gd name="T1" fmla="*/ 0 h 213"/>
              <a:gd name="T2" fmla="*/ 57 w 68"/>
              <a:gd name="T3" fmla="*/ 0 h 213"/>
              <a:gd name="T4" fmla="*/ 68 w 68"/>
              <a:gd name="T5" fmla="*/ 11 h 213"/>
              <a:gd name="T6" fmla="*/ 68 w 68"/>
              <a:gd name="T7" fmla="*/ 213 h 213"/>
              <a:gd name="T8" fmla="*/ 0 w 68"/>
              <a:gd name="T9" fmla="*/ 213 h 213"/>
              <a:gd name="T10" fmla="*/ 0 w 68"/>
              <a:gd name="T11" fmla="*/ 11 h 213"/>
              <a:gd name="T12" fmla="*/ 11 w 68"/>
              <a:gd name="T13" fmla="*/ 0 h 213"/>
            </a:gdLst>
            <a:ahLst/>
            <a:cxnLst>
              <a:cxn ang="0">
                <a:pos x="T0" y="T1"/>
              </a:cxn>
              <a:cxn ang="0">
                <a:pos x="T2" y="T3"/>
              </a:cxn>
              <a:cxn ang="0">
                <a:pos x="T4" y="T5"/>
              </a:cxn>
              <a:cxn ang="0">
                <a:pos x="T6" y="T7"/>
              </a:cxn>
              <a:cxn ang="0">
                <a:pos x="T8" y="T9"/>
              </a:cxn>
              <a:cxn ang="0">
                <a:pos x="T10" y="T11"/>
              </a:cxn>
              <a:cxn ang="0">
                <a:pos x="T12" y="T13"/>
              </a:cxn>
            </a:cxnLst>
            <a:rect l="0" t="0" r="r" b="b"/>
            <a:pathLst>
              <a:path w="68" h="213">
                <a:moveTo>
                  <a:pt x="11" y="0"/>
                </a:moveTo>
                <a:cubicBezTo>
                  <a:pt x="57" y="0"/>
                  <a:pt x="57" y="0"/>
                  <a:pt x="57" y="0"/>
                </a:cubicBezTo>
                <a:cubicBezTo>
                  <a:pt x="63" y="0"/>
                  <a:pt x="68" y="5"/>
                  <a:pt x="68" y="11"/>
                </a:cubicBezTo>
                <a:cubicBezTo>
                  <a:pt x="68" y="213"/>
                  <a:pt x="68" y="213"/>
                  <a:pt x="68" y="213"/>
                </a:cubicBezTo>
                <a:cubicBezTo>
                  <a:pt x="0" y="213"/>
                  <a:pt x="0" y="213"/>
                  <a:pt x="0" y="213"/>
                </a:cubicBezTo>
                <a:cubicBezTo>
                  <a:pt x="0" y="11"/>
                  <a:pt x="0" y="11"/>
                  <a:pt x="0" y="11"/>
                </a:cubicBezTo>
                <a:cubicBezTo>
                  <a:pt x="0" y="5"/>
                  <a:pt x="5" y="0"/>
                  <a:pt x="11" y="0"/>
                </a:cubicBezTo>
                <a:close/>
              </a:path>
            </a:pathLst>
          </a:custGeom>
          <a:gradFill>
            <a:gsLst>
              <a:gs pos="0">
                <a:srgbClr val="044BC9"/>
              </a:gs>
              <a:gs pos="100000">
                <a:srgbClr val="23A2E4"/>
              </a:gs>
            </a:gsLst>
            <a:lin ang="5400000" scaled="0"/>
          </a:gra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24" name="Freeform 20"/>
          <p:cNvSpPr>
            <a:spLocks/>
          </p:cNvSpPr>
          <p:nvPr/>
        </p:nvSpPr>
        <p:spPr bwMode="auto">
          <a:xfrm>
            <a:off x="4966952" y="1969406"/>
            <a:ext cx="314824" cy="1685098"/>
          </a:xfrm>
          <a:custGeom>
            <a:avLst/>
            <a:gdLst>
              <a:gd name="T0" fmla="*/ 11 w 68"/>
              <a:gd name="T1" fmla="*/ 0 h 364"/>
              <a:gd name="T2" fmla="*/ 57 w 68"/>
              <a:gd name="T3" fmla="*/ 0 h 364"/>
              <a:gd name="T4" fmla="*/ 68 w 68"/>
              <a:gd name="T5" fmla="*/ 11 h 364"/>
              <a:gd name="T6" fmla="*/ 68 w 68"/>
              <a:gd name="T7" fmla="*/ 238 h 364"/>
              <a:gd name="T8" fmla="*/ 68 w 68"/>
              <a:gd name="T9" fmla="*/ 364 h 364"/>
              <a:gd name="T10" fmla="*/ 0 w 68"/>
              <a:gd name="T11" fmla="*/ 364 h 364"/>
              <a:gd name="T12" fmla="*/ 0 w 68"/>
              <a:gd name="T13" fmla="*/ 238 h 364"/>
              <a:gd name="T14" fmla="*/ 0 w 68"/>
              <a:gd name="T15" fmla="*/ 11 h 364"/>
              <a:gd name="T16" fmla="*/ 11 w 68"/>
              <a:gd name="T17" fmla="*/ 0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364">
                <a:moveTo>
                  <a:pt x="11" y="0"/>
                </a:moveTo>
                <a:cubicBezTo>
                  <a:pt x="57" y="0"/>
                  <a:pt x="57" y="0"/>
                  <a:pt x="57" y="0"/>
                </a:cubicBezTo>
                <a:cubicBezTo>
                  <a:pt x="63" y="0"/>
                  <a:pt x="68" y="5"/>
                  <a:pt x="68" y="11"/>
                </a:cubicBezTo>
                <a:cubicBezTo>
                  <a:pt x="68" y="238"/>
                  <a:pt x="68" y="238"/>
                  <a:pt x="68" y="238"/>
                </a:cubicBezTo>
                <a:cubicBezTo>
                  <a:pt x="68" y="364"/>
                  <a:pt x="68" y="364"/>
                  <a:pt x="68" y="364"/>
                </a:cubicBezTo>
                <a:cubicBezTo>
                  <a:pt x="0" y="364"/>
                  <a:pt x="0" y="364"/>
                  <a:pt x="0" y="364"/>
                </a:cubicBezTo>
                <a:cubicBezTo>
                  <a:pt x="0" y="238"/>
                  <a:pt x="0" y="238"/>
                  <a:pt x="0" y="238"/>
                </a:cubicBezTo>
                <a:cubicBezTo>
                  <a:pt x="0" y="11"/>
                  <a:pt x="0" y="11"/>
                  <a:pt x="0" y="11"/>
                </a:cubicBezTo>
                <a:cubicBezTo>
                  <a:pt x="0" y="5"/>
                  <a:pt x="5" y="0"/>
                  <a:pt x="11" y="0"/>
                </a:cubicBezTo>
                <a:close/>
              </a:path>
            </a:pathLst>
          </a:custGeom>
          <a:gradFill>
            <a:gsLst>
              <a:gs pos="0">
                <a:srgbClr val="044BC9"/>
              </a:gs>
              <a:gs pos="100000">
                <a:srgbClr val="23A2E4"/>
              </a:gs>
            </a:gsLst>
            <a:lin ang="5400000" scaled="0"/>
          </a:gra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25" name="Freeform 21"/>
          <p:cNvSpPr>
            <a:spLocks/>
          </p:cNvSpPr>
          <p:nvPr/>
        </p:nvSpPr>
        <p:spPr bwMode="auto">
          <a:xfrm>
            <a:off x="5369324" y="2914006"/>
            <a:ext cx="314824" cy="740498"/>
          </a:xfrm>
          <a:custGeom>
            <a:avLst/>
            <a:gdLst>
              <a:gd name="T0" fmla="*/ 11 w 68"/>
              <a:gd name="T1" fmla="*/ 0 h 160"/>
              <a:gd name="T2" fmla="*/ 57 w 68"/>
              <a:gd name="T3" fmla="*/ 0 h 160"/>
              <a:gd name="T4" fmla="*/ 68 w 68"/>
              <a:gd name="T5" fmla="*/ 11 h 160"/>
              <a:gd name="T6" fmla="*/ 68 w 68"/>
              <a:gd name="T7" fmla="*/ 160 h 160"/>
              <a:gd name="T8" fmla="*/ 0 w 68"/>
              <a:gd name="T9" fmla="*/ 160 h 160"/>
              <a:gd name="T10" fmla="*/ 0 w 68"/>
              <a:gd name="T11" fmla="*/ 11 h 160"/>
              <a:gd name="T12" fmla="*/ 11 w 68"/>
              <a:gd name="T13" fmla="*/ 0 h 160"/>
            </a:gdLst>
            <a:ahLst/>
            <a:cxnLst>
              <a:cxn ang="0">
                <a:pos x="T0" y="T1"/>
              </a:cxn>
              <a:cxn ang="0">
                <a:pos x="T2" y="T3"/>
              </a:cxn>
              <a:cxn ang="0">
                <a:pos x="T4" y="T5"/>
              </a:cxn>
              <a:cxn ang="0">
                <a:pos x="T6" y="T7"/>
              </a:cxn>
              <a:cxn ang="0">
                <a:pos x="T8" y="T9"/>
              </a:cxn>
              <a:cxn ang="0">
                <a:pos x="T10" y="T11"/>
              </a:cxn>
              <a:cxn ang="0">
                <a:pos x="T12" y="T13"/>
              </a:cxn>
            </a:cxnLst>
            <a:rect l="0" t="0" r="r" b="b"/>
            <a:pathLst>
              <a:path w="68" h="160">
                <a:moveTo>
                  <a:pt x="11" y="0"/>
                </a:moveTo>
                <a:cubicBezTo>
                  <a:pt x="57" y="0"/>
                  <a:pt x="57" y="0"/>
                  <a:pt x="57" y="0"/>
                </a:cubicBezTo>
                <a:cubicBezTo>
                  <a:pt x="63" y="0"/>
                  <a:pt x="68" y="5"/>
                  <a:pt x="68" y="11"/>
                </a:cubicBezTo>
                <a:cubicBezTo>
                  <a:pt x="68" y="160"/>
                  <a:pt x="68" y="160"/>
                  <a:pt x="68" y="160"/>
                </a:cubicBezTo>
                <a:cubicBezTo>
                  <a:pt x="0" y="160"/>
                  <a:pt x="0" y="160"/>
                  <a:pt x="0" y="160"/>
                </a:cubicBezTo>
                <a:cubicBezTo>
                  <a:pt x="0" y="11"/>
                  <a:pt x="0" y="11"/>
                  <a:pt x="0" y="11"/>
                </a:cubicBezTo>
                <a:cubicBezTo>
                  <a:pt x="0" y="5"/>
                  <a:pt x="5" y="0"/>
                  <a:pt x="11" y="0"/>
                </a:cubicBezTo>
                <a:close/>
              </a:path>
            </a:pathLst>
          </a:custGeom>
          <a:gradFill>
            <a:gsLst>
              <a:gs pos="0">
                <a:srgbClr val="044BC9"/>
              </a:gs>
              <a:gs pos="100000">
                <a:srgbClr val="23A2E4"/>
              </a:gs>
            </a:gsLst>
            <a:lin ang="5400000" scaled="0"/>
          </a:gra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26" name="Freeform 22"/>
          <p:cNvSpPr>
            <a:spLocks/>
          </p:cNvSpPr>
          <p:nvPr/>
        </p:nvSpPr>
        <p:spPr bwMode="auto">
          <a:xfrm>
            <a:off x="6312116" y="1724822"/>
            <a:ext cx="314824" cy="1929681"/>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85000"/>
            </a:schemeClr>
          </a:soli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27" name="Freeform 23"/>
          <p:cNvSpPr>
            <a:spLocks/>
          </p:cNvSpPr>
          <p:nvPr/>
        </p:nvSpPr>
        <p:spPr bwMode="auto">
          <a:xfrm>
            <a:off x="6714487" y="1724822"/>
            <a:ext cx="313143" cy="1929681"/>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85000"/>
            </a:schemeClr>
          </a:soli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28" name="Freeform 24"/>
          <p:cNvSpPr>
            <a:spLocks/>
          </p:cNvSpPr>
          <p:nvPr/>
        </p:nvSpPr>
        <p:spPr bwMode="auto">
          <a:xfrm>
            <a:off x="7116855" y="1724822"/>
            <a:ext cx="313143" cy="1929681"/>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85000"/>
            </a:schemeClr>
          </a:soli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29" name="Freeform 25"/>
          <p:cNvSpPr>
            <a:spLocks/>
          </p:cNvSpPr>
          <p:nvPr/>
        </p:nvSpPr>
        <p:spPr bwMode="auto">
          <a:xfrm>
            <a:off x="7517545" y="1724822"/>
            <a:ext cx="314824" cy="1929681"/>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85000"/>
            </a:schemeClr>
          </a:soli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30" name="Freeform 26"/>
          <p:cNvSpPr>
            <a:spLocks/>
          </p:cNvSpPr>
          <p:nvPr/>
        </p:nvSpPr>
        <p:spPr bwMode="auto">
          <a:xfrm>
            <a:off x="7517545" y="1960969"/>
            <a:ext cx="314824" cy="1693532"/>
          </a:xfrm>
          <a:custGeom>
            <a:avLst/>
            <a:gdLst>
              <a:gd name="T0" fmla="*/ 11 w 68"/>
              <a:gd name="T1" fmla="*/ 0 h 366"/>
              <a:gd name="T2" fmla="*/ 57 w 68"/>
              <a:gd name="T3" fmla="*/ 0 h 366"/>
              <a:gd name="T4" fmla="*/ 68 w 68"/>
              <a:gd name="T5" fmla="*/ 11 h 366"/>
              <a:gd name="T6" fmla="*/ 68 w 68"/>
              <a:gd name="T7" fmla="*/ 238 h 366"/>
              <a:gd name="T8" fmla="*/ 68 w 68"/>
              <a:gd name="T9" fmla="*/ 366 h 366"/>
              <a:gd name="T10" fmla="*/ 0 w 68"/>
              <a:gd name="T11" fmla="*/ 366 h 366"/>
              <a:gd name="T12" fmla="*/ 0 w 68"/>
              <a:gd name="T13" fmla="*/ 238 h 366"/>
              <a:gd name="T14" fmla="*/ 0 w 68"/>
              <a:gd name="T15" fmla="*/ 11 h 366"/>
              <a:gd name="T16" fmla="*/ 11 w 68"/>
              <a:gd name="T17" fmla="*/ 0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366">
                <a:moveTo>
                  <a:pt x="11" y="0"/>
                </a:moveTo>
                <a:cubicBezTo>
                  <a:pt x="57" y="0"/>
                  <a:pt x="57" y="0"/>
                  <a:pt x="57" y="0"/>
                </a:cubicBezTo>
                <a:cubicBezTo>
                  <a:pt x="63" y="0"/>
                  <a:pt x="68" y="5"/>
                  <a:pt x="68" y="11"/>
                </a:cubicBezTo>
                <a:cubicBezTo>
                  <a:pt x="68" y="238"/>
                  <a:pt x="68" y="238"/>
                  <a:pt x="68" y="238"/>
                </a:cubicBezTo>
                <a:cubicBezTo>
                  <a:pt x="68" y="366"/>
                  <a:pt x="68" y="366"/>
                  <a:pt x="68" y="366"/>
                </a:cubicBezTo>
                <a:cubicBezTo>
                  <a:pt x="0" y="366"/>
                  <a:pt x="0" y="366"/>
                  <a:pt x="0" y="366"/>
                </a:cubicBezTo>
                <a:cubicBezTo>
                  <a:pt x="0" y="238"/>
                  <a:pt x="0" y="238"/>
                  <a:pt x="0" y="238"/>
                </a:cubicBezTo>
                <a:cubicBezTo>
                  <a:pt x="0" y="11"/>
                  <a:pt x="0" y="11"/>
                  <a:pt x="0" y="11"/>
                </a:cubicBezTo>
                <a:cubicBezTo>
                  <a:pt x="0" y="5"/>
                  <a:pt x="5" y="0"/>
                  <a:pt x="11" y="0"/>
                </a:cubicBezTo>
                <a:close/>
              </a:path>
            </a:pathLst>
          </a:custGeom>
          <a:gradFill>
            <a:gsLst>
              <a:gs pos="0">
                <a:srgbClr val="044BC9"/>
              </a:gs>
              <a:gs pos="100000">
                <a:srgbClr val="23A2E4"/>
              </a:gs>
            </a:gsLst>
            <a:lin ang="5400000" scaled="0"/>
          </a:gra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31" name="Freeform 27"/>
          <p:cNvSpPr>
            <a:spLocks/>
          </p:cNvSpPr>
          <p:nvPr/>
        </p:nvSpPr>
        <p:spPr bwMode="auto">
          <a:xfrm>
            <a:off x="7116855" y="2274715"/>
            <a:ext cx="313143" cy="1379790"/>
          </a:xfrm>
          <a:custGeom>
            <a:avLst/>
            <a:gdLst>
              <a:gd name="T0" fmla="*/ 11 w 68"/>
              <a:gd name="T1" fmla="*/ 0 h 298"/>
              <a:gd name="T2" fmla="*/ 57 w 68"/>
              <a:gd name="T3" fmla="*/ 0 h 298"/>
              <a:gd name="T4" fmla="*/ 68 w 68"/>
              <a:gd name="T5" fmla="*/ 11 h 298"/>
              <a:gd name="T6" fmla="*/ 68 w 68"/>
              <a:gd name="T7" fmla="*/ 238 h 298"/>
              <a:gd name="T8" fmla="*/ 68 w 68"/>
              <a:gd name="T9" fmla="*/ 298 h 298"/>
              <a:gd name="T10" fmla="*/ 0 w 68"/>
              <a:gd name="T11" fmla="*/ 298 h 298"/>
              <a:gd name="T12" fmla="*/ 0 w 68"/>
              <a:gd name="T13" fmla="*/ 238 h 298"/>
              <a:gd name="T14" fmla="*/ 0 w 68"/>
              <a:gd name="T15" fmla="*/ 11 h 298"/>
              <a:gd name="T16" fmla="*/ 11 w 68"/>
              <a:gd name="T17"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298">
                <a:moveTo>
                  <a:pt x="11" y="0"/>
                </a:moveTo>
                <a:cubicBezTo>
                  <a:pt x="57" y="0"/>
                  <a:pt x="57" y="0"/>
                  <a:pt x="57" y="0"/>
                </a:cubicBezTo>
                <a:cubicBezTo>
                  <a:pt x="63" y="0"/>
                  <a:pt x="68" y="5"/>
                  <a:pt x="68" y="11"/>
                </a:cubicBezTo>
                <a:cubicBezTo>
                  <a:pt x="68" y="238"/>
                  <a:pt x="68" y="238"/>
                  <a:pt x="68" y="238"/>
                </a:cubicBezTo>
                <a:cubicBezTo>
                  <a:pt x="68" y="298"/>
                  <a:pt x="68" y="298"/>
                  <a:pt x="68" y="298"/>
                </a:cubicBezTo>
                <a:cubicBezTo>
                  <a:pt x="0" y="298"/>
                  <a:pt x="0" y="298"/>
                  <a:pt x="0" y="298"/>
                </a:cubicBezTo>
                <a:cubicBezTo>
                  <a:pt x="0" y="238"/>
                  <a:pt x="0" y="238"/>
                  <a:pt x="0" y="238"/>
                </a:cubicBezTo>
                <a:cubicBezTo>
                  <a:pt x="0" y="11"/>
                  <a:pt x="0" y="11"/>
                  <a:pt x="0" y="11"/>
                </a:cubicBezTo>
                <a:cubicBezTo>
                  <a:pt x="0" y="5"/>
                  <a:pt x="5" y="0"/>
                  <a:pt x="11" y="0"/>
                </a:cubicBezTo>
                <a:close/>
              </a:path>
            </a:pathLst>
          </a:custGeom>
          <a:gradFill>
            <a:gsLst>
              <a:gs pos="0">
                <a:srgbClr val="044BC9"/>
              </a:gs>
              <a:gs pos="100000">
                <a:srgbClr val="23A2E4"/>
              </a:gs>
            </a:gsLst>
            <a:lin ang="5400000" scaled="0"/>
          </a:gra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32" name="Freeform 28"/>
          <p:cNvSpPr>
            <a:spLocks/>
          </p:cNvSpPr>
          <p:nvPr/>
        </p:nvSpPr>
        <p:spPr bwMode="auto">
          <a:xfrm>
            <a:off x="6714487" y="2667732"/>
            <a:ext cx="313143" cy="986770"/>
          </a:xfrm>
          <a:custGeom>
            <a:avLst/>
            <a:gdLst>
              <a:gd name="T0" fmla="*/ 11 w 68"/>
              <a:gd name="T1" fmla="*/ 0 h 213"/>
              <a:gd name="T2" fmla="*/ 57 w 68"/>
              <a:gd name="T3" fmla="*/ 0 h 213"/>
              <a:gd name="T4" fmla="*/ 68 w 68"/>
              <a:gd name="T5" fmla="*/ 11 h 213"/>
              <a:gd name="T6" fmla="*/ 68 w 68"/>
              <a:gd name="T7" fmla="*/ 213 h 213"/>
              <a:gd name="T8" fmla="*/ 0 w 68"/>
              <a:gd name="T9" fmla="*/ 213 h 213"/>
              <a:gd name="T10" fmla="*/ 0 w 68"/>
              <a:gd name="T11" fmla="*/ 11 h 213"/>
              <a:gd name="T12" fmla="*/ 11 w 68"/>
              <a:gd name="T13" fmla="*/ 0 h 213"/>
            </a:gdLst>
            <a:ahLst/>
            <a:cxnLst>
              <a:cxn ang="0">
                <a:pos x="T0" y="T1"/>
              </a:cxn>
              <a:cxn ang="0">
                <a:pos x="T2" y="T3"/>
              </a:cxn>
              <a:cxn ang="0">
                <a:pos x="T4" y="T5"/>
              </a:cxn>
              <a:cxn ang="0">
                <a:pos x="T6" y="T7"/>
              </a:cxn>
              <a:cxn ang="0">
                <a:pos x="T8" y="T9"/>
              </a:cxn>
              <a:cxn ang="0">
                <a:pos x="T10" y="T11"/>
              </a:cxn>
              <a:cxn ang="0">
                <a:pos x="T12" y="T13"/>
              </a:cxn>
            </a:cxnLst>
            <a:rect l="0" t="0" r="r" b="b"/>
            <a:pathLst>
              <a:path w="68" h="213">
                <a:moveTo>
                  <a:pt x="11" y="0"/>
                </a:moveTo>
                <a:cubicBezTo>
                  <a:pt x="57" y="0"/>
                  <a:pt x="57" y="0"/>
                  <a:pt x="57" y="0"/>
                </a:cubicBezTo>
                <a:cubicBezTo>
                  <a:pt x="63" y="0"/>
                  <a:pt x="68" y="5"/>
                  <a:pt x="68" y="11"/>
                </a:cubicBezTo>
                <a:cubicBezTo>
                  <a:pt x="68" y="213"/>
                  <a:pt x="68" y="213"/>
                  <a:pt x="68" y="213"/>
                </a:cubicBezTo>
                <a:cubicBezTo>
                  <a:pt x="0" y="213"/>
                  <a:pt x="0" y="213"/>
                  <a:pt x="0" y="213"/>
                </a:cubicBezTo>
                <a:cubicBezTo>
                  <a:pt x="0" y="11"/>
                  <a:pt x="0" y="11"/>
                  <a:pt x="0" y="11"/>
                </a:cubicBezTo>
                <a:cubicBezTo>
                  <a:pt x="0" y="5"/>
                  <a:pt x="5" y="0"/>
                  <a:pt x="11" y="0"/>
                </a:cubicBezTo>
                <a:close/>
              </a:path>
            </a:pathLst>
          </a:custGeom>
          <a:gradFill>
            <a:gsLst>
              <a:gs pos="0">
                <a:srgbClr val="044BC9"/>
              </a:gs>
              <a:gs pos="100000">
                <a:srgbClr val="23A2E4"/>
              </a:gs>
            </a:gsLst>
            <a:lin ang="5400000" scaled="0"/>
          </a:gra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33" name="Freeform 29"/>
          <p:cNvSpPr>
            <a:spLocks/>
          </p:cNvSpPr>
          <p:nvPr/>
        </p:nvSpPr>
        <p:spPr bwMode="auto">
          <a:xfrm>
            <a:off x="6312116" y="3075938"/>
            <a:ext cx="314824" cy="578567"/>
          </a:xfrm>
          <a:custGeom>
            <a:avLst/>
            <a:gdLst>
              <a:gd name="T0" fmla="*/ 11 w 68"/>
              <a:gd name="T1" fmla="*/ 0 h 125"/>
              <a:gd name="T2" fmla="*/ 57 w 68"/>
              <a:gd name="T3" fmla="*/ 0 h 125"/>
              <a:gd name="T4" fmla="*/ 68 w 68"/>
              <a:gd name="T5" fmla="*/ 11 h 125"/>
              <a:gd name="T6" fmla="*/ 68 w 68"/>
              <a:gd name="T7" fmla="*/ 125 h 125"/>
              <a:gd name="T8" fmla="*/ 0 w 68"/>
              <a:gd name="T9" fmla="*/ 125 h 125"/>
              <a:gd name="T10" fmla="*/ 0 w 68"/>
              <a:gd name="T11" fmla="*/ 11 h 125"/>
              <a:gd name="T12" fmla="*/ 11 w 68"/>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68" h="125">
                <a:moveTo>
                  <a:pt x="11" y="0"/>
                </a:moveTo>
                <a:cubicBezTo>
                  <a:pt x="57" y="0"/>
                  <a:pt x="57" y="0"/>
                  <a:pt x="57" y="0"/>
                </a:cubicBezTo>
                <a:cubicBezTo>
                  <a:pt x="63" y="0"/>
                  <a:pt x="68" y="5"/>
                  <a:pt x="68" y="11"/>
                </a:cubicBezTo>
                <a:cubicBezTo>
                  <a:pt x="68" y="125"/>
                  <a:pt x="68" y="125"/>
                  <a:pt x="68" y="125"/>
                </a:cubicBezTo>
                <a:cubicBezTo>
                  <a:pt x="0" y="125"/>
                  <a:pt x="0" y="125"/>
                  <a:pt x="0" y="125"/>
                </a:cubicBezTo>
                <a:cubicBezTo>
                  <a:pt x="0" y="11"/>
                  <a:pt x="0" y="11"/>
                  <a:pt x="0" y="11"/>
                </a:cubicBezTo>
                <a:cubicBezTo>
                  <a:pt x="0" y="5"/>
                  <a:pt x="5" y="0"/>
                  <a:pt x="11" y="0"/>
                </a:cubicBezTo>
                <a:close/>
              </a:path>
            </a:pathLst>
          </a:custGeom>
          <a:gradFill>
            <a:gsLst>
              <a:gs pos="0">
                <a:srgbClr val="044BC9"/>
              </a:gs>
              <a:gs pos="100000">
                <a:srgbClr val="23A2E4"/>
              </a:gs>
            </a:gsLst>
            <a:lin ang="5400000" scaled="0"/>
          </a:gra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34" name="Freeform 30"/>
          <p:cNvSpPr>
            <a:spLocks/>
          </p:cNvSpPr>
          <p:nvPr/>
        </p:nvSpPr>
        <p:spPr bwMode="auto">
          <a:xfrm>
            <a:off x="8576505" y="1724822"/>
            <a:ext cx="314824" cy="1929681"/>
          </a:xfrm>
          <a:custGeom>
            <a:avLst/>
            <a:gdLst>
              <a:gd name="T0" fmla="*/ 11 w 68"/>
              <a:gd name="T1" fmla="*/ 0 h 417"/>
              <a:gd name="T2" fmla="*/ 56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6" y="0"/>
                  <a:pt x="56" y="0"/>
                  <a:pt x="56"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85000"/>
            </a:schemeClr>
          </a:soli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35" name="Freeform 31"/>
          <p:cNvSpPr>
            <a:spLocks/>
          </p:cNvSpPr>
          <p:nvPr/>
        </p:nvSpPr>
        <p:spPr bwMode="auto">
          <a:xfrm>
            <a:off x="8973827" y="1724822"/>
            <a:ext cx="314824" cy="1929681"/>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85000"/>
            </a:schemeClr>
          </a:soli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36" name="Freeform 32"/>
          <p:cNvSpPr>
            <a:spLocks/>
          </p:cNvSpPr>
          <p:nvPr/>
        </p:nvSpPr>
        <p:spPr bwMode="auto">
          <a:xfrm>
            <a:off x="9376195" y="1724822"/>
            <a:ext cx="313143" cy="1929681"/>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85000"/>
            </a:schemeClr>
          </a:soli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37" name="Freeform 33"/>
          <p:cNvSpPr>
            <a:spLocks/>
          </p:cNvSpPr>
          <p:nvPr/>
        </p:nvSpPr>
        <p:spPr bwMode="auto">
          <a:xfrm>
            <a:off x="9778566" y="1724822"/>
            <a:ext cx="313143" cy="1929681"/>
          </a:xfrm>
          <a:custGeom>
            <a:avLst/>
            <a:gdLst>
              <a:gd name="T0" fmla="*/ 11 w 68"/>
              <a:gd name="T1" fmla="*/ 0 h 417"/>
              <a:gd name="T2" fmla="*/ 57 w 68"/>
              <a:gd name="T3" fmla="*/ 0 h 417"/>
              <a:gd name="T4" fmla="*/ 68 w 68"/>
              <a:gd name="T5" fmla="*/ 11 h 417"/>
              <a:gd name="T6" fmla="*/ 68 w 68"/>
              <a:gd name="T7" fmla="*/ 238 h 417"/>
              <a:gd name="T8" fmla="*/ 68 w 68"/>
              <a:gd name="T9" fmla="*/ 417 h 417"/>
              <a:gd name="T10" fmla="*/ 0 w 68"/>
              <a:gd name="T11" fmla="*/ 417 h 417"/>
              <a:gd name="T12" fmla="*/ 0 w 68"/>
              <a:gd name="T13" fmla="*/ 238 h 417"/>
              <a:gd name="T14" fmla="*/ 0 w 68"/>
              <a:gd name="T15" fmla="*/ 11 h 417"/>
              <a:gd name="T16" fmla="*/ 11 w 68"/>
              <a:gd name="T17"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417">
                <a:moveTo>
                  <a:pt x="11" y="0"/>
                </a:moveTo>
                <a:cubicBezTo>
                  <a:pt x="57" y="0"/>
                  <a:pt x="57" y="0"/>
                  <a:pt x="57" y="0"/>
                </a:cubicBezTo>
                <a:cubicBezTo>
                  <a:pt x="63" y="0"/>
                  <a:pt x="68" y="5"/>
                  <a:pt x="68" y="11"/>
                </a:cubicBezTo>
                <a:cubicBezTo>
                  <a:pt x="68" y="238"/>
                  <a:pt x="68" y="238"/>
                  <a:pt x="68" y="238"/>
                </a:cubicBezTo>
                <a:cubicBezTo>
                  <a:pt x="68" y="417"/>
                  <a:pt x="68" y="417"/>
                  <a:pt x="68" y="417"/>
                </a:cubicBezTo>
                <a:cubicBezTo>
                  <a:pt x="0" y="417"/>
                  <a:pt x="0" y="417"/>
                  <a:pt x="0" y="417"/>
                </a:cubicBezTo>
                <a:cubicBezTo>
                  <a:pt x="0" y="238"/>
                  <a:pt x="0" y="238"/>
                  <a:pt x="0" y="238"/>
                </a:cubicBezTo>
                <a:cubicBezTo>
                  <a:pt x="0" y="11"/>
                  <a:pt x="0" y="11"/>
                  <a:pt x="0" y="11"/>
                </a:cubicBezTo>
                <a:cubicBezTo>
                  <a:pt x="0" y="5"/>
                  <a:pt x="5" y="0"/>
                  <a:pt x="11" y="0"/>
                </a:cubicBezTo>
                <a:close/>
              </a:path>
            </a:pathLst>
          </a:custGeom>
          <a:solidFill>
            <a:schemeClr val="bg1">
              <a:lumMod val="85000"/>
            </a:schemeClr>
          </a:soli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38" name="Freeform 34"/>
          <p:cNvSpPr>
            <a:spLocks/>
          </p:cNvSpPr>
          <p:nvPr/>
        </p:nvSpPr>
        <p:spPr bwMode="auto">
          <a:xfrm>
            <a:off x="9778566" y="1979526"/>
            <a:ext cx="313143" cy="1674978"/>
          </a:xfrm>
          <a:custGeom>
            <a:avLst/>
            <a:gdLst>
              <a:gd name="T0" fmla="*/ 11 w 68"/>
              <a:gd name="T1" fmla="*/ 0 h 362"/>
              <a:gd name="T2" fmla="*/ 57 w 68"/>
              <a:gd name="T3" fmla="*/ 0 h 362"/>
              <a:gd name="T4" fmla="*/ 68 w 68"/>
              <a:gd name="T5" fmla="*/ 11 h 362"/>
              <a:gd name="T6" fmla="*/ 68 w 68"/>
              <a:gd name="T7" fmla="*/ 238 h 362"/>
              <a:gd name="T8" fmla="*/ 68 w 68"/>
              <a:gd name="T9" fmla="*/ 362 h 362"/>
              <a:gd name="T10" fmla="*/ 0 w 68"/>
              <a:gd name="T11" fmla="*/ 362 h 362"/>
              <a:gd name="T12" fmla="*/ 0 w 68"/>
              <a:gd name="T13" fmla="*/ 238 h 362"/>
              <a:gd name="T14" fmla="*/ 0 w 68"/>
              <a:gd name="T15" fmla="*/ 11 h 362"/>
              <a:gd name="T16" fmla="*/ 11 w 68"/>
              <a:gd name="T17"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362">
                <a:moveTo>
                  <a:pt x="11" y="0"/>
                </a:moveTo>
                <a:cubicBezTo>
                  <a:pt x="57" y="0"/>
                  <a:pt x="57" y="0"/>
                  <a:pt x="57" y="0"/>
                </a:cubicBezTo>
                <a:cubicBezTo>
                  <a:pt x="63" y="0"/>
                  <a:pt x="68" y="5"/>
                  <a:pt x="68" y="11"/>
                </a:cubicBezTo>
                <a:cubicBezTo>
                  <a:pt x="68" y="238"/>
                  <a:pt x="68" y="238"/>
                  <a:pt x="68" y="238"/>
                </a:cubicBezTo>
                <a:cubicBezTo>
                  <a:pt x="68" y="362"/>
                  <a:pt x="68" y="362"/>
                  <a:pt x="68" y="362"/>
                </a:cubicBezTo>
                <a:cubicBezTo>
                  <a:pt x="0" y="362"/>
                  <a:pt x="0" y="362"/>
                  <a:pt x="0" y="362"/>
                </a:cubicBezTo>
                <a:cubicBezTo>
                  <a:pt x="0" y="238"/>
                  <a:pt x="0" y="238"/>
                  <a:pt x="0" y="238"/>
                </a:cubicBezTo>
                <a:cubicBezTo>
                  <a:pt x="0" y="11"/>
                  <a:pt x="0" y="11"/>
                  <a:pt x="0" y="11"/>
                </a:cubicBezTo>
                <a:cubicBezTo>
                  <a:pt x="0" y="5"/>
                  <a:pt x="5" y="0"/>
                  <a:pt x="11" y="0"/>
                </a:cubicBezTo>
                <a:close/>
              </a:path>
            </a:pathLst>
          </a:custGeom>
          <a:gradFill>
            <a:gsLst>
              <a:gs pos="0">
                <a:srgbClr val="044BC9"/>
              </a:gs>
              <a:gs pos="100000">
                <a:srgbClr val="23A2E4"/>
              </a:gs>
            </a:gsLst>
            <a:lin ang="5400000" scaled="0"/>
          </a:gra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39" name="Freeform 35"/>
          <p:cNvSpPr>
            <a:spLocks/>
          </p:cNvSpPr>
          <p:nvPr/>
        </p:nvSpPr>
        <p:spPr bwMode="auto">
          <a:xfrm>
            <a:off x="9376195" y="2126276"/>
            <a:ext cx="313143" cy="1528226"/>
          </a:xfrm>
          <a:custGeom>
            <a:avLst/>
            <a:gdLst>
              <a:gd name="T0" fmla="*/ 11 w 68"/>
              <a:gd name="T1" fmla="*/ 0 h 330"/>
              <a:gd name="T2" fmla="*/ 57 w 68"/>
              <a:gd name="T3" fmla="*/ 0 h 330"/>
              <a:gd name="T4" fmla="*/ 68 w 68"/>
              <a:gd name="T5" fmla="*/ 11 h 330"/>
              <a:gd name="T6" fmla="*/ 68 w 68"/>
              <a:gd name="T7" fmla="*/ 238 h 330"/>
              <a:gd name="T8" fmla="*/ 68 w 68"/>
              <a:gd name="T9" fmla="*/ 330 h 330"/>
              <a:gd name="T10" fmla="*/ 0 w 68"/>
              <a:gd name="T11" fmla="*/ 330 h 330"/>
              <a:gd name="T12" fmla="*/ 0 w 68"/>
              <a:gd name="T13" fmla="*/ 238 h 330"/>
              <a:gd name="T14" fmla="*/ 0 w 68"/>
              <a:gd name="T15" fmla="*/ 11 h 330"/>
              <a:gd name="T16" fmla="*/ 11 w 68"/>
              <a:gd name="T17"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330">
                <a:moveTo>
                  <a:pt x="11" y="0"/>
                </a:moveTo>
                <a:cubicBezTo>
                  <a:pt x="57" y="0"/>
                  <a:pt x="57" y="0"/>
                  <a:pt x="57" y="0"/>
                </a:cubicBezTo>
                <a:cubicBezTo>
                  <a:pt x="63" y="0"/>
                  <a:pt x="68" y="5"/>
                  <a:pt x="68" y="11"/>
                </a:cubicBezTo>
                <a:cubicBezTo>
                  <a:pt x="68" y="238"/>
                  <a:pt x="68" y="238"/>
                  <a:pt x="68" y="238"/>
                </a:cubicBezTo>
                <a:cubicBezTo>
                  <a:pt x="68" y="330"/>
                  <a:pt x="68" y="330"/>
                  <a:pt x="68" y="330"/>
                </a:cubicBezTo>
                <a:cubicBezTo>
                  <a:pt x="0" y="330"/>
                  <a:pt x="0" y="330"/>
                  <a:pt x="0" y="330"/>
                </a:cubicBezTo>
                <a:cubicBezTo>
                  <a:pt x="0" y="238"/>
                  <a:pt x="0" y="238"/>
                  <a:pt x="0" y="238"/>
                </a:cubicBezTo>
                <a:cubicBezTo>
                  <a:pt x="0" y="11"/>
                  <a:pt x="0" y="11"/>
                  <a:pt x="0" y="11"/>
                </a:cubicBezTo>
                <a:cubicBezTo>
                  <a:pt x="0" y="5"/>
                  <a:pt x="5" y="0"/>
                  <a:pt x="11" y="0"/>
                </a:cubicBezTo>
                <a:close/>
              </a:path>
            </a:pathLst>
          </a:custGeom>
          <a:gradFill>
            <a:gsLst>
              <a:gs pos="0">
                <a:srgbClr val="044BC9"/>
              </a:gs>
              <a:gs pos="100000">
                <a:srgbClr val="23A2E4"/>
              </a:gs>
            </a:gsLst>
            <a:lin ang="5400000" scaled="0"/>
          </a:gra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40" name="Freeform 36"/>
          <p:cNvSpPr>
            <a:spLocks/>
          </p:cNvSpPr>
          <p:nvPr/>
        </p:nvSpPr>
        <p:spPr bwMode="auto">
          <a:xfrm>
            <a:off x="8973827" y="3242927"/>
            <a:ext cx="314824" cy="411575"/>
          </a:xfrm>
          <a:custGeom>
            <a:avLst/>
            <a:gdLst>
              <a:gd name="T0" fmla="*/ 11 w 68"/>
              <a:gd name="T1" fmla="*/ 0 h 89"/>
              <a:gd name="T2" fmla="*/ 57 w 68"/>
              <a:gd name="T3" fmla="*/ 0 h 89"/>
              <a:gd name="T4" fmla="*/ 68 w 68"/>
              <a:gd name="T5" fmla="*/ 11 h 89"/>
              <a:gd name="T6" fmla="*/ 68 w 68"/>
              <a:gd name="T7" fmla="*/ 89 h 89"/>
              <a:gd name="T8" fmla="*/ 0 w 68"/>
              <a:gd name="T9" fmla="*/ 89 h 89"/>
              <a:gd name="T10" fmla="*/ 0 w 68"/>
              <a:gd name="T11" fmla="*/ 11 h 89"/>
              <a:gd name="T12" fmla="*/ 11 w 68"/>
              <a:gd name="T13" fmla="*/ 0 h 89"/>
            </a:gdLst>
            <a:ahLst/>
            <a:cxnLst>
              <a:cxn ang="0">
                <a:pos x="T0" y="T1"/>
              </a:cxn>
              <a:cxn ang="0">
                <a:pos x="T2" y="T3"/>
              </a:cxn>
              <a:cxn ang="0">
                <a:pos x="T4" y="T5"/>
              </a:cxn>
              <a:cxn ang="0">
                <a:pos x="T6" y="T7"/>
              </a:cxn>
              <a:cxn ang="0">
                <a:pos x="T8" y="T9"/>
              </a:cxn>
              <a:cxn ang="0">
                <a:pos x="T10" y="T11"/>
              </a:cxn>
              <a:cxn ang="0">
                <a:pos x="T12" y="T13"/>
              </a:cxn>
            </a:cxnLst>
            <a:rect l="0" t="0" r="r" b="b"/>
            <a:pathLst>
              <a:path w="68" h="89">
                <a:moveTo>
                  <a:pt x="11" y="0"/>
                </a:moveTo>
                <a:cubicBezTo>
                  <a:pt x="57" y="0"/>
                  <a:pt x="57" y="0"/>
                  <a:pt x="57" y="0"/>
                </a:cubicBezTo>
                <a:cubicBezTo>
                  <a:pt x="63" y="0"/>
                  <a:pt x="68" y="5"/>
                  <a:pt x="68" y="11"/>
                </a:cubicBezTo>
                <a:cubicBezTo>
                  <a:pt x="68" y="89"/>
                  <a:pt x="68" y="89"/>
                  <a:pt x="68" y="89"/>
                </a:cubicBezTo>
                <a:cubicBezTo>
                  <a:pt x="0" y="89"/>
                  <a:pt x="0" y="89"/>
                  <a:pt x="0" y="89"/>
                </a:cubicBezTo>
                <a:cubicBezTo>
                  <a:pt x="0" y="11"/>
                  <a:pt x="0" y="11"/>
                  <a:pt x="0" y="11"/>
                </a:cubicBezTo>
                <a:cubicBezTo>
                  <a:pt x="0" y="5"/>
                  <a:pt x="5" y="0"/>
                  <a:pt x="11" y="0"/>
                </a:cubicBezTo>
                <a:close/>
              </a:path>
            </a:pathLst>
          </a:custGeom>
          <a:gradFill>
            <a:gsLst>
              <a:gs pos="0">
                <a:srgbClr val="044BC9"/>
              </a:gs>
              <a:gs pos="100000">
                <a:srgbClr val="23A2E4"/>
              </a:gs>
            </a:gsLst>
            <a:lin ang="5400000" scaled="0"/>
          </a:gra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41" name="Freeform 37"/>
          <p:cNvSpPr>
            <a:spLocks/>
          </p:cNvSpPr>
          <p:nvPr/>
        </p:nvSpPr>
        <p:spPr bwMode="auto">
          <a:xfrm>
            <a:off x="8576505" y="2478812"/>
            <a:ext cx="314824" cy="1175690"/>
          </a:xfrm>
          <a:custGeom>
            <a:avLst/>
            <a:gdLst>
              <a:gd name="T0" fmla="*/ 11 w 68"/>
              <a:gd name="T1" fmla="*/ 0 h 254"/>
              <a:gd name="T2" fmla="*/ 56 w 68"/>
              <a:gd name="T3" fmla="*/ 0 h 254"/>
              <a:gd name="T4" fmla="*/ 68 w 68"/>
              <a:gd name="T5" fmla="*/ 11 h 254"/>
              <a:gd name="T6" fmla="*/ 68 w 68"/>
              <a:gd name="T7" fmla="*/ 238 h 254"/>
              <a:gd name="T8" fmla="*/ 68 w 68"/>
              <a:gd name="T9" fmla="*/ 254 h 254"/>
              <a:gd name="T10" fmla="*/ 0 w 68"/>
              <a:gd name="T11" fmla="*/ 254 h 254"/>
              <a:gd name="T12" fmla="*/ 0 w 68"/>
              <a:gd name="T13" fmla="*/ 238 h 254"/>
              <a:gd name="T14" fmla="*/ 0 w 68"/>
              <a:gd name="T15" fmla="*/ 11 h 254"/>
              <a:gd name="T16" fmla="*/ 11 w 68"/>
              <a:gd name="T17" fmla="*/ 0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254">
                <a:moveTo>
                  <a:pt x="11" y="0"/>
                </a:moveTo>
                <a:cubicBezTo>
                  <a:pt x="56" y="0"/>
                  <a:pt x="56" y="0"/>
                  <a:pt x="56" y="0"/>
                </a:cubicBezTo>
                <a:cubicBezTo>
                  <a:pt x="63" y="0"/>
                  <a:pt x="68" y="5"/>
                  <a:pt x="68" y="11"/>
                </a:cubicBezTo>
                <a:cubicBezTo>
                  <a:pt x="68" y="238"/>
                  <a:pt x="68" y="238"/>
                  <a:pt x="68" y="238"/>
                </a:cubicBezTo>
                <a:cubicBezTo>
                  <a:pt x="68" y="254"/>
                  <a:pt x="68" y="254"/>
                  <a:pt x="68" y="254"/>
                </a:cubicBezTo>
                <a:cubicBezTo>
                  <a:pt x="0" y="254"/>
                  <a:pt x="0" y="254"/>
                  <a:pt x="0" y="254"/>
                </a:cubicBezTo>
                <a:cubicBezTo>
                  <a:pt x="0" y="238"/>
                  <a:pt x="0" y="238"/>
                  <a:pt x="0" y="238"/>
                </a:cubicBezTo>
                <a:cubicBezTo>
                  <a:pt x="0" y="11"/>
                  <a:pt x="0" y="11"/>
                  <a:pt x="0" y="11"/>
                </a:cubicBezTo>
                <a:cubicBezTo>
                  <a:pt x="0" y="5"/>
                  <a:pt x="5" y="0"/>
                  <a:pt x="11" y="0"/>
                </a:cubicBezTo>
                <a:close/>
              </a:path>
            </a:pathLst>
          </a:custGeom>
          <a:gradFill>
            <a:gsLst>
              <a:gs pos="0">
                <a:srgbClr val="044BC9"/>
              </a:gs>
              <a:gs pos="100000">
                <a:srgbClr val="23A2E4"/>
              </a:gs>
            </a:gsLst>
            <a:lin ang="5400000" scaled="0"/>
          </a:gra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42" name="Oval 38"/>
          <p:cNvSpPr>
            <a:spLocks noChangeArrowheads="1"/>
          </p:cNvSpPr>
          <p:nvPr/>
        </p:nvSpPr>
        <p:spPr bwMode="auto">
          <a:xfrm>
            <a:off x="2355748" y="3976176"/>
            <a:ext cx="794641" cy="798852"/>
          </a:xfrm>
          <a:prstGeom prst="ellipse">
            <a:avLst/>
          </a:prstGeom>
          <a:solidFill>
            <a:schemeClr val="bg1"/>
          </a:solidFill>
          <a:ln w="12700" cap="flat">
            <a:gradFill>
              <a:gsLst>
                <a:gs pos="0">
                  <a:srgbClr val="044BC9"/>
                </a:gs>
                <a:gs pos="100000">
                  <a:srgbClr val="23A2E4"/>
                </a:gs>
              </a:gsLst>
              <a:lin ang="5400000" scaled="1"/>
            </a:gradFill>
            <a:prstDash val="solid"/>
            <a:miter lim="800000"/>
            <a:headEnd/>
            <a:tailEnd/>
          </a:ln>
        </p:spPr>
        <p:txBody>
          <a:bodyPr vert="horz" wrap="square" lIns="97021" tIns="48510" rIns="97021" bIns="48510" numCol="1" anchor="t" anchorCtr="0" compatLnSpc="1">
            <a:prstTxWarp prst="textNoShape">
              <a:avLst/>
            </a:prstTxWarp>
          </a:bodyPr>
          <a:lstStyle/>
          <a:p>
            <a:endParaRPr lang="zh-CN" altLang="en-US"/>
          </a:p>
        </p:txBody>
      </p:sp>
      <p:sp>
        <p:nvSpPr>
          <p:cNvPr id="43" name="Freeform 39"/>
          <p:cNvSpPr>
            <a:spLocks noEditPoints="1"/>
          </p:cNvSpPr>
          <p:nvPr/>
        </p:nvSpPr>
        <p:spPr bwMode="auto">
          <a:xfrm>
            <a:off x="2544854" y="4161770"/>
            <a:ext cx="421482" cy="427668"/>
          </a:xfrm>
          <a:custGeom>
            <a:avLst/>
            <a:gdLst>
              <a:gd name="T0" fmla="*/ 43 w 57"/>
              <a:gd name="T1" fmla="*/ 9 h 58"/>
              <a:gd name="T2" fmla="*/ 4 w 57"/>
              <a:gd name="T3" fmla="*/ 22 h 58"/>
              <a:gd name="T4" fmla="*/ 5 w 57"/>
              <a:gd name="T5" fmla="*/ 25 h 58"/>
              <a:gd name="T6" fmla="*/ 6 w 57"/>
              <a:gd name="T7" fmla="*/ 30 h 58"/>
              <a:gd name="T8" fmla="*/ 7 w 57"/>
              <a:gd name="T9" fmla="*/ 35 h 58"/>
              <a:gd name="T10" fmla="*/ 10 w 57"/>
              <a:gd name="T11" fmla="*/ 39 h 58"/>
              <a:gd name="T12" fmla="*/ 12 w 57"/>
              <a:gd name="T13" fmla="*/ 41 h 58"/>
              <a:gd name="T14" fmla="*/ 13 w 57"/>
              <a:gd name="T15" fmla="*/ 49 h 58"/>
              <a:gd name="T16" fmla="*/ 16 w 57"/>
              <a:gd name="T17" fmla="*/ 52 h 58"/>
              <a:gd name="T18" fmla="*/ 17 w 57"/>
              <a:gd name="T19" fmla="*/ 51 h 58"/>
              <a:gd name="T20" fmla="*/ 18 w 57"/>
              <a:gd name="T21" fmla="*/ 47 h 58"/>
              <a:gd name="T22" fmla="*/ 20 w 57"/>
              <a:gd name="T23" fmla="*/ 41 h 58"/>
              <a:gd name="T24" fmla="*/ 24 w 57"/>
              <a:gd name="T25" fmla="*/ 36 h 58"/>
              <a:gd name="T26" fmla="*/ 26 w 57"/>
              <a:gd name="T27" fmla="*/ 33 h 58"/>
              <a:gd name="T28" fmla="*/ 22 w 57"/>
              <a:gd name="T29" fmla="*/ 30 h 58"/>
              <a:gd name="T30" fmla="*/ 19 w 57"/>
              <a:gd name="T31" fmla="*/ 29 h 58"/>
              <a:gd name="T32" fmla="*/ 16 w 57"/>
              <a:gd name="T33" fmla="*/ 26 h 58"/>
              <a:gd name="T34" fmla="*/ 12 w 57"/>
              <a:gd name="T35" fmla="*/ 24 h 58"/>
              <a:gd name="T36" fmla="*/ 8 w 57"/>
              <a:gd name="T37" fmla="*/ 24 h 58"/>
              <a:gd name="T38" fmla="*/ 6 w 57"/>
              <a:gd name="T39" fmla="*/ 22 h 58"/>
              <a:gd name="T40" fmla="*/ 6 w 57"/>
              <a:gd name="T41" fmla="*/ 18 h 58"/>
              <a:gd name="T42" fmla="*/ 4 w 57"/>
              <a:gd name="T43" fmla="*/ 19 h 58"/>
              <a:gd name="T44" fmla="*/ 6 w 57"/>
              <a:gd name="T45" fmla="*/ 15 h 58"/>
              <a:gd name="T46" fmla="*/ 9 w 57"/>
              <a:gd name="T47" fmla="*/ 15 h 58"/>
              <a:gd name="T48" fmla="*/ 11 w 57"/>
              <a:gd name="T49" fmla="*/ 13 h 58"/>
              <a:gd name="T50" fmla="*/ 15 w 57"/>
              <a:gd name="T51" fmla="*/ 9 h 58"/>
              <a:gd name="T52" fmla="*/ 16 w 57"/>
              <a:gd name="T53" fmla="*/ 8 h 58"/>
              <a:gd name="T54" fmla="*/ 21 w 57"/>
              <a:gd name="T55" fmla="*/ 6 h 58"/>
              <a:gd name="T56" fmla="*/ 17 w 57"/>
              <a:gd name="T57" fmla="*/ 4 h 58"/>
              <a:gd name="T58" fmla="*/ 16 w 57"/>
              <a:gd name="T59" fmla="*/ 4 h 58"/>
              <a:gd name="T60" fmla="*/ 24 w 57"/>
              <a:gd name="T61" fmla="*/ 1 h 58"/>
              <a:gd name="T62" fmla="*/ 27 w 57"/>
              <a:gd name="T63" fmla="*/ 3 h 58"/>
              <a:gd name="T64" fmla="*/ 41 w 57"/>
              <a:gd name="T65" fmla="*/ 3 h 58"/>
              <a:gd name="T66" fmla="*/ 39 w 57"/>
              <a:gd name="T67" fmla="*/ 6 h 58"/>
              <a:gd name="T68" fmla="*/ 42 w 57"/>
              <a:gd name="T69" fmla="*/ 10 h 58"/>
              <a:gd name="T70" fmla="*/ 44 w 57"/>
              <a:gd name="T71" fmla="*/ 10 h 58"/>
              <a:gd name="T72" fmla="*/ 46 w 57"/>
              <a:gd name="T73" fmla="*/ 9 h 58"/>
              <a:gd name="T74" fmla="*/ 48 w 57"/>
              <a:gd name="T75" fmla="*/ 12 h 58"/>
              <a:gd name="T76" fmla="*/ 50 w 57"/>
              <a:gd name="T77" fmla="*/ 13 h 58"/>
              <a:gd name="T78" fmla="*/ 47 w 57"/>
              <a:gd name="T79" fmla="*/ 14 h 58"/>
              <a:gd name="T80" fmla="*/ 44 w 57"/>
              <a:gd name="T81" fmla="*/ 12 h 58"/>
              <a:gd name="T82" fmla="*/ 40 w 57"/>
              <a:gd name="T83" fmla="*/ 12 h 58"/>
              <a:gd name="T84" fmla="*/ 36 w 57"/>
              <a:gd name="T85" fmla="*/ 15 h 58"/>
              <a:gd name="T86" fmla="*/ 34 w 57"/>
              <a:gd name="T87" fmla="*/ 20 h 58"/>
              <a:gd name="T88" fmla="*/ 36 w 57"/>
              <a:gd name="T89" fmla="*/ 25 h 58"/>
              <a:gd name="T90" fmla="*/ 40 w 57"/>
              <a:gd name="T91" fmla="*/ 27 h 58"/>
              <a:gd name="T92" fmla="*/ 45 w 57"/>
              <a:gd name="T93" fmla="*/ 27 h 58"/>
              <a:gd name="T94" fmla="*/ 47 w 57"/>
              <a:gd name="T95" fmla="*/ 30 h 58"/>
              <a:gd name="T96" fmla="*/ 47 w 57"/>
              <a:gd name="T97" fmla="*/ 35 h 58"/>
              <a:gd name="T98" fmla="*/ 47 w 57"/>
              <a:gd name="T99" fmla="*/ 40 h 58"/>
              <a:gd name="T100" fmla="*/ 50 w 57"/>
              <a:gd name="T101" fmla="*/ 45 h 58"/>
              <a:gd name="T102" fmla="*/ 53 w 57"/>
              <a:gd name="T103" fmla="*/ 41 h 58"/>
              <a:gd name="T104" fmla="*/ 56 w 57"/>
              <a:gd name="T105" fmla="*/ 34 h 58"/>
              <a:gd name="T106" fmla="*/ 56 w 57"/>
              <a:gd name="T107" fmla="*/ 26 h 58"/>
              <a:gd name="T108" fmla="*/ 54 w 57"/>
              <a:gd name="T109" fmla="*/ 19 h 58"/>
              <a:gd name="T110" fmla="*/ 52 w 57"/>
              <a:gd name="T111" fmla="*/ 16 h 58"/>
              <a:gd name="T112" fmla="*/ 55 w 57"/>
              <a:gd name="T113" fmla="*/ 20 h 58"/>
              <a:gd name="T114" fmla="*/ 39 w 57"/>
              <a:gd name="T115" fmla="*/ 5 h 58"/>
              <a:gd name="T116" fmla="*/ 37 w 57"/>
              <a:gd name="T117" fmla="*/ 3 h 58"/>
              <a:gd name="T118" fmla="*/ 38 w 57"/>
              <a:gd name="T119" fmla="*/ 5 h 58"/>
              <a:gd name="T120" fmla="*/ 36 w 57"/>
              <a:gd name="T121" fmla="*/ 2 h 58"/>
              <a:gd name="T122" fmla="*/ 54 w 57"/>
              <a:gd name="T123" fmla="*/ 4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7" h="58">
                <a:moveTo>
                  <a:pt x="3" y="17"/>
                </a:moveTo>
                <a:cubicBezTo>
                  <a:pt x="3" y="17"/>
                  <a:pt x="3" y="17"/>
                  <a:pt x="3" y="17"/>
                </a:cubicBezTo>
                <a:cubicBezTo>
                  <a:pt x="3" y="17"/>
                  <a:pt x="2" y="17"/>
                  <a:pt x="2" y="17"/>
                </a:cubicBezTo>
                <a:cubicBezTo>
                  <a:pt x="3" y="17"/>
                  <a:pt x="3" y="17"/>
                  <a:pt x="3" y="17"/>
                </a:cubicBezTo>
                <a:cubicBezTo>
                  <a:pt x="3" y="17"/>
                  <a:pt x="3" y="17"/>
                  <a:pt x="3" y="17"/>
                </a:cubicBezTo>
                <a:cubicBezTo>
                  <a:pt x="3" y="17"/>
                  <a:pt x="3" y="17"/>
                  <a:pt x="3" y="17"/>
                </a:cubicBezTo>
                <a:close/>
                <a:moveTo>
                  <a:pt x="2" y="17"/>
                </a:moveTo>
                <a:cubicBezTo>
                  <a:pt x="2" y="17"/>
                  <a:pt x="2" y="17"/>
                  <a:pt x="2" y="17"/>
                </a:cubicBezTo>
                <a:cubicBezTo>
                  <a:pt x="2" y="17"/>
                  <a:pt x="2" y="17"/>
                  <a:pt x="2" y="17"/>
                </a:cubicBezTo>
                <a:cubicBezTo>
                  <a:pt x="2" y="17"/>
                  <a:pt x="2" y="17"/>
                  <a:pt x="2" y="17"/>
                </a:cubicBezTo>
                <a:cubicBezTo>
                  <a:pt x="2" y="17"/>
                  <a:pt x="2" y="17"/>
                  <a:pt x="2" y="17"/>
                </a:cubicBezTo>
                <a:cubicBezTo>
                  <a:pt x="2" y="17"/>
                  <a:pt x="2" y="17"/>
                  <a:pt x="2" y="17"/>
                </a:cubicBezTo>
                <a:close/>
                <a:moveTo>
                  <a:pt x="43" y="9"/>
                </a:move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2" y="9"/>
                  <a:pt x="42" y="9"/>
                  <a:pt x="42" y="9"/>
                </a:cubicBezTo>
                <a:cubicBezTo>
                  <a:pt x="42" y="8"/>
                  <a:pt x="42" y="8"/>
                  <a:pt x="42" y="8"/>
                </a:cubicBezTo>
                <a:cubicBezTo>
                  <a:pt x="42" y="8"/>
                  <a:pt x="42" y="8"/>
                  <a:pt x="42" y="8"/>
                </a:cubicBezTo>
                <a:cubicBezTo>
                  <a:pt x="42" y="8"/>
                  <a:pt x="42" y="8"/>
                  <a:pt x="42" y="8"/>
                </a:cubicBezTo>
                <a:cubicBezTo>
                  <a:pt x="42" y="8"/>
                  <a:pt x="42" y="8"/>
                  <a:pt x="42" y="8"/>
                </a:cubicBezTo>
                <a:cubicBezTo>
                  <a:pt x="42" y="8"/>
                  <a:pt x="42" y="8"/>
                  <a:pt x="42" y="8"/>
                </a:cubicBezTo>
                <a:cubicBezTo>
                  <a:pt x="42" y="9"/>
                  <a:pt x="42"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lose/>
                <a:moveTo>
                  <a:pt x="55" y="19"/>
                </a:moveTo>
                <a:cubicBezTo>
                  <a:pt x="56" y="22"/>
                  <a:pt x="57" y="25"/>
                  <a:pt x="57" y="29"/>
                </a:cubicBezTo>
                <a:cubicBezTo>
                  <a:pt x="57" y="45"/>
                  <a:pt x="44" y="58"/>
                  <a:pt x="28" y="58"/>
                </a:cubicBezTo>
                <a:cubicBezTo>
                  <a:pt x="13" y="58"/>
                  <a:pt x="0" y="45"/>
                  <a:pt x="0" y="29"/>
                </a:cubicBezTo>
                <a:cubicBezTo>
                  <a:pt x="0" y="25"/>
                  <a:pt x="1" y="21"/>
                  <a:pt x="2" y="18"/>
                </a:cubicBezTo>
                <a:cubicBezTo>
                  <a:pt x="2" y="21"/>
                  <a:pt x="2" y="21"/>
                  <a:pt x="2" y="21"/>
                </a:cubicBezTo>
                <a:cubicBezTo>
                  <a:pt x="2" y="21"/>
                  <a:pt x="2" y="21"/>
                  <a:pt x="2" y="21"/>
                </a:cubicBezTo>
                <a:cubicBezTo>
                  <a:pt x="2" y="21"/>
                  <a:pt x="2" y="21"/>
                  <a:pt x="2" y="21"/>
                </a:cubicBezTo>
                <a:cubicBezTo>
                  <a:pt x="2" y="21"/>
                  <a:pt x="2" y="21"/>
                  <a:pt x="2" y="21"/>
                </a:cubicBezTo>
                <a:cubicBezTo>
                  <a:pt x="2" y="21"/>
                  <a:pt x="2" y="21"/>
                  <a:pt x="3" y="21"/>
                </a:cubicBezTo>
                <a:cubicBezTo>
                  <a:pt x="3" y="21"/>
                  <a:pt x="3" y="21"/>
                  <a:pt x="3" y="21"/>
                </a:cubicBezTo>
                <a:cubicBezTo>
                  <a:pt x="3" y="21"/>
                  <a:pt x="3" y="21"/>
                  <a:pt x="3" y="21"/>
                </a:cubicBezTo>
                <a:cubicBezTo>
                  <a:pt x="3" y="21"/>
                  <a:pt x="3" y="21"/>
                  <a:pt x="3" y="21"/>
                </a:cubicBezTo>
                <a:cubicBezTo>
                  <a:pt x="3" y="22"/>
                  <a:pt x="3" y="22"/>
                  <a:pt x="3" y="22"/>
                </a:cubicBezTo>
                <a:cubicBezTo>
                  <a:pt x="3" y="22"/>
                  <a:pt x="3" y="22"/>
                  <a:pt x="3" y="22"/>
                </a:cubicBezTo>
                <a:cubicBezTo>
                  <a:pt x="3" y="22"/>
                  <a:pt x="3" y="22"/>
                  <a:pt x="3" y="22"/>
                </a:cubicBezTo>
                <a:cubicBezTo>
                  <a:pt x="3" y="22"/>
                  <a:pt x="3" y="22"/>
                  <a:pt x="3" y="22"/>
                </a:cubicBezTo>
                <a:cubicBezTo>
                  <a:pt x="3" y="22"/>
                  <a:pt x="4" y="22"/>
                  <a:pt x="4" y="22"/>
                </a:cubicBezTo>
                <a:cubicBezTo>
                  <a:pt x="4" y="22"/>
                  <a:pt x="4" y="22"/>
                  <a:pt x="4" y="22"/>
                </a:cubicBezTo>
                <a:cubicBezTo>
                  <a:pt x="4" y="22"/>
                  <a:pt x="4" y="22"/>
                  <a:pt x="4" y="22"/>
                </a:cubicBezTo>
                <a:cubicBezTo>
                  <a:pt x="4" y="22"/>
                  <a:pt x="4" y="22"/>
                  <a:pt x="4" y="22"/>
                </a:cubicBezTo>
                <a:cubicBezTo>
                  <a:pt x="4" y="22"/>
                  <a:pt x="4" y="22"/>
                  <a:pt x="4" y="22"/>
                </a:cubicBezTo>
                <a:cubicBezTo>
                  <a:pt x="4" y="22"/>
                  <a:pt x="4" y="22"/>
                  <a:pt x="4" y="22"/>
                </a:cubicBezTo>
                <a:cubicBezTo>
                  <a:pt x="4" y="22"/>
                  <a:pt x="4" y="22"/>
                  <a:pt x="4" y="22"/>
                </a:cubicBezTo>
                <a:cubicBezTo>
                  <a:pt x="4" y="23"/>
                  <a:pt x="4" y="23"/>
                  <a:pt x="4" y="23"/>
                </a:cubicBezTo>
                <a:cubicBezTo>
                  <a:pt x="4" y="23"/>
                  <a:pt x="4" y="23"/>
                  <a:pt x="4" y="23"/>
                </a:cubicBezTo>
                <a:cubicBezTo>
                  <a:pt x="4" y="23"/>
                  <a:pt x="4" y="23"/>
                  <a:pt x="4" y="23"/>
                </a:cubicBezTo>
                <a:cubicBezTo>
                  <a:pt x="4" y="23"/>
                  <a:pt x="4" y="23"/>
                  <a:pt x="4" y="23"/>
                </a:cubicBezTo>
                <a:cubicBezTo>
                  <a:pt x="4" y="23"/>
                  <a:pt x="4" y="23"/>
                  <a:pt x="4" y="23"/>
                </a:cubicBezTo>
                <a:cubicBezTo>
                  <a:pt x="5" y="23"/>
                  <a:pt x="5" y="23"/>
                  <a:pt x="5" y="23"/>
                </a:cubicBezTo>
                <a:cubicBezTo>
                  <a:pt x="5" y="23"/>
                  <a:pt x="5" y="23"/>
                  <a:pt x="5" y="23"/>
                </a:cubicBezTo>
                <a:cubicBezTo>
                  <a:pt x="5" y="23"/>
                  <a:pt x="5" y="23"/>
                  <a:pt x="5" y="23"/>
                </a:cubicBezTo>
                <a:cubicBezTo>
                  <a:pt x="5" y="23"/>
                  <a:pt x="5" y="23"/>
                  <a:pt x="5" y="23"/>
                </a:cubicBezTo>
                <a:cubicBezTo>
                  <a:pt x="5" y="23"/>
                  <a:pt x="5" y="23"/>
                  <a:pt x="5" y="23"/>
                </a:cubicBezTo>
                <a:cubicBezTo>
                  <a:pt x="5" y="23"/>
                  <a:pt x="5" y="24"/>
                  <a:pt x="5" y="24"/>
                </a:cubicBezTo>
                <a:cubicBezTo>
                  <a:pt x="5" y="24"/>
                  <a:pt x="5" y="24"/>
                  <a:pt x="5" y="24"/>
                </a:cubicBezTo>
                <a:cubicBezTo>
                  <a:pt x="5" y="24"/>
                  <a:pt x="5" y="24"/>
                  <a:pt x="5" y="24"/>
                </a:cubicBezTo>
                <a:cubicBezTo>
                  <a:pt x="5" y="24"/>
                  <a:pt x="5" y="24"/>
                  <a:pt x="5" y="24"/>
                </a:cubicBezTo>
                <a:cubicBezTo>
                  <a:pt x="5" y="24"/>
                  <a:pt x="5" y="24"/>
                  <a:pt x="5" y="24"/>
                </a:cubicBezTo>
                <a:cubicBezTo>
                  <a:pt x="5" y="24"/>
                  <a:pt x="5" y="24"/>
                  <a:pt x="5" y="24"/>
                </a:cubicBezTo>
                <a:cubicBezTo>
                  <a:pt x="5" y="24"/>
                  <a:pt x="5" y="24"/>
                  <a:pt x="5" y="25"/>
                </a:cubicBezTo>
                <a:cubicBezTo>
                  <a:pt x="5" y="25"/>
                  <a:pt x="5" y="25"/>
                  <a:pt x="5" y="25"/>
                </a:cubicBezTo>
                <a:cubicBezTo>
                  <a:pt x="5" y="25"/>
                  <a:pt x="5" y="25"/>
                  <a:pt x="5" y="25"/>
                </a:cubicBezTo>
                <a:cubicBezTo>
                  <a:pt x="5" y="25"/>
                  <a:pt x="5" y="25"/>
                  <a:pt x="5" y="25"/>
                </a:cubicBezTo>
                <a:cubicBezTo>
                  <a:pt x="5" y="25"/>
                  <a:pt x="5" y="25"/>
                  <a:pt x="5" y="25"/>
                </a:cubicBezTo>
                <a:cubicBezTo>
                  <a:pt x="5" y="25"/>
                  <a:pt x="5" y="25"/>
                  <a:pt x="5" y="25"/>
                </a:cubicBezTo>
                <a:cubicBezTo>
                  <a:pt x="5" y="25"/>
                  <a:pt x="5" y="25"/>
                  <a:pt x="5" y="25"/>
                </a:cubicBezTo>
                <a:cubicBezTo>
                  <a:pt x="5" y="25"/>
                  <a:pt x="5" y="25"/>
                  <a:pt x="5" y="25"/>
                </a:cubicBezTo>
                <a:cubicBezTo>
                  <a:pt x="6" y="25"/>
                  <a:pt x="6" y="25"/>
                  <a:pt x="6" y="25"/>
                </a:cubicBezTo>
                <a:cubicBezTo>
                  <a:pt x="6" y="25"/>
                  <a:pt x="6" y="25"/>
                  <a:pt x="6" y="25"/>
                </a:cubicBezTo>
                <a:cubicBezTo>
                  <a:pt x="6" y="25"/>
                  <a:pt x="6" y="25"/>
                  <a:pt x="6" y="25"/>
                </a:cubicBezTo>
                <a:cubicBezTo>
                  <a:pt x="6" y="25"/>
                  <a:pt x="6" y="25"/>
                  <a:pt x="6" y="25"/>
                </a:cubicBezTo>
                <a:cubicBezTo>
                  <a:pt x="6" y="25"/>
                  <a:pt x="6" y="25"/>
                  <a:pt x="6" y="25"/>
                </a:cubicBezTo>
                <a:cubicBezTo>
                  <a:pt x="6" y="26"/>
                  <a:pt x="7" y="26"/>
                  <a:pt x="7" y="26"/>
                </a:cubicBezTo>
                <a:cubicBezTo>
                  <a:pt x="7" y="26"/>
                  <a:pt x="7" y="26"/>
                  <a:pt x="7" y="26"/>
                </a:cubicBezTo>
                <a:cubicBezTo>
                  <a:pt x="7" y="26"/>
                  <a:pt x="7" y="26"/>
                  <a:pt x="7" y="26"/>
                </a:cubicBezTo>
                <a:cubicBezTo>
                  <a:pt x="7" y="26"/>
                  <a:pt x="7" y="26"/>
                  <a:pt x="7" y="26"/>
                </a:cubicBezTo>
                <a:cubicBezTo>
                  <a:pt x="7" y="27"/>
                  <a:pt x="7" y="27"/>
                  <a:pt x="7" y="27"/>
                </a:cubicBezTo>
                <a:cubicBezTo>
                  <a:pt x="7" y="26"/>
                  <a:pt x="7" y="26"/>
                  <a:pt x="7" y="26"/>
                </a:cubicBezTo>
                <a:cubicBezTo>
                  <a:pt x="7" y="26"/>
                  <a:pt x="7" y="27"/>
                  <a:pt x="7" y="27"/>
                </a:cubicBezTo>
                <a:cubicBezTo>
                  <a:pt x="7" y="27"/>
                  <a:pt x="7" y="27"/>
                  <a:pt x="7" y="27"/>
                </a:cubicBezTo>
                <a:cubicBezTo>
                  <a:pt x="7" y="27"/>
                  <a:pt x="7" y="27"/>
                  <a:pt x="7" y="27"/>
                </a:cubicBezTo>
                <a:cubicBezTo>
                  <a:pt x="7" y="28"/>
                  <a:pt x="7" y="28"/>
                  <a:pt x="7" y="28"/>
                </a:cubicBezTo>
                <a:cubicBezTo>
                  <a:pt x="7" y="28"/>
                  <a:pt x="7" y="28"/>
                  <a:pt x="7" y="28"/>
                </a:cubicBezTo>
                <a:cubicBezTo>
                  <a:pt x="7" y="28"/>
                  <a:pt x="7" y="28"/>
                  <a:pt x="7" y="28"/>
                </a:cubicBezTo>
                <a:cubicBezTo>
                  <a:pt x="6" y="28"/>
                  <a:pt x="6" y="28"/>
                  <a:pt x="6" y="28"/>
                </a:cubicBezTo>
                <a:cubicBezTo>
                  <a:pt x="6" y="28"/>
                  <a:pt x="6" y="28"/>
                  <a:pt x="6" y="28"/>
                </a:cubicBezTo>
                <a:cubicBezTo>
                  <a:pt x="6" y="28"/>
                  <a:pt x="6" y="28"/>
                  <a:pt x="6" y="29"/>
                </a:cubicBezTo>
                <a:cubicBezTo>
                  <a:pt x="6" y="29"/>
                  <a:pt x="6" y="29"/>
                  <a:pt x="6" y="29"/>
                </a:cubicBezTo>
                <a:cubicBezTo>
                  <a:pt x="6" y="29"/>
                  <a:pt x="6" y="29"/>
                  <a:pt x="6" y="29"/>
                </a:cubicBezTo>
                <a:cubicBezTo>
                  <a:pt x="6" y="29"/>
                  <a:pt x="6" y="29"/>
                  <a:pt x="6" y="29"/>
                </a:cubicBezTo>
                <a:cubicBezTo>
                  <a:pt x="6" y="29"/>
                  <a:pt x="6" y="29"/>
                  <a:pt x="6" y="29"/>
                </a:cubicBezTo>
                <a:cubicBezTo>
                  <a:pt x="6" y="29"/>
                  <a:pt x="6" y="29"/>
                  <a:pt x="6" y="29"/>
                </a:cubicBezTo>
                <a:cubicBezTo>
                  <a:pt x="6" y="30"/>
                  <a:pt x="6" y="30"/>
                  <a:pt x="6" y="30"/>
                </a:cubicBezTo>
                <a:cubicBezTo>
                  <a:pt x="6" y="30"/>
                  <a:pt x="6" y="30"/>
                  <a:pt x="6" y="30"/>
                </a:cubicBezTo>
                <a:cubicBezTo>
                  <a:pt x="6" y="30"/>
                  <a:pt x="6" y="30"/>
                  <a:pt x="6" y="30"/>
                </a:cubicBezTo>
                <a:cubicBezTo>
                  <a:pt x="6" y="30"/>
                  <a:pt x="6" y="30"/>
                  <a:pt x="6" y="30"/>
                </a:cubicBezTo>
                <a:cubicBezTo>
                  <a:pt x="6" y="30"/>
                  <a:pt x="6" y="30"/>
                  <a:pt x="6" y="30"/>
                </a:cubicBezTo>
                <a:cubicBezTo>
                  <a:pt x="6" y="30"/>
                  <a:pt x="6" y="30"/>
                  <a:pt x="6" y="30"/>
                </a:cubicBezTo>
                <a:cubicBezTo>
                  <a:pt x="6" y="30"/>
                  <a:pt x="6" y="30"/>
                  <a:pt x="6" y="31"/>
                </a:cubicBezTo>
                <a:cubicBezTo>
                  <a:pt x="6" y="31"/>
                  <a:pt x="6" y="31"/>
                  <a:pt x="6" y="31"/>
                </a:cubicBezTo>
                <a:cubicBezTo>
                  <a:pt x="6" y="31"/>
                  <a:pt x="6" y="31"/>
                  <a:pt x="6" y="31"/>
                </a:cubicBezTo>
                <a:cubicBezTo>
                  <a:pt x="6" y="31"/>
                  <a:pt x="6" y="31"/>
                  <a:pt x="6" y="31"/>
                </a:cubicBezTo>
                <a:cubicBezTo>
                  <a:pt x="6" y="31"/>
                  <a:pt x="6" y="31"/>
                  <a:pt x="6" y="31"/>
                </a:cubicBezTo>
                <a:cubicBezTo>
                  <a:pt x="6" y="32"/>
                  <a:pt x="6" y="32"/>
                  <a:pt x="6" y="32"/>
                </a:cubicBezTo>
                <a:cubicBezTo>
                  <a:pt x="6" y="32"/>
                  <a:pt x="6" y="32"/>
                  <a:pt x="6" y="32"/>
                </a:cubicBezTo>
                <a:cubicBezTo>
                  <a:pt x="6" y="32"/>
                  <a:pt x="6" y="32"/>
                  <a:pt x="6" y="32"/>
                </a:cubicBezTo>
                <a:cubicBezTo>
                  <a:pt x="6" y="32"/>
                  <a:pt x="6" y="32"/>
                  <a:pt x="6" y="32"/>
                </a:cubicBezTo>
                <a:cubicBezTo>
                  <a:pt x="6" y="32"/>
                  <a:pt x="6" y="33"/>
                  <a:pt x="6" y="33"/>
                </a:cubicBezTo>
                <a:cubicBezTo>
                  <a:pt x="7" y="33"/>
                  <a:pt x="7" y="33"/>
                  <a:pt x="7" y="33"/>
                </a:cubicBezTo>
                <a:cubicBezTo>
                  <a:pt x="7" y="33"/>
                  <a:pt x="7" y="33"/>
                  <a:pt x="7" y="33"/>
                </a:cubicBezTo>
                <a:cubicBezTo>
                  <a:pt x="7" y="33"/>
                  <a:pt x="7" y="34"/>
                  <a:pt x="7" y="34"/>
                </a:cubicBezTo>
                <a:cubicBezTo>
                  <a:pt x="7" y="34"/>
                  <a:pt x="7" y="34"/>
                  <a:pt x="7" y="34"/>
                </a:cubicBezTo>
                <a:cubicBezTo>
                  <a:pt x="7" y="34"/>
                  <a:pt x="7" y="34"/>
                  <a:pt x="7" y="34"/>
                </a:cubicBezTo>
                <a:cubicBezTo>
                  <a:pt x="7" y="34"/>
                  <a:pt x="7" y="34"/>
                  <a:pt x="7" y="34"/>
                </a:cubicBezTo>
                <a:cubicBezTo>
                  <a:pt x="7" y="34"/>
                  <a:pt x="7" y="34"/>
                  <a:pt x="7" y="34"/>
                </a:cubicBezTo>
                <a:cubicBezTo>
                  <a:pt x="7" y="34"/>
                  <a:pt x="7" y="34"/>
                  <a:pt x="7" y="34"/>
                </a:cubicBezTo>
                <a:cubicBezTo>
                  <a:pt x="7" y="34"/>
                  <a:pt x="7" y="34"/>
                  <a:pt x="7" y="34"/>
                </a:cubicBezTo>
                <a:cubicBezTo>
                  <a:pt x="7" y="34"/>
                  <a:pt x="7" y="34"/>
                  <a:pt x="7" y="34"/>
                </a:cubicBezTo>
                <a:cubicBezTo>
                  <a:pt x="7" y="34"/>
                  <a:pt x="7" y="34"/>
                  <a:pt x="7" y="34"/>
                </a:cubicBezTo>
                <a:cubicBezTo>
                  <a:pt x="7" y="34"/>
                  <a:pt x="7" y="34"/>
                  <a:pt x="7" y="34"/>
                </a:cubicBezTo>
                <a:cubicBezTo>
                  <a:pt x="7" y="34"/>
                  <a:pt x="7" y="34"/>
                  <a:pt x="7" y="34"/>
                </a:cubicBezTo>
                <a:cubicBezTo>
                  <a:pt x="7" y="35"/>
                  <a:pt x="7" y="35"/>
                  <a:pt x="7" y="35"/>
                </a:cubicBezTo>
                <a:cubicBezTo>
                  <a:pt x="7" y="35"/>
                  <a:pt x="7" y="35"/>
                  <a:pt x="7" y="35"/>
                </a:cubicBezTo>
                <a:cubicBezTo>
                  <a:pt x="7" y="35"/>
                  <a:pt x="7" y="35"/>
                  <a:pt x="7" y="35"/>
                </a:cubicBezTo>
                <a:cubicBezTo>
                  <a:pt x="8" y="35"/>
                  <a:pt x="8" y="35"/>
                  <a:pt x="8" y="35"/>
                </a:cubicBezTo>
                <a:cubicBezTo>
                  <a:pt x="8" y="35"/>
                  <a:pt x="8" y="35"/>
                  <a:pt x="8" y="35"/>
                </a:cubicBezTo>
                <a:cubicBezTo>
                  <a:pt x="8" y="35"/>
                  <a:pt x="8" y="35"/>
                  <a:pt x="8" y="35"/>
                </a:cubicBezTo>
                <a:cubicBezTo>
                  <a:pt x="8" y="35"/>
                  <a:pt x="8" y="35"/>
                  <a:pt x="8" y="36"/>
                </a:cubicBezTo>
                <a:cubicBezTo>
                  <a:pt x="8" y="36"/>
                  <a:pt x="8" y="36"/>
                  <a:pt x="8" y="36"/>
                </a:cubicBezTo>
                <a:cubicBezTo>
                  <a:pt x="8" y="36"/>
                  <a:pt x="8" y="36"/>
                  <a:pt x="8" y="36"/>
                </a:cubicBezTo>
                <a:cubicBezTo>
                  <a:pt x="8" y="36"/>
                  <a:pt x="8" y="36"/>
                  <a:pt x="8" y="36"/>
                </a:cubicBezTo>
                <a:cubicBezTo>
                  <a:pt x="8" y="36"/>
                  <a:pt x="8" y="36"/>
                  <a:pt x="8" y="36"/>
                </a:cubicBezTo>
                <a:cubicBezTo>
                  <a:pt x="8" y="37"/>
                  <a:pt x="8" y="37"/>
                  <a:pt x="8" y="37"/>
                </a:cubicBezTo>
                <a:cubicBezTo>
                  <a:pt x="8" y="37"/>
                  <a:pt x="8" y="37"/>
                  <a:pt x="8" y="37"/>
                </a:cubicBezTo>
                <a:cubicBezTo>
                  <a:pt x="8" y="37"/>
                  <a:pt x="8" y="37"/>
                  <a:pt x="8" y="37"/>
                </a:cubicBezTo>
                <a:cubicBezTo>
                  <a:pt x="8" y="37"/>
                  <a:pt x="8" y="37"/>
                  <a:pt x="8" y="37"/>
                </a:cubicBezTo>
                <a:cubicBezTo>
                  <a:pt x="8" y="37"/>
                  <a:pt x="8" y="37"/>
                  <a:pt x="8" y="37"/>
                </a:cubicBezTo>
                <a:cubicBezTo>
                  <a:pt x="8" y="37"/>
                  <a:pt x="8" y="37"/>
                  <a:pt x="8" y="37"/>
                </a:cubicBezTo>
                <a:cubicBezTo>
                  <a:pt x="8" y="37"/>
                  <a:pt x="8" y="37"/>
                  <a:pt x="8" y="37"/>
                </a:cubicBezTo>
                <a:cubicBezTo>
                  <a:pt x="9" y="37"/>
                  <a:pt x="9" y="38"/>
                  <a:pt x="9" y="38"/>
                </a:cubicBezTo>
                <a:cubicBezTo>
                  <a:pt x="8" y="38"/>
                  <a:pt x="8" y="38"/>
                  <a:pt x="8" y="38"/>
                </a:cubicBezTo>
                <a:cubicBezTo>
                  <a:pt x="9" y="38"/>
                  <a:pt x="9" y="38"/>
                  <a:pt x="9" y="38"/>
                </a:cubicBezTo>
                <a:cubicBezTo>
                  <a:pt x="9" y="38"/>
                  <a:pt x="10" y="38"/>
                  <a:pt x="10" y="38"/>
                </a:cubicBezTo>
                <a:cubicBezTo>
                  <a:pt x="10" y="38"/>
                  <a:pt x="10" y="38"/>
                  <a:pt x="10" y="38"/>
                </a:cubicBezTo>
                <a:cubicBezTo>
                  <a:pt x="10" y="38"/>
                  <a:pt x="10" y="38"/>
                  <a:pt x="10" y="38"/>
                </a:cubicBezTo>
                <a:cubicBezTo>
                  <a:pt x="10" y="38"/>
                  <a:pt x="10" y="38"/>
                  <a:pt x="10" y="38"/>
                </a:cubicBezTo>
                <a:cubicBezTo>
                  <a:pt x="10" y="39"/>
                  <a:pt x="10" y="39"/>
                  <a:pt x="10" y="39"/>
                </a:cubicBezTo>
                <a:cubicBezTo>
                  <a:pt x="10" y="39"/>
                  <a:pt x="10" y="39"/>
                  <a:pt x="10" y="39"/>
                </a:cubicBezTo>
                <a:cubicBezTo>
                  <a:pt x="10" y="39"/>
                  <a:pt x="10" y="39"/>
                  <a:pt x="10" y="39"/>
                </a:cubicBezTo>
                <a:cubicBezTo>
                  <a:pt x="10" y="39"/>
                  <a:pt x="10" y="39"/>
                  <a:pt x="10" y="39"/>
                </a:cubicBezTo>
                <a:cubicBezTo>
                  <a:pt x="10" y="39"/>
                  <a:pt x="10" y="39"/>
                  <a:pt x="10" y="39"/>
                </a:cubicBezTo>
                <a:cubicBezTo>
                  <a:pt x="10" y="39"/>
                  <a:pt x="10" y="39"/>
                  <a:pt x="10" y="39"/>
                </a:cubicBezTo>
                <a:cubicBezTo>
                  <a:pt x="10" y="39"/>
                  <a:pt x="10" y="39"/>
                  <a:pt x="10" y="39"/>
                </a:cubicBezTo>
                <a:cubicBezTo>
                  <a:pt x="10" y="39"/>
                  <a:pt x="10" y="39"/>
                  <a:pt x="11" y="39"/>
                </a:cubicBezTo>
                <a:cubicBezTo>
                  <a:pt x="11" y="39"/>
                  <a:pt x="11" y="39"/>
                  <a:pt x="11" y="39"/>
                </a:cubicBezTo>
                <a:cubicBezTo>
                  <a:pt x="11" y="39"/>
                  <a:pt x="11" y="39"/>
                  <a:pt x="11" y="39"/>
                </a:cubicBezTo>
                <a:cubicBezTo>
                  <a:pt x="11" y="39"/>
                  <a:pt x="11" y="39"/>
                  <a:pt x="11" y="39"/>
                </a:cubicBezTo>
                <a:cubicBezTo>
                  <a:pt x="11" y="39"/>
                  <a:pt x="11" y="39"/>
                  <a:pt x="11" y="39"/>
                </a:cubicBezTo>
                <a:cubicBezTo>
                  <a:pt x="11" y="39"/>
                  <a:pt x="11" y="39"/>
                  <a:pt x="11" y="39"/>
                </a:cubicBezTo>
                <a:cubicBezTo>
                  <a:pt x="11" y="39"/>
                  <a:pt x="11" y="39"/>
                  <a:pt x="11" y="39"/>
                </a:cubicBezTo>
                <a:cubicBezTo>
                  <a:pt x="11" y="39"/>
                  <a:pt x="11" y="39"/>
                  <a:pt x="11" y="39"/>
                </a:cubicBezTo>
                <a:cubicBezTo>
                  <a:pt x="11" y="39"/>
                  <a:pt x="11" y="40"/>
                  <a:pt x="11" y="40"/>
                </a:cubicBezTo>
                <a:cubicBezTo>
                  <a:pt x="11" y="40"/>
                  <a:pt x="11" y="40"/>
                  <a:pt x="11" y="40"/>
                </a:cubicBezTo>
                <a:cubicBezTo>
                  <a:pt x="11" y="40"/>
                  <a:pt x="11" y="40"/>
                  <a:pt x="11" y="40"/>
                </a:cubicBezTo>
                <a:cubicBezTo>
                  <a:pt x="11" y="40"/>
                  <a:pt x="11" y="40"/>
                  <a:pt x="11" y="40"/>
                </a:cubicBezTo>
                <a:cubicBezTo>
                  <a:pt x="11" y="40"/>
                  <a:pt x="11" y="40"/>
                  <a:pt x="11" y="40"/>
                </a:cubicBezTo>
                <a:cubicBezTo>
                  <a:pt x="11" y="40"/>
                  <a:pt x="11" y="40"/>
                  <a:pt x="11" y="41"/>
                </a:cubicBezTo>
                <a:cubicBezTo>
                  <a:pt x="11" y="41"/>
                  <a:pt x="11" y="41"/>
                  <a:pt x="11" y="41"/>
                </a:cubicBezTo>
                <a:cubicBezTo>
                  <a:pt x="11" y="41"/>
                  <a:pt x="11" y="41"/>
                  <a:pt x="11" y="41"/>
                </a:cubicBezTo>
                <a:cubicBezTo>
                  <a:pt x="11" y="41"/>
                  <a:pt x="11" y="41"/>
                  <a:pt x="11" y="41"/>
                </a:cubicBezTo>
                <a:cubicBezTo>
                  <a:pt x="11" y="41"/>
                  <a:pt x="11" y="41"/>
                  <a:pt x="11" y="41"/>
                </a:cubicBezTo>
                <a:cubicBezTo>
                  <a:pt x="11" y="41"/>
                  <a:pt x="11" y="41"/>
                  <a:pt x="11" y="41"/>
                </a:cubicBezTo>
                <a:cubicBezTo>
                  <a:pt x="11" y="41"/>
                  <a:pt x="11" y="41"/>
                  <a:pt x="11" y="41"/>
                </a:cubicBezTo>
                <a:cubicBezTo>
                  <a:pt x="11" y="41"/>
                  <a:pt x="11" y="41"/>
                  <a:pt x="11" y="41"/>
                </a:cubicBezTo>
                <a:cubicBezTo>
                  <a:pt x="11" y="41"/>
                  <a:pt x="11" y="41"/>
                  <a:pt x="11" y="41"/>
                </a:cubicBezTo>
                <a:cubicBezTo>
                  <a:pt x="11" y="41"/>
                  <a:pt x="11" y="41"/>
                  <a:pt x="11" y="41"/>
                </a:cubicBezTo>
                <a:cubicBezTo>
                  <a:pt x="11" y="41"/>
                  <a:pt x="11" y="41"/>
                  <a:pt x="11" y="41"/>
                </a:cubicBezTo>
                <a:cubicBezTo>
                  <a:pt x="12" y="41"/>
                  <a:pt x="12" y="41"/>
                  <a:pt x="12" y="41"/>
                </a:cubicBezTo>
                <a:cubicBezTo>
                  <a:pt x="12" y="41"/>
                  <a:pt x="12" y="42"/>
                  <a:pt x="12" y="42"/>
                </a:cubicBezTo>
                <a:cubicBezTo>
                  <a:pt x="12" y="42"/>
                  <a:pt x="12" y="42"/>
                  <a:pt x="12" y="42"/>
                </a:cubicBezTo>
                <a:cubicBezTo>
                  <a:pt x="12" y="42"/>
                  <a:pt x="12" y="42"/>
                  <a:pt x="12" y="42"/>
                </a:cubicBezTo>
                <a:cubicBezTo>
                  <a:pt x="12" y="44"/>
                  <a:pt x="12" y="44"/>
                  <a:pt x="12" y="44"/>
                </a:cubicBezTo>
                <a:cubicBezTo>
                  <a:pt x="12" y="44"/>
                  <a:pt x="12" y="44"/>
                  <a:pt x="12" y="44"/>
                </a:cubicBezTo>
                <a:cubicBezTo>
                  <a:pt x="12" y="44"/>
                  <a:pt x="12" y="44"/>
                  <a:pt x="12" y="44"/>
                </a:cubicBezTo>
                <a:cubicBezTo>
                  <a:pt x="12" y="44"/>
                  <a:pt x="12" y="44"/>
                  <a:pt x="12" y="44"/>
                </a:cubicBezTo>
                <a:cubicBezTo>
                  <a:pt x="12" y="44"/>
                  <a:pt x="12" y="45"/>
                  <a:pt x="12" y="45"/>
                </a:cubicBezTo>
                <a:cubicBezTo>
                  <a:pt x="12" y="45"/>
                  <a:pt x="12" y="45"/>
                  <a:pt x="12" y="45"/>
                </a:cubicBezTo>
                <a:cubicBezTo>
                  <a:pt x="12" y="45"/>
                  <a:pt x="12" y="45"/>
                  <a:pt x="12" y="45"/>
                </a:cubicBezTo>
                <a:cubicBezTo>
                  <a:pt x="12" y="45"/>
                  <a:pt x="12" y="45"/>
                  <a:pt x="12" y="45"/>
                </a:cubicBezTo>
                <a:cubicBezTo>
                  <a:pt x="12" y="45"/>
                  <a:pt x="12" y="45"/>
                  <a:pt x="12" y="45"/>
                </a:cubicBezTo>
                <a:cubicBezTo>
                  <a:pt x="12" y="45"/>
                  <a:pt x="12" y="45"/>
                  <a:pt x="12" y="45"/>
                </a:cubicBezTo>
                <a:cubicBezTo>
                  <a:pt x="12" y="45"/>
                  <a:pt x="12" y="46"/>
                  <a:pt x="12" y="46"/>
                </a:cubicBezTo>
                <a:cubicBezTo>
                  <a:pt x="12" y="46"/>
                  <a:pt x="12" y="46"/>
                  <a:pt x="12" y="46"/>
                </a:cubicBezTo>
                <a:cubicBezTo>
                  <a:pt x="12" y="46"/>
                  <a:pt x="12" y="46"/>
                  <a:pt x="12" y="46"/>
                </a:cubicBezTo>
                <a:cubicBezTo>
                  <a:pt x="12" y="46"/>
                  <a:pt x="12" y="46"/>
                  <a:pt x="12" y="46"/>
                </a:cubicBezTo>
                <a:cubicBezTo>
                  <a:pt x="12" y="46"/>
                  <a:pt x="12" y="46"/>
                  <a:pt x="12" y="46"/>
                </a:cubicBezTo>
                <a:cubicBezTo>
                  <a:pt x="12" y="46"/>
                  <a:pt x="12" y="46"/>
                  <a:pt x="12" y="46"/>
                </a:cubicBezTo>
                <a:cubicBezTo>
                  <a:pt x="12" y="46"/>
                  <a:pt x="12" y="46"/>
                  <a:pt x="12" y="47"/>
                </a:cubicBezTo>
                <a:cubicBezTo>
                  <a:pt x="12" y="47"/>
                  <a:pt x="12" y="47"/>
                  <a:pt x="12" y="47"/>
                </a:cubicBezTo>
                <a:cubicBezTo>
                  <a:pt x="12" y="47"/>
                  <a:pt x="12" y="47"/>
                  <a:pt x="12" y="47"/>
                </a:cubicBezTo>
                <a:cubicBezTo>
                  <a:pt x="12" y="47"/>
                  <a:pt x="12" y="47"/>
                  <a:pt x="12" y="47"/>
                </a:cubicBezTo>
                <a:cubicBezTo>
                  <a:pt x="12" y="47"/>
                  <a:pt x="12" y="47"/>
                  <a:pt x="12" y="47"/>
                </a:cubicBezTo>
                <a:cubicBezTo>
                  <a:pt x="12" y="48"/>
                  <a:pt x="12" y="48"/>
                  <a:pt x="13" y="48"/>
                </a:cubicBezTo>
                <a:cubicBezTo>
                  <a:pt x="13" y="48"/>
                  <a:pt x="13" y="48"/>
                  <a:pt x="13" y="48"/>
                </a:cubicBezTo>
                <a:cubicBezTo>
                  <a:pt x="13" y="48"/>
                  <a:pt x="13" y="49"/>
                  <a:pt x="13" y="49"/>
                </a:cubicBezTo>
                <a:cubicBezTo>
                  <a:pt x="13" y="49"/>
                  <a:pt x="13" y="49"/>
                  <a:pt x="13" y="49"/>
                </a:cubicBezTo>
                <a:cubicBezTo>
                  <a:pt x="13" y="49"/>
                  <a:pt x="13" y="49"/>
                  <a:pt x="13" y="49"/>
                </a:cubicBezTo>
                <a:cubicBezTo>
                  <a:pt x="13" y="49"/>
                  <a:pt x="13" y="49"/>
                  <a:pt x="13" y="49"/>
                </a:cubicBezTo>
                <a:cubicBezTo>
                  <a:pt x="13" y="49"/>
                  <a:pt x="13" y="49"/>
                  <a:pt x="13" y="49"/>
                </a:cubicBezTo>
                <a:cubicBezTo>
                  <a:pt x="13" y="49"/>
                  <a:pt x="13" y="49"/>
                  <a:pt x="13" y="49"/>
                </a:cubicBezTo>
                <a:cubicBezTo>
                  <a:pt x="13" y="49"/>
                  <a:pt x="13" y="49"/>
                  <a:pt x="13" y="49"/>
                </a:cubicBezTo>
                <a:cubicBezTo>
                  <a:pt x="13" y="49"/>
                  <a:pt x="13" y="49"/>
                  <a:pt x="13" y="49"/>
                </a:cubicBezTo>
                <a:cubicBezTo>
                  <a:pt x="13" y="49"/>
                  <a:pt x="13" y="49"/>
                  <a:pt x="14" y="49"/>
                </a:cubicBezTo>
                <a:cubicBezTo>
                  <a:pt x="14" y="49"/>
                  <a:pt x="14" y="49"/>
                  <a:pt x="14" y="49"/>
                </a:cubicBezTo>
                <a:cubicBezTo>
                  <a:pt x="14" y="50"/>
                  <a:pt x="14" y="50"/>
                  <a:pt x="14" y="50"/>
                </a:cubicBezTo>
                <a:cubicBezTo>
                  <a:pt x="14" y="50"/>
                  <a:pt x="14" y="50"/>
                  <a:pt x="14" y="50"/>
                </a:cubicBezTo>
                <a:cubicBezTo>
                  <a:pt x="14" y="50"/>
                  <a:pt x="14" y="50"/>
                  <a:pt x="14" y="50"/>
                </a:cubicBezTo>
                <a:cubicBezTo>
                  <a:pt x="14" y="50"/>
                  <a:pt x="14" y="50"/>
                  <a:pt x="14" y="50"/>
                </a:cubicBezTo>
                <a:cubicBezTo>
                  <a:pt x="14" y="50"/>
                  <a:pt x="14" y="50"/>
                  <a:pt x="14" y="50"/>
                </a:cubicBezTo>
                <a:cubicBezTo>
                  <a:pt x="15" y="50"/>
                  <a:pt x="15" y="51"/>
                  <a:pt x="15" y="51"/>
                </a:cubicBezTo>
                <a:cubicBezTo>
                  <a:pt x="15" y="51"/>
                  <a:pt x="15" y="51"/>
                  <a:pt x="15" y="51"/>
                </a:cubicBezTo>
                <a:cubicBezTo>
                  <a:pt x="15" y="51"/>
                  <a:pt x="15" y="51"/>
                  <a:pt x="15" y="51"/>
                </a:cubicBezTo>
                <a:cubicBezTo>
                  <a:pt x="15" y="51"/>
                  <a:pt x="15" y="51"/>
                  <a:pt x="15" y="51"/>
                </a:cubicBezTo>
                <a:cubicBezTo>
                  <a:pt x="15" y="51"/>
                  <a:pt x="15" y="51"/>
                  <a:pt x="15" y="51"/>
                </a:cubicBezTo>
                <a:cubicBezTo>
                  <a:pt x="15" y="51"/>
                  <a:pt x="15" y="51"/>
                  <a:pt x="15" y="51"/>
                </a:cubicBezTo>
                <a:cubicBezTo>
                  <a:pt x="15" y="51"/>
                  <a:pt x="15" y="51"/>
                  <a:pt x="15" y="51"/>
                </a:cubicBezTo>
                <a:cubicBezTo>
                  <a:pt x="15" y="51"/>
                  <a:pt x="15" y="51"/>
                  <a:pt x="15" y="51"/>
                </a:cubicBezTo>
                <a:cubicBezTo>
                  <a:pt x="15" y="52"/>
                  <a:pt x="15" y="52"/>
                  <a:pt x="15" y="52"/>
                </a:cubicBezTo>
                <a:cubicBezTo>
                  <a:pt x="15" y="52"/>
                  <a:pt x="15" y="52"/>
                  <a:pt x="15" y="52"/>
                </a:cubicBezTo>
                <a:cubicBezTo>
                  <a:pt x="15" y="52"/>
                  <a:pt x="15" y="52"/>
                  <a:pt x="15" y="52"/>
                </a:cubicBezTo>
                <a:cubicBezTo>
                  <a:pt x="15" y="52"/>
                  <a:pt x="15" y="52"/>
                  <a:pt x="15" y="52"/>
                </a:cubicBezTo>
                <a:cubicBezTo>
                  <a:pt x="16" y="52"/>
                  <a:pt x="16" y="52"/>
                  <a:pt x="16" y="52"/>
                </a:cubicBezTo>
                <a:cubicBezTo>
                  <a:pt x="16" y="52"/>
                  <a:pt x="16" y="52"/>
                  <a:pt x="16" y="52"/>
                </a:cubicBezTo>
                <a:cubicBezTo>
                  <a:pt x="16" y="52"/>
                  <a:pt x="16" y="52"/>
                  <a:pt x="16" y="52"/>
                </a:cubicBezTo>
                <a:cubicBezTo>
                  <a:pt x="16" y="52"/>
                  <a:pt x="16" y="52"/>
                  <a:pt x="16" y="52"/>
                </a:cubicBezTo>
                <a:cubicBezTo>
                  <a:pt x="16" y="52"/>
                  <a:pt x="16" y="52"/>
                  <a:pt x="16" y="52"/>
                </a:cubicBezTo>
                <a:cubicBezTo>
                  <a:pt x="16" y="52"/>
                  <a:pt x="16" y="52"/>
                  <a:pt x="16" y="52"/>
                </a:cubicBezTo>
                <a:cubicBezTo>
                  <a:pt x="16" y="52"/>
                  <a:pt x="16" y="52"/>
                  <a:pt x="16" y="52"/>
                </a:cubicBezTo>
                <a:cubicBezTo>
                  <a:pt x="16" y="52"/>
                  <a:pt x="16" y="52"/>
                  <a:pt x="16" y="52"/>
                </a:cubicBezTo>
                <a:cubicBezTo>
                  <a:pt x="16" y="52"/>
                  <a:pt x="16" y="52"/>
                  <a:pt x="16" y="52"/>
                </a:cubicBezTo>
                <a:cubicBezTo>
                  <a:pt x="16" y="52"/>
                  <a:pt x="16" y="52"/>
                  <a:pt x="16" y="52"/>
                </a:cubicBezTo>
                <a:cubicBezTo>
                  <a:pt x="16" y="53"/>
                  <a:pt x="16" y="53"/>
                  <a:pt x="16" y="53"/>
                </a:cubicBezTo>
                <a:cubicBezTo>
                  <a:pt x="17" y="53"/>
                  <a:pt x="17" y="53"/>
                  <a:pt x="17" y="53"/>
                </a:cubicBezTo>
                <a:cubicBezTo>
                  <a:pt x="17" y="53"/>
                  <a:pt x="17" y="53"/>
                  <a:pt x="17" y="53"/>
                </a:cubicBezTo>
                <a:cubicBezTo>
                  <a:pt x="17" y="53"/>
                  <a:pt x="17" y="53"/>
                  <a:pt x="17" y="53"/>
                </a:cubicBezTo>
                <a:cubicBezTo>
                  <a:pt x="17" y="53"/>
                  <a:pt x="17" y="53"/>
                  <a:pt x="17" y="53"/>
                </a:cubicBezTo>
                <a:cubicBezTo>
                  <a:pt x="17" y="52"/>
                  <a:pt x="17" y="52"/>
                  <a:pt x="17" y="52"/>
                </a:cubicBezTo>
                <a:cubicBezTo>
                  <a:pt x="17" y="52"/>
                  <a:pt x="17" y="52"/>
                  <a:pt x="17" y="52"/>
                </a:cubicBezTo>
                <a:cubicBezTo>
                  <a:pt x="17" y="52"/>
                  <a:pt x="17" y="52"/>
                  <a:pt x="17" y="52"/>
                </a:cubicBezTo>
                <a:cubicBezTo>
                  <a:pt x="17" y="52"/>
                  <a:pt x="17" y="52"/>
                  <a:pt x="17" y="52"/>
                </a:cubicBezTo>
                <a:cubicBezTo>
                  <a:pt x="17" y="52"/>
                  <a:pt x="17" y="52"/>
                  <a:pt x="17" y="52"/>
                </a:cubicBezTo>
                <a:cubicBezTo>
                  <a:pt x="17" y="52"/>
                  <a:pt x="17" y="52"/>
                  <a:pt x="17" y="52"/>
                </a:cubicBezTo>
                <a:cubicBezTo>
                  <a:pt x="17" y="52"/>
                  <a:pt x="17" y="52"/>
                  <a:pt x="17" y="52"/>
                </a:cubicBezTo>
                <a:cubicBezTo>
                  <a:pt x="17" y="52"/>
                  <a:pt x="17" y="52"/>
                  <a:pt x="17" y="52"/>
                </a:cubicBezTo>
                <a:cubicBezTo>
                  <a:pt x="17" y="52"/>
                  <a:pt x="17" y="52"/>
                  <a:pt x="17" y="52"/>
                </a:cubicBezTo>
                <a:cubicBezTo>
                  <a:pt x="17" y="51"/>
                  <a:pt x="17" y="51"/>
                  <a:pt x="17" y="51"/>
                </a:cubicBezTo>
                <a:cubicBezTo>
                  <a:pt x="17" y="51"/>
                  <a:pt x="17" y="51"/>
                  <a:pt x="17" y="51"/>
                </a:cubicBezTo>
                <a:cubicBezTo>
                  <a:pt x="17" y="51"/>
                  <a:pt x="17" y="51"/>
                  <a:pt x="17" y="51"/>
                </a:cubicBezTo>
                <a:cubicBezTo>
                  <a:pt x="17" y="51"/>
                  <a:pt x="17" y="51"/>
                  <a:pt x="17" y="51"/>
                </a:cubicBezTo>
                <a:cubicBezTo>
                  <a:pt x="17" y="51"/>
                  <a:pt x="17" y="51"/>
                  <a:pt x="17" y="51"/>
                </a:cubicBezTo>
                <a:cubicBezTo>
                  <a:pt x="17" y="51"/>
                  <a:pt x="17" y="51"/>
                  <a:pt x="17" y="51"/>
                </a:cubicBezTo>
                <a:cubicBezTo>
                  <a:pt x="17" y="51"/>
                  <a:pt x="17" y="51"/>
                  <a:pt x="17" y="51"/>
                </a:cubicBezTo>
                <a:cubicBezTo>
                  <a:pt x="17" y="51"/>
                  <a:pt x="17" y="50"/>
                  <a:pt x="17" y="50"/>
                </a:cubicBezTo>
                <a:cubicBezTo>
                  <a:pt x="17" y="50"/>
                  <a:pt x="17" y="50"/>
                  <a:pt x="17" y="50"/>
                </a:cubicBezTo>
                <a:cubicBezTo>
                  <a:pt x="17" y="50"/>
                  <a:pt x="17" y="50"/>
                  <a:pt x="17" y="50"/>
                </a:cubicBezTo>
                <a:cubicBezTo>
                  <a:pt x="17" y="50"/>
                  <a:pt x="17" y="50"/>
                  <a:pt x="17" y="50"/>
                </a:cubicBezTo>
                <a:cubicBezTo>
                  <a:pt x="17" y="50"/>
                  <a:pt x="17" y="50"/>
                  <a:pt x="17" y="49"/>
                </a:cubicBezTo>
                <a:cubicBezTo>
                  <a:pt x="17" y="49"/>
                  <a:pt x="16" y="49"/>
                  <a:pt x="16" y="49"/>
                </a:cubicBezTo>
                <a:cubicBezTo>
                  <a:pt x="16" y="49"/>
                  <a:pt x="16" y="49"/>
                  <a:pt x="16" y="49"/>
                </a:cubicBezTo>
                <a:cubicBezTo>
                  <a:pt x="16" y="49"/>
                  <a:pt x="16" y="49"/>
                  <a:pt x="16" y="49"/>
                </a:cubicBezTo>
                <a:cubicBezTo>
                  <a:pt x="16" y="49"/>
                  <a:pt x="16" y="49"/>
                  <a:pt x="16" y="49"/>
                </a:cubicBezTo>
                <a:cubicBezTo>
                  <a:pt x="16" y="49"/>
                  <a:pt x="16" y="49"/>
                  <a:pt x="16" y="49"/>
                </a:cubicBezTo>
                <a:cubicBezTo>
                  <a:pt x="16" y="49"/>
                  <a:pt x="16" y="49"/>
                  <a:pt x="16" y="49"/>
                </a:cubicBezTo>
                <a:cubicBezTo>
                  <a:pt x="16" y="49"/>
                  <a:pt x="16" y="49"/>
                  <a:pt x="16" y="49"/>
                </a:cubicBezTo>
                <a:cubicBezTo>
                  <a:pt x="16" y="49"/>
                  <a:pt x="16" y="49"/>
                  <a:pt x="16" y="49"/>
                </a:cubicBezTo>
                <a:cubicBezTo>
                  <a:pt x="16" y="49"/>
                  <a:pt x="16" y="49"/>
                  <a:pt x="16" y="49"/>
                </a:cubicBezTo>
                <a:cubicBezTo>
                  <a:pt x="16" y="49"/>
                  <a:pt x="16" y="49"/>
                  <a:pt x="16" y="49"/>
                </a:cubicBezTo>
                <a:cubicBezTo>
                  <a:pt x="16" y="48"/>
                  <a:pt x="17" y="48"/>
                  <a:pt x="17" y="48"/>
                </a:cubicBezTo>
                <a:cubicBezTo>
                  <a:pt x="17" y="48"/>
                  <a:pt x="17" y="48"/>
                  <a:pt x="17" y="48"/>
                </a:cubicBezTo>
                <a:cubicBezTo>
                  <a:pt x="17" y="48"/>
                  <a:pt x="17" y="48"/>
                  <a:pt x="17" y="48"/>
                </a:cubicBezTo>
                <a:cubicBezTo>
                  <a:pt x="17" y="48"/>
                  <a:pt x="17" y="48"/>
                  <a:pt x="17" y="48"/>
                </a:cubicBezTo>
                <a:cubicBezTo>
                  <a:pt x="17" y="48"/>
                  <a:pt x="17" y="48"/>
                  <a:pt x="17" y="48"/>
                </a:cubicBezTo>
                <a:cubicBezTo>
                  <a:pt x="17" y="48"/>
                  <a:pt x="17" y="48"/>
                  <a:pt x="17" y="48"/>
                </a:cubicBezTo>
                <a:cubicBezTo>
                  <a:pt x="17" y="48"/>
                  <a:pt x="17" y="48"/>
                  <a:pt x="17" y="48"/>
                </a:cubicBezTo>
                <a:cubicBezTo>
                  <a:pt x="17" y="48"/>
                  <a:pt x="17" y="48"/>
                  <a:pt x="17" y="48"/>
                </a:cubicBezTo>
                <a:cubicBezTo>
                  <a:pt x="17" y="48"/>
                  <a:pt x="17" y="48"/>
                  <a:pt x="17" y="48"/>
                </a:cubicBezTo>
                <a:cubicBezTo>
                  <a:pt x="17" y="48"/>
                  <a:pt x="17" y="48"/>
                  <a:pt x="17" y="48"/>
                </a:cubicBezTo>
                <a:cubicBezTo>
                  <a:pt x="17" y="48"/>
                  <a:pt x="17" y="48"/>
                  <a:pt x="18" y="48"/>
                </a:cubicBezTo>
                <a:cubicBezTo>
                  <a:pt x="18" y="48"/>
                  <a:pt x="18" y="47"/>
                  <a:pt x="18" y="47"/>
                </a:cubicBezTo>
                <a:cubicBezTo>
                  <a:pt x="18" y="47"/>
                  <a:pt x="18" y="47"/>
                  <a:pt x="18" y="47"/>
                </a:cubicBezTo>
                <a:cubicBezTo>
                  <a:pt x="18" y="47"/>
                  <a:pt x="18" y="46"/>
                  <a:pt x="18" y="46"/>
                </a:cubicBezTo>
                <a:cubicBezTo>
                  <a:pt x="18" y="46"/>
                  <a:pt x="18" y="46"/>
                  <a:pt x="18" y="46"/>
                </a:cubicBezTo>
                <a:cubicBezTo>
                  <a:pt x="18" y="46"/>
                  <a:pt x="18" y="46"/>
                  <a:pt x="18" y="46"/>
                </a:cubicBezTo>
                <a:cubicBezTo>
                  <a:pt x="18" y="46"/>
                  <a:pt x="18" y="46"/>
                  <a:pt x="18" y="46"/>
                </a:cubicBezTo>
                <a:cubicBezTo>
                  <a:pt x="17" y="46"/>
                  <a:pt x="17" y="46"/>
                  <a:pt x="17" y="46"/>
                </a:cubicBezTo>
                <a:cubicBezTo>
                  <a:pt x="17" y="46"/>
                  <a:pt x="17" y="46"/>
                  <a:pt x="17" y="46"/>
                </a:cubicBezTo>
                <a:cubicBezTo>
                  <a:pt x="18" y="46"/>
                  <a:pt x="18" y="46"/>
                  <a:pt x="18" y="46"/>
                </a:cubicBezTo>
                <a:cubicBezTo>
                  <a:pt x="18" y="46"/>
                  <a:pt x="18" y="46"/>
                  <a:pt x="18" y="46"/>
                </a:cubicBezTo>
                <a:cubicBezTo>
                  <a:pt x="18" y="46"/>
                  <a:pt x="18" y="46"/>
                  <a:pt x="18" y="46"/>
                </a:cubicBezTo>
                <a:cubicBezTo>
                  <a:pt x="18" y="46"/>
                  <a:pt x="18" y="46"/>
                  <a:pt x="18" y="46"/>
                </a:cubicBezTo>
                <a:cubicBezTo>
                  <a:pt x="19" y="46"/>
                  <a:pt x="19" y="46"/>
                  <a:pt x="19" y="46"/>
                </a:cubicBezTo>
                <a:cubicBezTo>
                  <a:pt x="19" y="46"/>
                  <a:pt x="19" y="46"/>
                  <a:pt x="19" y="46"/>
                </a:cubicBezTo>
                <a:cubicBezTo>
                  <a:pt x="19" y="46"/>
                  <a:pt x="19" y="45"/>
                  <a:pt x="19" y="45"/>
                </a:cubicBezTo>
                <a:cubicBezTo>
                  <a:pt x="19" y="45"/>
                  <a:pt x="19" y="45"/>
                  <a:pt x="19" y="45"/>
                </a:cubicBezTo>
                <a:cubicBezTo>
                  <a:pt x="19" y="45"/>
                  <a:pt x="19" y="45"/>
                  <a:pt x="19" y="45"/>
                </a:cubicBezTo>
                <a:cubicBezTo>
                  <a:pt x="19" y="45"/>
                  <a:pt x="19" y="45"/>
                  <a:pt x="19" y="45"/>
                </a:cubicBezTo>
                <a:cubicBezTo>
                  <a:pt x="19" y="45"/>
                  <a:pt x="19" y="45"/>
                  <a:pt x="19" y="45"/>
                </a:cubicBezTo>
                <a:cubicBezTo>
                  <a:pt x="19" y="45"/>
                  <a:pt x="19" y="45"/>
                  <a:pt x="19" y="45"/>
                </a:cubicBezTo>
                <a:cubicBezTo>
                  <a:pt x="19" y="45"/>
                  <a:pt x="19" y="45"/>
                  <a:pt x="20" y="44"/>
                </a:cubicBezTo>
                <a:cubicBezTo>
                  <a:pt x="20" y="44"/>
                  <a:pt x="20" y="44"/>
                  <a:pt x="20" y="44"/>
                </a:cubicBezTo>
                <a:cubicBezTo>
                  <a:pt x="20" y="42"/>
                  <a:pt x="20" y="42"/>
                  <a:pt x="20" y="42"/>
                </a:cubicBezTo>
                <a:cubicBezTo>
                  <a:pt x="20" y="42"/>
                  <a:pt x="20" y="42"/>
                  <a:pt x="20" y="42"/>
                </a:cubicBezTo>
                <a:cubicBezTo>
                  <a:pt x="20" y="42"/>
                  <a:pt x="20" y="42"/>
                  <a:pt x="20" y="42"/>
                </a:cubicBezTo>
                <a:cubicBezTo>
                  <a:pt x="20" y="42"/>
                  <a:pt x="20" y="42"/>
                  <a:pt x="20" y="42"/>
                </a:cubicBezTo>
                <a:cubicBezTo>
                  <a:pt x="20" y="42"/>
                  <a:pt x="20" y="42"/>
                  <a:pt x="20" y="42"/>
                </a:cubicBezTo>
                <a:cubicBezTo>
                  <a:pt x="20" y="42"/>
                  <a:pt x="20" y="42"/>
                  <a:pt x="20" y="42"/>
                </a:cubicBezTo>
                <a:cubicBezTo>
                  <a:pt x="20" y="42"/>
                  <a:pt x="20" y="42"/>
                  <a:pt x="20" y="41"/>
                </a:cubicBezTo>
                <a:cubicBezTo>
                  <a:pt x="20" y="41"/>
                  <a:pt x="20" y="41"/>
                  <a:pt x="20" y="41"/>
                </a:cubicBezTo>
                <a:cubicBezTo>
                  <a:pt x="20" y="41"/>
                  <a:pt x="20" y="41"/>
                  <a:pt x="20" y="41"/>
                </a:cubicBezTo>
                <a:cubicBezTo>
                  <a:pt x="21" y="41"/>
                  <a:pt x="21" y="41"/>
                  <a:pt x="21" y="41"/>
                </a:cubicBezTo>
                <a:cubicBezTo>
                  <a:pt x="21" y="41"/>
                  <a:pt x="21" y="41"/>
                  <a:pt x="21" y="41"/>
                </a:cubicBezTo>
                <a:cubicBezTo>
                  <a:pt x="21" y="41"/>
                  <a:pt x="21" y="41"/>
                  <a:pt x="21" y="41"/>
                </a:cubicBezTo>
                <a:cubicBezTo>
                  <a:pt x="22" y="41"/>
                  <a:pt x="22" y="41"/>
                  <a:pt x="22" y="41"/>
                </a:cubicBezTo>
                <a:cubicBezTo>
                  <a:pt x="22" y="41"/>
                  <a:pt x="22" y="41"/>
                  <a:pt x="22" y="41"/>
                </a:cubicBezTo>
                <a:cubicBezTo>
                  <a:pt x="22" y="41"/>
                  <a:pt x="22" y="41"/>
                  <a:pt x="22" y="41"/>
                </a:cubicBezTo>
                <a:cubicBezTo>
                  <a:pt x="22" y="41"/>
                  <a:pt x="22" y="41"/>
                  <a:pt x="22" y="41"/>
                </a:cubicBezTo>
                <a:cubicBezTo>
                  <a:pt x="22" y="41"/>
                  <a:pt x="22" y="41"/>
                  <a:pt x="22" y="41"/>
                </a:cubicBezTo>
                <a:cubicBezTo>
                  <a:pt x="22" y="41"/>
                  <a:pt x="22" y="41"/>
                  <a:pt x="22" y="41"/>
                </a:cubicBezTo>
                <a:cubicBezTo>
                  <a:pt x="22" y="41"/>
                  <a:pt x="22" y="41"/>
                  <a:pt x="22" y="41"/>
                </a:cubicBezTo>
                <a:cubicBezTo>
                  <a:pt x="22" y="41"/>
                  <a:pt x="22" y="41"/>
                  <a:pt x="22" y="41"/>
                </a:cubicBezTo>
                <a:cubicBezTo>
                  <a:pt x="22" y="41"/>
                  <a:pt x="22" y="41"/>
                  <a:pt x="22" y="41"/>
                </a:cubicBezTo>
                <a:cubicBezTo>
                  <a:pt x="22" y="41"/>
                  <a:pt x="22" y="40"/>
                  <a:pt x="22" y="40"/>
                </a:cubicBezTo>
                <a:cubicBezTo>
                  <a:pt x="22" y="40"/>
                  <a:pt x="22" y="40"/>
                  <a:pt x="22" y="40"/>
                </a:cubicBezTo>
                <a:cubicBezTo>
                  <a:pt x="22" y="40"/>
                  <a:pt x="22" y="40"/>
                  <a:pt x="23" y="40"/>
                </a:cubicBezTo>
                <a:cubicBezTo>
                  <a:pt x="23" y="40"/>
                  <a:pt x="23" y="40"/>
                  <a:pt x="23" y="40"/>
                </a:cubicBezTo>
                <a:cubicBezTo>
                  <a:pt x="23" y="40"/>
                  <a:pt x="23" y="40"/>
                  <a:pt x="23" y="40"/>
                </a:cubicBezTo>
                <a:cubicBezTo>
                  <a:pt x="23" y="40"/>
                  <a:pt x="23" y="40"/>
                  <a:pt x="23" y="40"/>
                </a:cubicBezTo>
                <a:cubicBezTo>
                  <a:pt x="23" y="40"/>
                  <a:pt x="23" y="40"/>
                  <a:pt x="23" y="40"/>
                </a:cubicBezTo>
                <a:cubicBezTo>
                  <a:pt x="23" y="40"/>
                  <a:pt x="23" y="40"/>
                  <a:pt x="23" y="40"/>
                </a:cubicBezTo>
                <a:cubicBezTo>
                  <a:pt x="23" y="40"/>
                  <a:pt x="23" y="40"/>
                  <a:pt x="23" y="40"/>
                </a:cubicBezTo>
                <a:cubicBezTo>
                  <a:pt x="23" y="39"/>
                  <a:pt x="24" y="39"/>
                  <a:pt x="24" y="39"/>
                </a:cubicBezTo>
                <a:cubicBezTo>
                  <a:pt x="24" y="39"/>
                  <a:pt x="24" y="39"/>
                  <a:pt x="24" y="39"/>
                </a:cubicBezTo>
                <a:cubicBezTo>
                  <a:pt x="24" y="39"/>
                  <a:pt x="24" y="39"/>
                  <a:pt x="24" y="39"/>
                </a:cubicBezTo>
                <a:cubicBezTo>
                  <a:pt x="24" y="38"/>
                  <a:pt x="24" y="38"/>
                  <a:pt x="24" y="38"/>
                </a:cubicBezTo>
                <a:cubicBezTo>
                  <a:pt x="24" y="38"/>
                  <a:pt x="24" y="38"/>
                  <a:pt x="24" y="37"/>
                </a:cubicBezTo>
                <a:cubicBezTo>
                  <a:pt x="24" y="36"/>
                  <a:pt x="24" y="36"/>
                  <a:pt x="24" y="36"/>
                </a:cubicBezTo>
                <a:cubicBezTo>
                  <a:pt x="24" y="36"/>
                  <a:pt x="24" y="36"/>
                  <a:pt x="24" y="36"/>
                </a:cubicBezTo>
                <a:cubicBezTo>
                  <a:pt x="24" y="36"/>
                  <a:pt x="24" y="36"/>
                  <a:pt x="24" y="36"/>
                </a:cubicBezTo>
                <a:cubicBezTo>
                  <a:pt x="24" y="36"/>
                  <a:pt x="24" y="36"/>
                  <a:pt x="24" y="36"/>
                </a:cubicBezTo>
                <a:cubicBezTo>
                  <a:pt x="24" y="36"/>
                  <a:pt x="24" y="36"/>
                  <a:pt x="24" y="36"/>
                </a:cubicBezTo>
                <a:cubicBezTo>
                  <a:pt x="24" y="36"/>
                  <a:pt x="24" y="36"/>
                  <a:pt x="24" y="36"/>
                </a:cubicBezTo>
                <a:cubicBezTo>
                  <a:pt x="24" y="36"/>
                  <a:pt x="24" y="36"/>
                  <a:pt x="24" y="36"/>
                </a:cubicBezTo>
                <a:cubicBezTo>
                  <a:pt x="24" y="36"/>
                  <a:pt x="24" y="36"/>
                  <a:pt x="24" y="36"/>
                </a:cubicBezTo>
                <a:cubicBezTo>
                  <a:pt x="24" y="36"/>
                  <a:pt x="24" y="36"/>
                  <a:pt x="24" y="36"/>
                </a:cubicBezTo>
                <a:cubicBezTo>
                  <a:pt x="24" y="36"/>
                  <a:pt x="24" y="36"/>
                  <a:pt x="24" y="36"/>
                </a:cubicBezTo>
                <a:cubicBezTo>
                  <a:pt x="25" y="36"/>
                  <a:pt x="25" y="36"/>
                  <a:pt x="25" y="36"/>
                </a:cubicBezTo>
                <a:cubicBezTo>
                  <a:pt x="25" y="36"/>
                  <a:pt x="25" y="35"/>
                  <a:pt x="25" y="35"/>
                </a:cubicBezTo>
                <a:cubicBezTo>
                  <a:pt x="25" y="35"/>
                  <a:pt x="25" y="35"/>
                  <a:pt x="25" y="35"/>
                </a:cubicBezTo>
                <a:cubicBezTo>
                  <a:pt x="25" y="35"/>
                  <a:pt x="25" y="35"/>
                  <a:pt x="25" y="35"/>
                </a:cubicBezTo>
                <a:cubicBezTo>
                  <a:pt x="25" y="35"/>
                  <a:pt x="25" y="35"/>
                  <a:pt x="25" y="35"/>
                </a:cubicBezTo>
                <a:cubicBezTo>
                  <a:pt x="25" y="35"/>
                  <a:pt x="25" y="35"/>
                  <a:pt x="25" y="35"/>
                </a:cubicBezTo>
                <a:cubicBezTo>
                  <a:pt x="25" y="35"/>
                  <a:pt x="25" y="35"/>
                  <a:pt x="25" y="35"/>
                </a:cubicBezTo>
                <a:cubicBezTo>
                  <a:pt x="25" y="35"/>
                  <a:pt x="25" y="35"/>
                  <a:pt x="25" y="35"/>
                </a:cubicBezTo>
                <a:cubicBezTo>
                  <a:pt x="25" y="35"/>
                  <a:pt x="25" y="35"/>
                  <a:pt x="25" y="35"/>
                </a:cubicBezTo>
                <a:cubicBezTo>
                  <a:pt x="25" y="35"/>
                  <a:pt x="25" y="35"/>
                  <a:pt x="25" y="35"/>
                </a:cubicBezTo>
                <a:cubicBezTo>
                  <a:pt x="25" y="35"/>
                  <a:pt x="25" y="35"/>
                  <a:pt x="25" y="35"/>
                </a:cubicBezTo>
                <a:cubicBezTo>
                  <a:pt x="26" y="34"/>
                  <a:pt x="26" y="34"/>
                  <a:pt x="26" y="34"/>
                </a:cubicBezTo>
                <a:cubicBezTo>
                  <a:pt x="26" y="34"/>
                  <a:pt x="26" y="34"/>
                  <a:pt x="26" y="34"/>
                </a:cubicBezTo>
                <a:cubicBezTo>
                  <a:pt x="26" y="34"/>
                  <a:pt x="26" y="34"/>
                  <a:pt x="26" y="34"/>
                </a:cubicBezTo>
                <a:cubicBezTo>
                  <a:pt x="26" y="34"/>
                  <a:pt x="26" y="34"/>
                  <a:pt x="26" y="34"/>
                </a:cubicBezTo>
                <a:cubicBezTo>
                  <a:pt x="26" y="33"/>
                  <a:pt x="26" y="33"/>
                  <a:pt x="26" y="33"/>
                </a:cubicBezTo>
                <a:cubicBezTo>
                  <a:pt x="26" y="33"/>
                  <a:pt x="26" y="33"/>
                  <a:pt x="26" y="33"/>
                </a:cubicBezTo>
                <a:cubicBezTo>
                  <a:pt x="26" y="33"/>
                  <a:pt x="26" y="33"/>
                  <a:pt x="26" y="33"/>
                </a:cubicBezTo>
                <a:cubicBezTo>
                  <a:pt x="26" y="33"/>
                  <a:pt x="26" y="33"/>
                  <a:pt x="26" y="33"/>
                </a:cubicBezTo>
                <a:cubicBezTo>
                  <a:pt x="26" y="33"/>
                  <a:pt x="26" y="33"/>
                  <a:pt x="26" y="33"/>
                </a:cubicBezTo>
                <a:cubicBezTo>
                  <a:pt x="26" y="33"/>
                  <a:pt x="26" y="33"/>
                  <a:pt x="26" y="33"/>
                </a:cubicBezTo>
                <a:cubicBezTo>
                  <a:pt x="26" y="33"/>
                  <a:pt x="26" y="33"/>
                  <a:pt x="26" y="33"/>
                </a:cubicBezTo>
                <a:cubicBezTo>
                  <a:pt x="26" y="32"/>
                  <a:pt x="26" y="32"/>
                  <a:pt x="26" y="32"/>
                </a:cubicBezTo>
                <a:cubicBezTo>
                  <a:pt x="26" y="32"/>
                  <a:pt x="26" y="32"/>
                  <a:pt x="26" y="32"/>
                </a:cubicBezTo>
                <a:cubicBezTo>
                  <a:pt x="26" y="32"/>
                  <a:pt x="26" y="32"/>
                  <a:pt x="26" y="32"/>
                </a:cubicBezTo>
                <a:cubicBezTo>
                  <a:pt x="26" y="32"/>
                  <a:pt x="26" y="32"/>
                  <a:pt x="26" y="32"/>
                </a:cubicBezTo>
                <a:cubicBezTo>
                  <a:pt x="26" y="32"/>
                  <a:pt x="26" y="32"/>
                  <a:pt x="26" y="32"/>
                </a:cubicBezTo>
                <a:cubicBezTo>
                  <a:pt x="26" y="32"/>
                  <a:pt x="26" y="32"/>
                  <a:pt x="26" y="32"/>
                </a:cubicBezTo>
                <a:cubicBezTo>
                  <a:pt x="26" y="32"/>
                  <a:pt x="26" y="32"/>
                  <a:pt x="26" y="32"/>
                </a:cubicBezTo>
                <a:cubicBezTo>
                  <a:pt x="26" y="32"/>
                  <a:pt x="26" y="32"/>
                  <a:pt x="25" y="32"/>
                </a:cubicBezTo>
                <a:cubicBezTo>
                  <a:pt x="25" y="32"/>
                  <a:pt x="25" y="32"/>
                  <a:pt x="25" y="31"/>
                </a:cubicBezTo>
                <a:cubicBezTo>
                  <a:pt x="25" y="31"/>
                  <a:pt x="25" y="31"/>
                  <a:pt x="25" y="31"/>
                </a:cubicBezTo>
                <a:cubicBezTo>
                  <a:pt x="25" y="31"/>
                  <a:pt x="25" y="31"/>
                  <a:pt x="25" y="31"/>
                </a:cubicBezTo>
                <a:cubicBezTo>
                  <a:pt x="25" y="31"/>
                  <a:pt x="25" y="31"/>
                  <a:pt x="25" y="31"/>
                </a:cubicBezTo>
                <a:cubicBezTo>
                  <a:pt x="24" y="31"/>
                  <a:pt x="24" y="31"/>
                  <a:pt x="24" y="31"/>
                </a:cubicBezTo>
                <a:cubicBezTo>
                  <a:pt x="24" y="31"/>
                  <a:pt x="24" y="31"/>
                  <a:pt x="24" y="31"/>
                </a:cubicBezTo>
                <a:cubicBezTo>
                  <a:pt x="24" y="31"/>
                  <a:pt x="24" y="31"/>
                  <a:pt x="24" y="31"/>
                </a:cubicBezTo>
                <a:cubicBezTo>
                  <a:pt x="24" y="31"/>
                  <a:pt x="24" y="31"/>
                  <a:pt x="24" y="31"/>
                </a:cubicBezTo>
                <a:cubicBezTo>
                  <a:pt x="24" y="31"/>
                  <a:pt x="24" y="31"/>
                  <a:pt x="24" y="31"/>
                </a:cubicBezTo>
                <a:cubicBezTo>
                  <a:pt x="24" y="31"/>
                  <a:pt x="24" y="31"/>
                  <a:pt x="24" y="31"/>
                </a:cubicBezTo>
                <a:cubicBezTo>
                  <a:pt x="24" y="31"/>
                  <a:pt x="24" y="31"/>
                  <a:pt x="24" y="31"/>
                </a:cubicBezTo>
                <a:cubicBezTo>
                  <a:pt x="23" y="31"/>
                  <a:pt x="23" y="31"/>
                  <a:pt x="23" y="31"/>
                </a:cubicBezTo>
                <a:cubicBezTo>
                  <a:pt x="23" y="31"/>
                  <a:pt x="23" y="31"/>
                  <a:pt x="23" y="31"/>
                </a:cubicBezTo>
                <a:cubicBezTo>
                  <a:pt x="23" y="31"/>
                  <a:pt x="23" y="31"/>
                  <a:pt x="23" y="31"/>
                </a:cubicBezTo>
                <a:cubicBezTo>
                  <a:pt x="23" y="31"/>
                  <a:pt x="23" y="31"/>
                  <a:pt x="23" y="31"/>
                </a:cubicBezTo>
                <a:cubicBezTo>
                  <a:pt x="23" y="30"/>
                  <a:pt x="23" y="30"/>
                  <a:pt x="23" y="30"/>
                </a:cubicBezTo>
                <a:cubicBezTo>
                  <a:pt x="23" y="30"/>
                  <a:pt x="22" y="30"/>
                  <a:pt x="22" y="30"/>
                </a:cubicBezTo>
                <a:cubicBezTo>
                  <a:pt x="22" y="30"/>
                  <a:pt x="22" y="30"/>
                  <a:pt x="22" y="30"/>
                </a:cubicBezTo>
                <a:cubicBezTo>
                  <a:pt x="22" y="30"/>
                  <a:pt x="22" y="30"/>
                  <a:pt x="22" y="30"/>
                </a:cubicBezTo>
                <a:cubicBezTo>
                  <a:pt x="22" y="30"/>
                  <a:pt x="22" y="30"/>
                  <a:pt x="22" y="30"/>
                </a:cubicBezTo>
                <a:cubicBezTo>
                  <a:pt x="21" y="30"/>
                  <a:pt x="21" y="30"/>
                  <a:pt x="21" y="30"/>
                </a:cubicBezTo>
                <a:cubicBezTo>
                  <a:pt x="21" y="30"/>
                  <a:pt x="21" y="30"/>
                  <a:pt x="21" y="30"/>
                </a:cubicBezTo>
                <a:cubicBezTo>
                  <a:pt x="21" y="30"/>
                  <a:pt x="21" y="30"/>
                  <a:pt x="21" y="30"/>
                </a:cubicBezTo>
                <a:cubicBezTo>
                  <a:pt x="21" y="30"/>
                  <a:pt x="21" y="30"/>
                  <a:pt x="21" y="30"/>
                </a:cubicBezTo>
                <a:cubicBezTo>
                  <a:pt x="21" y="30"/>
                  <a:pt x="21" y="30"/>
                  <a:pt x="21" y="30"/>
                </a:cubicBezTo>
                <a:cubicBezTo>
                  <a:pt x="21" y="30"/>
                  <a:pt x="21" y="30"/>
                  <a:pt x="21" y="30"/>
                </a:cubicBezTo>
                <a:cubicBezTo>
                  <a:pt x="21" y="30"/>
                  <a:pt x="21" y="30"/>
                  <a:pt x="20" y="30"/>
                </a:cubicBezTo>
                <a:cubicBezTo>
                  <a:pt x="20" y="30"/>
                  <a:pt x="20" y="30"/>
                  <a:pt x="20" y="30"/>
                </a:cubicBezTo>
                <a:cubicBezTo>
                  <a:pt x="20" y="30"/>
                  <a:pt x="20" y="30"/>
                  <a:pt x="20" y="30"/>
                </a:cubicBezTo>
                <a:cubicBezTo>
                  <a:pt x="20" y="30"/>
                  <a:pt x="20" y="30"/>
                  <a:pt x="20" y="30"/>
                </a:cubicBezTo>
                <a:cubicBezTo>
                  <a:pt x="20" y="30"/>
                  <a:pt x="20" y="29"/>
                  <a:pt x="20" y="29"/>
                </a:cubicBezTo>
                <a:cubicBezTo>
                  <a:pt x="20" y="29"/>
                  <a:pt x="20" y="29"/>
                  <a:pt x="20" y="29"/>
                </a:cubicBezTo>
                <a:cubicBezTo>
                  <a:pt x="20" y="29"/>
                  <a:pt x="20" y="29"/>
                  <a:pt x="20" y="29"/>
                </a:cubicBezTo>
                <a:cubicBezTo>
                  <a:pt x="19" y="29"/>
                  <a:pt x="19" y="29"/>
                  <a:pt x="19" y="29"/>
                </a:cubicBezTo>
                <a:cubicBezTo>
                  <a:pt x="19" y="29"/>
                  <a:pt x="19" y="29"/>
                  <a:pt x="19" y="29"/>
                </a:cubicBezTo>
                <a:cubicBezTo>
                  <a:pt x="19" y="29"/>
                  <a:pt x="19" y="29"/>
                  <a:pt x="19" y="30"/>
                </a:cubicBezTo>
                <a:cubicBezTo>
                  <a:pt x="19" y="30"/>
                  <a:pt x="19" y="30"/>
                  <a:pt x="19" y="30"/>
                </a:cubicBezTo>
                <a:cubicBezTo>
                  <a:pt x="19" y="30"/>
                  <a:pt x="18" y="30"/>
                  <a:pt x="18" y="30"/>
                </a:cubicBezTo>
                <a:cubicBezTo>
                  <a:pt x="18" y="30"/>
                  <a:pt x="18" y="30"/>
                  <a:pt x="18" y="29"/>
                </a:cubicBezTo>
                <a:cubicBezTo>
                  <a:pt x="18" y="29"/>
                  <a:pt x="18" y="29"/>
                  <a:pt x="18" y="29"/>
                </a:cubicBezTo>
                <a:cubicBezTo>
                  <a:pt x="18" y="29"/>
                  <a:pt x="18" y="29"/>
                  <a:pt x="18" y="29"/>
                </a:cubicBezTo>
                <a:cubicBezTo>
                  <a:pt x="18" y="29"/>
                  <a:pt x="18" y="29"/>
                  <a:pt x="18" y="29"/>
                </a:cubicBezTo>
                <a:cubicBezTo>
                  <a:pt x="18" y="29"/>
                  <a:pt x="18" y="29"/>
                  <a:pt x="18" y="29"/>
                </a:cubicBezTo>
                <a:cubicBezTo>
                  <a:pt x="18" y="29"/>
                  <a:pt x="18" y="29"/>
                  <a:pt x="18" y="29"/>
                </a:cubicBezTo>
                <a:cubicBezTo>
                  <a:pt x="18" y="29"/>
                  <a:pt x="18" y="29"/>
                  <a:pt x="19" y="29"/>
                </a:cubicBezTo>
                <a:cubicBezTo>
                  <a:pt x="19" y="29"/>
                  <a:pt x="19" y="29"/>
                  <a:pt x="19" y="29"/>
                </a:cubicBezTo>
                <a:cubicBezTo>
                  <a:pt x="19" y="29"/>
                  <a:pt x="19" y="29"/>
                  <a:pt x="19" y="29"/>
                </a:cubicBezTo>
                <a:cubicBezTo>
                  <a:pt x="19" y="29"/>
                  <a:pt x="19" y="29"/>
                  <a:pt x="19" y="29"/>
                </a:cubicBezTo>
                <a:cubicBezTo>
                  <a:pt x="19" y="29"/>
                  <a:pt x="19" y="29"/>
                  <a:pt x="19" y="29"/>
                </a:cubicBezTo>
                <a:cubicBezTo>
                  <a:pt x="19" y="29"/>
                  <a:pt x="19" y="29"/>
                  <a:pt x="19" y="29"/>
                </a:cubicBezTo>
                <a:cubicBezTo>
                  <a:pt x="19" y="29"/>
                  <a:pt x="19" y="29"/>
                  <a:pt x="19" y="29"/>
                </a:cubicBezTo>
                <a:cubicBezTo>
                  <a:pt x="19" y="29"/>
                  <a:pt x="19" y="28"/>
                  <a:pt x="19" y="28"/>
                </a:cubicBezTo>
                <a:cubicBezTo>
                  <a:pt x="19" y="28"/>
                  <a:pt x="19" y="28"/>
                  <a:pt x="19" y="28"/>
                </a:cubicBezTo>
                <a:cubicBezTo>
                  <a:pt x="19" y="28"/>
                  <a:pt x="19" y="28"/>
                  <a:pt x="19" y="28"/>
                </a:cubicBezTo>
                <a:cubicBezTo>
                  <a:pt x="18" y="28"/>
                  <a:pt x="18" y="28"/>
                  <a:pt x="18" y="28"/>
                </a:cubicBezTo>
                <a:cubicBezTo>
                  <a:pt x="18" y="28"/>
                  <a:pt x="18" y="28"/>
                  <a:pt x="18" y="28"/>
                </a:cubicBezTo>
                <a:cubicBezTo>
                  <a:pt x="18" y="28"/>
                  <a:pt x="18" y="28"/>
                  <a:pt x="18" y="28"/>
                </a:cubicBezTo>
                <a:cubicBezTo>
                  <a:pt x="18" y="28"/>
                  <a:pt x="18" y="28"/>
                  <a:pt x="18" y="28"/>
                </a:cubicBezTo>
                <a:cubicBezTo>
                  <a:pt x="18" y="28"/>
                  <a:pt x="18" y="28"/>
                  <a:pt x="18" y="28"/>
                </a:cubicBezTo>
                <a:cubicBezTo>
                  <a:pt x="18" y="27"/>
                  <a:pt x="18" y="27"/>
                  <a:pt x="18" y="27"/>
                </a:cubicBezTo>
                <a:cubicBezTo>
                  <a:pt x="18" y="27"/>
                  <a:pt x="18" y="27"/>
                  <a:pt x="18" y="27"/>
                </a:cubicBezTo>
                <a:cubicBezTo>
                  <a:pt x="18" y="27"/>
                  <a:pt x="18" y="27"/>
                  <a:pt x="18" y="27"/>
                </a:cubicBezTo>
                <a:cubicBezTo>
                  <a:pt x="18" y="27"/>
                  <a:pt x="18" y="27"/>
                  <a:pt x="18" y="27"/>
                </a:cubicBezTo>
                <a:cubicBezTo>
                  <a:pt x="18" y="27"/>
                  <a:pt x="18" y="27"/>
                  <a:pt x="18" y="27"/>
                </a:cubicBezTo>
                <a:cubicBezTo>
                  <a:pt x="18" y="27"/>
                  <a:pt x="18" y="27"/>
                  <a:pt x="18" y="27"/>
                </a:cubicBezTo>
                <a:cubicBezTo>
                  <a:pt x="18" y="27"/>
                  <a:pt x="17" y="27"/>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6" y="26"/>
                  <a:pt x="16"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5" y="26"/>
                  <a:pt x="15" y="26"/>
                  <a:pt x="15" y="26"/>
                </a:cubicBezTo>
                <a:cubicBezTo>
                  <a:pt x="15" y="26"/>
                  <a:pt x="15" y="26"/>
                  <a:pt x="15" y="25"/>
                </a:cubicBezTo>
                <a:cubicBezTo>
                  <a:pt x="15" y="25"/>
                  <a:pt x="15" y="25"/>
                  <a:pt x="15" y="25"/>
                </a:cubicBezTo>
                <a:cubicBezTo>
                  <a:pt x="15" y="25"/>
                  <a:pt x="15" y="25"/>
                  <a:pt x="15" y="25"/>
                </a:cubicBezTo>
                <a:cubicBezTo>
                  <a:pt x="15" y="25"/>
                  <a:pt x="15" y="25"/>
                  <a:pt x="15" y="25"/>
                </a:cubicBezTo>
                <a:cubicBezTo>
                  <a:pt x="15" y="25"/>
                  <a:pt x="15" y="25"/>
                  <a:pt x="15" y="25"/>
                </a:cubicBezTo>
                <a:cubicBezTo>
                  <a:pt x="15" y="25"/>
                  <a:pt x="15" y="25"/>
                  <a:pt x="15" y="25"/>
                </a:cubicBezTo>
                <a:cubicBezTo>
                  <a:pt x="15" y="25"/>
                  <a:pt x="14" y="25"/>
                  <a:pt x="14" y="25"/>
                </a:cubicBezTo>
                <a:cubicBezTo>
                  <a:pt x="14" y="25"/>
                  <a:pt x="14" y="25"/>
                  <a:pt x="14" y="25"/>
                </a:cubicBezTo>
                <a:cubicBezTo>
                  <a:pt x="14" y="25"/>
                  <a:pt x="14" y="25"/>
                  <a:pt x="14" y="25"/>
                </a:cubicBezTo>
                <a:cubicBezTo>
                  <a:pt x="14" y="25"/>
                  <a:pt x="14" y="25"/>
                  <a:pt x="13" y="25"/>
                </a:cubicBezTo>
                <a:cubicBezTo>
                  <a:pt x="14" y="25"/>
                  <a:pt x="14" y="24"/>
                  <a:pt x="14" y="24"/>
                </a:cubicBezTo>
                <a:cubicBezTo>
                  <a:pt x="14" y="24"/>
                  <a:pt x="14" y="24"/>
                  <a:pt x="14" y="24"/>
                </a:cubicBezTo>
                <a:cubicBezTo>
                  <a:pt x="14" y="24"/>
                  <a:pt x="14" y="24"/>
                  <a:pt x="14" y="24"/>
                </a:cubicBezTo>
                <a:cubicBezTo>
                  <a:pt x="13" y="24"/>
                  <a:pt x="13" y="24"/>
                  <a:pt x="13" y="24"/>
                </a:cubicBezTo>
                <a:cubicBezTo>
                  <a:pt x="13" y="24"/>
                  <a:pt x="13" y="24"/>
                  <a:pt x="13" y="24"/>
                </a:cubicBezTo>
                <a:cubicBezTo>
                  <a:pt x="13" y="24"/>
                  <a:pt x="13" y="24"/>
                  <a:pt x="13" y="24"/>
                </a:cubicBezTo>
                <a:cubicBezTo>
                  <a:pt x="13" y="24"/>
                  <a:pt x="13" y="24"/>
                  <a:pt x="13" y="24"/>
                </a:cubicBezTo>
                <a:cubicBezTo>
                  <a:pt x="13" y="24"/>
                  <a:pt x="13" y="24"/>
                  <a:pt x="13" y="24"/>
                </a:cubicBezTo>
                <a:cubicBezTo>
                  <a:pt x="13" y="24"/>
                  <a:pt x="13" y="24"/>
                  <a:pt x="13" y="24"/>
                </a:cubicBezTo>
                <a:cubicBezTo>
                  <a:pt x="13" y="24"/>
                  <a:pt x="13" y="24"/>
                  <a:pt x="13" y="24"/>
                </a:cubicBezTo>
                <a:cubicBezTo>
                  <a:pt x="13" y="24"/>
                  <a:pt x="13" y="24"/>
                  <a:pt x="13" y="24"/>
                </a:cubicBezTo>
                <a:cubicBezTo>
                  <a:pt x="13" y="24"/>
                  <a:pt x="13" y="24"/>
                  <a:pt x="13" y="24"/>
                </a:cubicBezTo>
                <a:cubicBezTo>
                  <a:pt x="13" y="24"/>
                  <a:pt x="12" y="24"/>
                  <a:pt x="12" y="24"/>
                </a:cubicBezTo>
                <a:cubicBezTo>
                  <a:pt x="12" y="24"/>
                  <a:pt x="12" y="24"/>
                  <a:pt x="12" y="24"/>
                </a:cubicBezTo>
                <a:cubicBezTo>
                  <a:pt x="12" y="24"/>
                  <a:pt x="12" y="24"/>
                  <a:pt x="12" y="24"/>
                </a:cubicBezTo>
                <a:cubicBezTo>
                  <a:pt x="12" y="24"/>
                  <a:pt x="12" y="24"/>
                  <a:pt x="12" y="24"/>
                </a:cubicBezTo>
                <a:cubicBezTo>
                  <a:pt x="12" y="24"/>
                  <a:pt x="11" y="24"/>
                  <a:pt x="11" y="24"/>
                </a:cubicBezTo>
                <a:cubicBezTo>
                  <a:pt x="11" y="24"/>
                  <a:pt x="11" y="23"/>
                  <a:pt x="11" y="23"/>
                </a:cubicBezTo>
                <a:cubicBezTo>
                  <a:pt x="11" y="23"/>
                  <a:pt x="11" y="23"/>
                  <a:pt x="11" y="23"/>
                </a:cubicBezTo>
                <a:cubicBezTo>
                  <a:pt x="11" y="23"/>
                  <a:pt x="10" y="23"/>
                  <a:pt x="10" y="23"/>
                </a:cubicBezTo>
                <a:cubicBezTo>
                  <a:pt x="10" y="23"/>
                  <a:pt x="10" y="23"/>
                  <a:pt x="10" y="23"/>
                </a:cubicBezTo>
                <a:cubicBezTo>
                  <a:pt x="10" y="23"/>
                  <a:pt x="10" y="23"/>
                  <a:pt x="10" y="23"/>
                </a:cubicBezTo>
                <a:cubicBezTo>
                  <a:pt x="10" y="23"/>
                  <a:pt x="10" y="23"/>
                  <a:pt x="10" y="23"/>
                </a:cubicBezTo>
                <a:cubicBezTo>
                  <a:pt x="10" y="23"/>
                  <a:pt x="10" y="23"/>
                  <a:pt x="10" y="23"/>
                </a:cubicBezTo>
                <a:cubicBezTo>
                  <a:pt x="10" y="23"/>
                  <a:pt x="10" y="23"/>
                  <a:pt x="10" y="23"/>
                </a:cubicBezTo>
                <a:cubicBezTo>
                  <a:pt x="10" y="23"/>
                  <a:pt x="9" y="23"/>
                  <a:pt x="9" y="23"/>
                </a:cubicBezTo>
                <a:cubicBezTo>
                  <a:pt x="9" y="23"/>
                  <a:pt x="9" y="23"/>
                  <a:pt x="9" y="23"/>
                </a:cubicBezTo>
                <a:cubicBezTo>
                  <a:pt x="9" y="23"/>
                  <a:pt x="9" y="23"/>
                  <a:pt x="9" y="23"/>
                </a:cubicBezTo>
                <a:cubicBezTo>
                  <a:pt x="9" y="23"/>
                  <a:pt x="9" y="23"/>
                  <a:pt x="9" y="23"/>
                </a:cubicBezTo>
                <a:cubicBezTo>
                  <a:pt x="9" y="23"/>
                  <a:pt x="9" y="23"/>
                  <a:pt x="9" y="23"/>
                </a:cubicBezTo>
                <a:cubicBezTo>
                  <a:pt x="9" y="23"/>
                  <a:pt x="9" y="23"/>
                  <a:pt x="9" y="23"/>
                </a:cubicBezTo>
                <a:cubicBezTo>
                  <a:pt x="9" y="23"/>
                  <a:pt x="9" y="23"/>
                  <a:pt x="9" y="23"/>
                </a:cubicBezTo>
                <a:cubicBezTo>
                  <a:pt x="9" y="23"/>
                  <a:pt x="9" y="23"/>
                  <a:pt x="8" y="24"/>
                </a:cubicBezTo>
                <a:cubicBezTo>
                  <a:pt x="8" y="24"/>
                  <a:pt x="8" y="24"/>
                  <a:pt x="8" y="24"/>
                </a:cubicBezTo>
                <a:cubicBezTo>
                  <a:pt x="8" y="24"/>
                  <a:pt x="8" y="24"/>
                  <a:pt x="8" y="24"/>
                </a:cubicBezTo>
                <a:cubicBezTo>
                  <a:pt x="8" y="24"/>
                  <a:pt x="8" y="24"/>
                  <a:pt x="8" y="24"/>
                </a:cubicBezTo>
                <a:cubicBezTo>
                  <a:pt x="8" y="24"/>
                  <a:pt x="8" y="24"/>
                  <a:pt x="8" y="24"/>
                </a:cubicBezTo>
                <a:cubicBezTo>
                  <a:pt x="8" y="24"/>
                  <a:pt x="8" y="24"/>
                  <a:pt x="8" y="24"/>
                </a:cubicBezTo>
                <a:cubicBezTo>
                  <a:pt x="8" y="24"/>
                  <a:pt x="8" y="24"/>
                  <a:pt x="8" y="24"/>
                </a:cubicBezTo>
                <a:cubicBezTo>
                  <a:pt x="8" y="24"/>
                  <a:pt x="8" y="24"/>
                  <a:pt x="8" y="24"/>
                </a:cubicBezTo>
                <a:cubicBezTo>
                  <a:pt x="8" y="24"/>
                  <a:pt x="8" y="24"/>
                  <a:pt x="8" y="24"/>
                </a:cubicBezTo>
                <a:cubicBezTo>
                  <a:pt x="8" y="24"/>
                  <a:pt x="8" y="24"/>
                  <a:pt x="8" y="24"/>
                </a:cubicBezTo>
                <a:cubicBezTo>
                  <a:pt x="8" y="24"/>
                  <a:pt x="8" y="24"/>
                  <a:pt x="8" y="24"/>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7" y="25"/>
                </a:cubicBezTo>
                <a:cubicBezTo>
                  <a:pt x="7" y="24"/>
                  <a:pt x="7" y="24"/>
                  <a:pt x="7" y="24"/>
                </a:cubicBezTo>
                <a:cubicBezTo>
                  <a:pt x="7" y="24"/>
                  <a:pt x="7" y="24"/>
                  <a:pt x="7" y="24"/>
                </a:cubicBezTo>
                <a:cubicBezTo>
                  <a:pt x="7" y="24"/>
                  <a:pt x="7" y="24"/>
                  <a:pt x="7" y="24"/>
                </a:cubicBezTo>
                <a:cubicBezTo>
                  <a:pt x="7" y="24"/>
                  <a:pt x="7" y="24"/>
                  <a:pt x="7" y="24"/>
                </a:cubicBezTo>
                <a:cubicBezTo>
                  <a:pt x="7" y="24"/>
                  <a:pt x="7" y="24"/>
                  <a:pt x="7" y="24"/>
                </a:cubicBezTo>
                <a:cubicBezTo>
                  <a:pt x="7" y="24"/>
                  <a:pt x="7" y="24"/>
                  <a:pt x="7" y="24"/>
                </a:cubicBezTo>
                <a:cubicBezTo>
                  <a:pt x="7" y="24"/>
                  <a:pt x="7" y="24"/>
                  <a:pt x="7" y="24"/>
                </a:cubicBezTo>
                <a:cubicBezTo>
                  <a:pt x="6" y="24"/>
                  <a:pt x="6" y="24"/>
                  <a:pt x="6" y="24"/>
                </a:cubicBezTo>
                <a:cubicBezTo>
                  <a:pt x="6" y="24"/>
                  <a:pt x="6" y="24"/>
                  <a:pt x="6" y="24"/>
                </a:cubicBezTo>
                <a:cubicBezTo>
                  <a:pt x="6" y="24"/>
                  <a:pt x="6" y="24"/>
                  <a:pt x="6" y="24"/>
                </a:cubicBezTo>
                <a:cubicBezTo>
                  <a:pt x="6" y="24"/>
                  <a:pt x="6" y="24"/>
                  <a:pt x="6" y="24"/>
                </a:cubicBezTo>
                <a:cubicBezTo>
                  <a:pt x="6" y="24"/>
                  <a:pt x="6" y="24"/>
                  <a:pt x="6" y="24"/>
                </a:cubicBezTo>
                <a:cubicBezTo>
                  <a:pt x="6" y="24"/>
                  <a:pt x="6" y="24"/>
                  <a:pt x="6" y="24"/>
                </a:cubicBezTo>
                <a:cubicBezTo>
                  <a:pt x="6" y="24"/>
                  <a:pt x="6" y="24"/>
                  <a:pt x="6" y="24"/>
                </a:cubicBezTo>
                <a:cubicBezTo>
                  <a:pt x="6" y="24"/>
                  <a:pt x="6" y="24"/>
                  <a:pt x="6" y="23"/>
                </a:cubicBezTo>
                <a:cubicBezTo>
                  <a:pt x="6" y="23"/>
                  <a:pt x="6" y="23"/>
                  <a:pt x="6" y="23"/>
                </a:cubicBezTo>
                <a:cubicBezTo>
                  <a:pt x="6" y="23"/>
                  <a:pt x="6" y="23"/>
                  <a:pt x="5" y="23"/>
                </a:cubicBezTo>
                <a:cubicBezTo>
                  <a:pt x="6" y="23"/>
                  <a:pt x="6" y="23"/>
                  <a:pt x="6" y="23"/>
                </a:cubicBezTo>
                <a:cubicBezTo>
                  <a:pt x="6" y="23"/>
                  <a:pt x="6" y="23"/>
                  <a:pt x="6" y="23"/>
                </a:cubicBezTo>
                <a:cubicBezTo>
                  <a:pt x="6" y="23"/>
                  <a:pt x="6" y="23"/>
                  <a:pt x="6" y="23"/>
                </a:cubicBezTo>
                <a:cubicBezTo>
                  <a:pt x="6" y="23"/>
                  <a:pt x="6" y="22"/>
                  <a:pt x="6" y="22"/>
                </a:cubicBezTo>
                <a:cubicBezTo>
                  <a:pt x="6" y="22"/>
                  <a:pt x="6" y="22"/>
                  <a:pt x="6" y="22"/>
                </a:cubicBezTo>
                <a:cubicBezTo>
                  <a:pt x="6" y="22"/>
                  <a:pt x="6" y="22"/>
                  <a:pt x="6" y="22"/>
                </a:cubicBezTo>
                <a:cubicBezTo>
                  <a:pt x="6" y="22"/>
                  <a:pt x="6" y="22"/>
                  <a:pt x="6" y="22"/>
                </a:cubicBezTo>
                <a:cubicBezTo>
                  <a:pt x="6" y="22"/>
                  <a:pt x="6" y="22"/>
                  <a:pt x="6" y="22"/>
                </a:cubicBezTo>
                <a:cubicBezTo>
                  <a:pt x="6" y="21"/>
                  <a:pt x="6" y="21"/>
                  <a:pt x="6" y="21"/>
                </a:cubicBezTo>
                <a:cubicBezTo>
                  <a:pt x="6" y="21"/>
                  <a:pt x="6" y="21"/>
                  <a:pt x="6" y="21"/>
                </a:cubicBezTo>
                <a:cubicBezTo>
                  <a:pt x="6" y="21"/>
                  <a:pt x="6" y="21"/>
                  <a:pt x="6" y="21"/>
                </a:cubicBezTo>
                <a:cubicBezTo>
                  <a:pt x="6" y="21"/>
                  <a:pt x="6" y="21"/>
                  <a:pt x="6" y="21"/>
                </a:cubicBezTo>
                <a:cubicBezTo>
                  <a:pt x="6" y="21"/>
                  <a:pt x="6" y="21"/>
                  <a:pt x="6" y="21"/>
                </a:cubicBezTo>
                <a:cubicBezTo>
                  <a:pt x="5" y="21"/>
                  <a:pt x="5" y="21"/>
                  <a:pt x="5" y="21"/>
                </a:cubicBezTo>
                <a:cubicBezTo>
                  <a:pt x="5" y="21"/>
                  <a:pt x="5" y="21"/>
                  <a:pt x="5" y="21"/>
                </a:cubicBezTo>
                <a:cubicBezTo>
                  <a:pt x="5" y="21"/>
                  <a:pt x="5" y="21"/>
                  <a:pt x="5" y="21"/>
                </a:cubicBezTo>
                <a:cubicBezTo>
                  <a:pt x="5" y="21"/>
                  <a:pt x="5" y="21"/>
                  <a:pt x="5" y="21"/>
                </a:cubicBezTo>
                <a:cubicBezTo>
                  <a:pt x="5" y="21"/>
                  <a:pt x="5" y="21"/>
                  <a:pt x="5" y="21"/>
                </a:cubicBezTo>
                <a:cubicBezTo>
                  <a:pt x="5" y="21"/>
                  <a:pt x="5" y="21"/>
                  <a:pt x="5" y="21"/>
                </a:cubicBezTo>
                <a:cubicBezTo>
                  <a:pt x="5" y="21"/>
                  <a:pt x="5" y="21"/>
                  <a:pt x="5" y="21"/>
                </a:cubicBezTo>
                <a:cubicBezTo>
                  <a:pt x="5" y="20"/>
                  <a:pt x="5" y="20"/>
                  <a:pt x="5" y="20"/>
                </a:cubicBezTo>
                <a:cubicBezTo>
                  <a:pt x="5" y="20"/>
                  <a:pt x="5" y="20"/>
                  <a:pt x="5" y="20"/>
                </a:cubicBezTo>
                <a:cubicBezTo>
                  <a:pt x="5" y="20"/>
                  <a:pt x="5" y="20"/>
                  <a:pt x="5" y="20"/>
                </a:cubicBezTo>
                <a:cubicBezTo>
                  <a:pt x="5" y="20"/>
                  <a:pt x="5" y="20"/>
                  <a:pt x="5" y="20"/>
                </a:cubicBezTo>
                <a:cubicBezTo>
                  <a:pt x="5" y="20"/>
                  <a:pt x="5" y="20"/>
                  <a:pt x="5" y="20"/>
                </a:cubicBezTo>
                <a:cubicBezTo>
                  <a:pt x="5" y="20"/>
                  <a:pt x="5" y="20"/>
                  <a:pt x="5" y="20"/>
                </a:cubicBezTo>
                <a:cubicBezTo>
                  <a:pt x="5" y="20"/>
                  <a:pt x="5" y="20"/>
                  <a:pt x="5" y="20"/>
                </a:cubicBezTo>
                <a:cubicBezTo>
                  <a:pt x="6" y="20"/>
                  <a:pt x="6" y="20"/>
                  <a:pt x="6" y="19"/>
                </a:cubicBezTo>
                <a:cubicBezTo>
                  <a:pt x="6" y="19"/>
                  <a:pt x="6" y="19"/>
                  <a:pt x="6" y="19"/>
                </a:cubicBezTo>
                <a:cubicBezTo>
                  <a:pt x="6" y="19"/>
                  <a:pt x="6" y="19"/>
                  <a:pt x="6" y="19"/>
                </a:cubicBezTo>
                <a:cubicBezTo>
                  <a:pt x="6" y="18"/>
                  <a:pt x="6" y="18"/>
                  <a:pt x="6" y="18"/>
                </a:cubicBezTo>
                <a:cubicBezTo>
                  <a:pt x="6" y="18"/>
                  <a:pt x="6" y="18"/>
                  <a:pt x="6" y="18"/>
                </a:cubicBezTo>
                <a:cubicBezTo>
                  <a:pt x="6" y="18"/>
                  <a:pt x="6" y="18"/>
                  <a:pt x="6" y="18"/>
                </a:cubicBezTo>
                <a:cubicBezTo>
                  <a:pt x="5" y="18"/>
                  <a:pt x="5" y="18"/>
                  <a:pt x="5" y="18"/>
                </a:cubicBezTo>
                <a:cubicBezTo>
                  <a:pt x="5" y="19"/>
                  <a:pt x="5" y="19"/>
                  <a:pt x="5" y="19"/>
                </a:cubicBezTo>
                <a:cubicBezTo>
                  <a:pt x="5" y="19"/>
                  <a:pt x="5" y="19"/>
                  <a:pt x="5" y="19"/>
                </a:cubicBezTo>
                <a:cubicBezTo>
                  <a:pt x="5" y="19"/>
                  <a:pt x="5" y="19"/>
                  <a:pt x="5" y="19"/>
                </a:cubicBezTo>
                <a:cubicBezTo>
                  <a:pt x="5" y="19"/>
                  <a:pt x="5" y="19"/>
                  <a:pt x="5" y="19"/>
                </a:cubicBezTo>
                <a:cubicBezTo>
                  <a:pt x="5" y="19"/>
                  <a:pt x="5" y="19"/>
                  <a:pt x="5" y="19"/>
                </a:cubicBezTo>
                <a:cubicBezTo>
                  <a:pt x="5" y="19"/>
                  <a:pt x="5" y="19"/>
                  <a:pt x="5" y="19"/>
                </a:cubicBezTo>
                <a:cubicBezTo>
                  <a:pt x="5" y="19"/>
                  <a:pt x="5" y="19"/>
                  <a:pt x="5" y="19"/>
                </a:cubicBezTo>
                <a:cubicBezTo>
                  <a:pt x="5" y="19"/>
                  <a:pt x="5" y="19"/>
                  <a:pt x="5" y="19"/>
                </a:cubicBezTo>
                <a:cubicBezTo>
                  <a:pt x="5" y="19"/>
                  <a:pt x="5" y="19"/>
                  <a:pt x="5" y="19"/>
                </a:cubicBezTo>
                <a:cubicBezTo>
                  <a:pt x="4" y="19"/>
                  <a:pt x="4" y="19"/>
                  <a:pt x="4" y="19"/>
                </a:cubicBezTo>
                <a:cubicBezTo>
                  <a:pt x="4" y="19"/>
                  <a:pt x="4" y="19"/>
                  <a:pt x="4" y="19"/>
                </a:cubicBezTo>
                <a:cubicBezTo>
                  <a:pt x="4" y="19"/>
                  <a:pt x="4" y="19"/>
                  <a:pt x="4" y="19"/>
                </a:cubicBezTo>
                <a:cubicBezTo>
                  <a:pt x="4" y="20"/>
                  <a:pt x="4" y="20"/>
                  <a:pt x="4" y="20"/>
                </a:cubicBezTo>
                <a:cubicBezTo>
                  <a:pt x="4" y="20"/>
                  <a:pt x="4" y="20"/>
                  <a:pt x="4" y="20"/>
                </a:cubicBezTo>
                <a:cubicBezTo>
                  <a:pt x="4" y="20"/>
                  <a:pt x="4" y="20"/>
                  <a:pt x="4" y="20"/>
                </a:cubicBezTo>
                <a:cubicBezTo>
                  <a:pt x="4" y="20"/>
                  <a:pt x="4" y="20"/>
                  <a:pt x="4" y="20"/>
                </a:cubicBezTo>
                <a:cubicBezTo>
                  <a:pt x="4" y="19"/>
                  <a:pt x="4" y="19"/>
                  <a:pt x="4" y="19"/>
                </a:cubicBezTo>
                <a:cubicBezTo>
                  <a:pt x="4" y="19"/>
                  <a:pt x="4" y="19"/>
                  <a:pt x="3" y="19"/>
                </a:cubicBezTo>
                <a:cubicBezTo>
                  <a:pt x="3" y="19"/>
                  <a:pt x="3" y="19"/>
                  <a:pt x="3" y="19"/>
                </a:cubicBezTo>
                <a:cubicBezTo>
                  <a:pt x="3" y="19"/>
                  <a:pt x="3" y="19"/>
                  <a:pt x="3" y="19"/>
                </a:cubicBezTo>
                <a:cubicBezTo>
                  <a:pt x="3" y="19"/>
                  <a:pt x="3" y="19"/>
                  <a:pt x="3" y="19"/>
                </a:cubicBezTo>
                <a:cubicBezTo>
                  <a:pt x="3" y="19"/>
                  <a:pt x="3" y="19"/>
                  <a:pt x="3" y="19"/>
                </a:cubicBezTo>
                <a:cubicBezTo>
                  <a:pt x="3" y="19"/>
                  <a:pt x="3" y="19"/>
                  <a:pt x="3" y="19"/>
                </a:cubicBezTo>
                <a:cubicBezTo>
                  <a:pt x="3" y="19"/>
                  <a:pt x="3" y="19"/>
                  <a:pt x="4" y="19"/>
                </a:cubicBezTo>
                <a:cubicBezTo>
                  <a:pt x="4" y="19"/>
                  <a:pt x="4" y="19"/>
                  <a:pt x="4" y="19"/>
                </a:cubicBezTo>
                <a:cubicBezTo>
                  <a:pt x="4" y="19"/>
                  <a:pt x="4" y="19"/>
                  <a:pt x="4" y="19"/>
                </a:cubicBezTo>
                <a:cubicBezTo>
                  <a:pt x="4" y="19"/>
                  <a:pt x="4" y="19"/>
                  <a:pt x="4" y="19"/>
                </a:cubicBezTo>
                <a:cubicBezTo>
                  <a:pt x="4" y="19"/>
                  <a:pt x="4" y="19"/>
                  <a:pt x="4" y="19"/>
                </a:cubicBezTo>
                <a:cubicBezTo>
                  <a:pt x="4" y="19"/>
                  <a:pt x="4" y="19"/>
                  <a:pt x="4" y="19"/>
                </a:cubicBezTo>
                <a:cubicBezTo>
                  <a:pt x="4" y="18"/>
                  <a:pt x="4" y="18"/>
                  <a:pt x="4" y="18"/>
                </a:cubicBezTo>
                <a:cubicBezTo>
                  <a:pt x="4" y="18"/>
                  <a:pt x="4" y="18"/>
                  <a:pt x="4" y="18"/>
                </a:cubicBezTo>
                <a:cubicBezTo>
                  <a:pt x="4" y="18"/>
                  <a:pt x="4" y="18"/>
                  <a:pt x="4" y="18"/>
                </a:cubicBezTo>
                <a:cubicBezTo>
                  <a:pt x="4" y="18"/>
                  <a:pt x="4" y="18"/>
                  <a:pt x="4" y="18"/>
                </a:cubicBezTo>
                <a:cubicBezTo>
                  <a:pt x="4" y="18"/>
                  <a:pt x="4" y="18"/>
                  <a:pt x="4" y="18"/>
                </a:cubicBezTo>
                <a:cubicBezTo>
                  <a:pt x="4" y="18"/>
                  <a:pt x="4" y="18"/>
                  <a:pt x="4" y="18"/>
                </a:cubicBezTo>
                <a:cubicBezTo>
                  <a:pt x="4" y="18"/>
                  <a:pt x="4" y="18"/>
                  <a:pt x="4" y="18"/>
                </a:cubicBezTo>
                <a:cubicBezTo>
                  <a:pt x="4" y="17"/>
                  <a:pt x="4" y="17"/>
                  <a:pt x="4" y="17"/>
                </a:cubicBezTo>
                <a:cubicBezTo>
                  <a:pt x="4" y="17"/>
                  <a:pt x="4" y="17"/>
                  <a:pt x="4" y="17"/>
                </a:cubicBezTo>
                <a:cubicBezTo>
                  <a:pt x="4" y="17"/>
                  <a:pt x="4" y="17"/>
                  <a:pt x="4" y="17"/>
                </a:cubicBezTo>
                <a:cubicBezTo>
                  <a:pt x="4" y="17"/>
                  <a:pt x="4" y="17"/>
                  <a:pt x="4" y="17"/>
                </a:cubicBezTo>
                <a:cubicBezTo>
                  <a:pt x="4" y="17"/>
                  <a:pt x="4" y="17"/>
                  <a:pt x="4" y="17"/>
                </a:cubicBezTo>
                <a:cubicBezTo>
                  <a:pt x="4" y="17"/>
                  <a:pt x="4" y="17"/>
                  <a:pt x="4" y="17"/>
                </a:cubicBezTo>
                <a:cubicBezTo>
                  <a:pt x="4" y="17"/>
                  <a:pt x="5" y="17"/>
                  <a:pt x="5" y="17"/>
                </a:cubicBezTo>
                <a:cubicBezTo>
                  <a:pt x="5" y="17"/>
                  <a:pt x="5" y="17"/>
                  <a:pt x="5" y="17"/>
                </a:cubicBezTo>
                <a:cubicBezTo>
                  <a:pt x="5" y="17"/>
                  <a:pt x="5" y="17"/>
                  <a:pt x="5" y="17"/>
                </a:cubicBezTo>
                <a:cubicBezTo>
                  <a:pt x="5" y="17"/>
                  <a:pt x="5" y="17"/>
                  <a:pt x="5" y="16"/>
                </a:cubicBezTo>
                <a:cubicBezTo>
                  <a:pt x="5" y="16"/>
                  <a:pt x="5" y="16"/>
                  <a:pt x="5" y="16"/>
                </a:cubicBezTo>
                <a:cubicBezTo>
                  <a:pt x="5" y="16"/>
                  <a:pt x="5" y="16"/>
                  <a:pt x="5" y="16"/>
                </a:cubicBezTo>
                <a:cubicBezTo>
                  <a:pt x="5" y="16"/>
                  <a:pt x="5" y="16"/>
                  <a:pt x="5" y="16"/>
                </a:cubicBezTo>
                <a:cubicBezTo>
                  <a:pt x="5" y="16"/>
                  <a:pt x="5" y="16"/>
                  <a:pt x="5" y="16"/>
                </a:cubicBezTo>
                <a:cubicBezTo>
                  <a:pt x="5" y="16"/>
                  <a:pt x="5" y="16"/>
                  <a:pt x="5" y="16"/>
                </a:cubicBezTo>
                <a:cubicBezTo>
                  <a:pt x="5" y="16"/>
                  <a:pt x="5" y="16"/>
                  <a:pt x="5" y="16"/>
                </a:cubicBezTo>
                <a:cubicBezTo>
                  <a:pt x="5" y="16"/>
                  <a:pt x="6" y="15"/>
                  <a:pt x="6" y="15"/>
                </a:cubicBezTo>
                <a:cubicBezTo>
                  <a:pt x="6" y="15"/>
                  <a:pt x="6" y="15"/>
                  <a:pt x="6" y="15"/>
                </a:cubicBezTo>
                <a:cubicBezTo>
                  <a:pt x="6" y="15"/>
                  <a:pt x="6" y="15"/>
                  <a:pt x="6" y="15"/>
                </a:cubicBezTo>
                <a:cubicBezTo>
                  <a:pt x="6" y="15"/>
                  <a:pt x="6" y="15"/>
                  <a:pt x="6" y="15"/>
                </a:cubicBezTo>
                <a:cubicBezTo>
                  <a:pt x="6" y="15"/>
                  <a:pt x="6" y="15"/>
                  <a:pt x="6" y="15"/>
                </a:cubicBezTo>
                <a:cubicBezTo>
                  <a:pt x="6" y="15"/>
                  <a:pt x="6" y="15"/>
                  <a:pt x="6" y="15"/>
                </a:cubicBezTo>
                <a:cubicBezTo>
                  <a:pt x="6" y="15"/>
                  <a:pt x="6" y="15"/>
                  <a:pt x="6" y="15"/>
                </a:cubicBezTo>
                <a:cubicBezTo>
                  <a:pt x="7" y="15"/>
                  <a:pt x="7" y="15"/>
                  <a:pt x="7" y="15"/>
                </a:cubicBezTo>
                <a:cubicBezTo>
                  <a:pt x="7" y="15"/>
                  <a:pt x="7" y="15"/>
                  <a:pt x="7" y="15"/>
                </a:cubicBezTo>
                <a:cubicBezTo>
                  <a:pt x="7" y="15"/>
                  <a:pt x="7" y="15"/>
                  <a:pt x="7" y="15"/>
                </a:cubicBezTo>
                <a:cubicBezTo>
                  <a:pt x="7" y="15"/>
                  <a:pt x="8" y="15"/>
                  <a:pt x="8" y="15"/>
                </a:cubicBezTo>
                <a:cubicBezTo>
                  <a:pt x="8" y="15"/>
                  <a:pt x="8" y="15"/>
                  <a:pt x="8" y="15"/>
                </a:cubicBezTo>
                <a:cubicBezTo>
                  <a:pt x="8" y="15"/>
                  <a:pt x="8" y="15"/>
                  <a:pt x="8" y="15"/>
                </a:cubicBezTo>
                <a:cubicBezTo>
                  <a:pt x="8" y="15"/>
                  <a:pt x="8" y="15"/>
                  <a:pt x="8" y="15"/>
                </a:cubicBezTo>
                <a:cubicBezTo>
                  <a:pt x="8" y="15"/>
                  <a:pt x="8" y="16"/>
                  <a:pt x="8" y="16"/>
                </a:cubicBezTo>
                <a:cubicBezTo>
                  <a:pt x="8" y="16"/>
                  <a:pt x="8" y="16"/>
                  <a:pt x="8" y="16"/>
                </a:cubicBezTo>
                <a:cubicBezTo>
                  <a:pt x="8" y="16"/>
                  <a:pt x="8" y="16"/>
                  <a:pt x="8" y="16"/>
                </a:cubicBezTo>
                <a:cubicBezTo>
                  <a:pt x="8" y="16"/>
                  <a:pt x="8" y="16"/>
                  <a:pt x="8" y="16"/>
                </a:cubicBezTo>
                <a:cubicBezTo>
                  <a:pt x="8" y="16"/>
                  <a:pt x="8" y="16"/>
                  <a:pt x="8" y="16"/>
                </a:cubicBezTo>
                <a:cubicBezTo>
                  <a:pt x="8" y="16"/>
                  <a:pt x="8" y="16"/>
                  <a:pt x="8" y="16"/>
                </a:cubicBezTo>
                <a:cubicBezTo>
                  <a:pt x="8" y="16"/>
                  <a:pt x="8" y="17"/>
                  <a:pt x="8" y="17"/>
                </a:cubicBezTo>
                <a:cubicBezTo>
                  <a:pt x="8" y="17"/>
                  <a:pt x="8" y="17"/>
                  <a:pt x="8" y="17"/>
                </a:cubicBezTo>
                <a:cubicBezTo>
                  <a:pt x="8" y="17"/>
                  <a:pt x="8" y="17"/>
                  <a:pt x="8" y="17"/>
                </a:cubicBezTo>
                <a:cubicBezTo>
                  <a:pt x="8" y="17"/>
                  <a:pt x="8" y="17"/>
                  <a:pt x="8" y="17"/>
                </a:cubicBezTo>
                <a:cubicBezTo>
                  <a:pt x="9" y="17"/>
                  <a:pt x="9" y="16"/>
                  <a:pt x="9" y="16"/>
                </a:cubicBezTo>
                <a:cubicBezTo>
                  <a:pt x="9" y="16"/>
                  <a:pt x="9" y="16"/>
                  <a:pt x="9" y="16"/>
                </a:cubicBezTo>
                <a:cubicBezTo>
                  <a:pt x="9" y="16"/>
                  <a:pt x="9" y="16"/>
                  <a:pt x="9" y="16"/>
                </a:cubicBezTo>
                <a:cubicBezTo>
                  <a:pt x="9" y="16"/>
                  <a:pt x="9" y="16"/>
                  <a:pt x="9" y="16"/>
                </a:cubicBezTo>
                <a:cubicBezTo>
                  <a:pt x="9" y="16"/>
                  <a:pt x="9" y="16"/>
                  <a:pt x="9" y="16"/>
                </a:cubicBezTo>
                <a:cubicBezTo>
                  <a:pt x="9" y="16"/>
                  <a:pt x="9" y="16"/>
                  <a:pt x="9" y="15"/>
                </a:cubicBezTo>
                <a:cubicBezTo>
                  <a:pt x="9" y="15"/>
                  <a:pt x="9" y="15"/>
                  <a:pt x="9" y="15"/>
                </a:cubicBezTo>
                <a:cubicBezTo>
                  <a:pt x="9" y="15"/>
                  <a:pt x="9" y="15"/>
                  <a:pt x="9" y="15"/>
                </a:cubicBezTo>
                <a:cubicBezTo>
                  <a:pt x="9" y="15"/>
                  <a:pt x="9" y="15"/>
                  <a:pt x="9" y="15"/>
                </a:cubicBezTo>
                <a:cubicBezTo>
                  <a:pt x="9" y="15"/>
                  <a:pt x="9" y="15"/>
                  <a:pt x="9" y="15"/>
                </a:cubicBezTo>
                <a:cubicBezTo>
                  <a:pt x="9" y="15"/>
                  <a:pt x="9" y="15"/>
                  <a:pt x="9" y="15"/>
                </a:cubicBezTo>
                <a:cubicBezTo>
                  <a:pt x="9" y="15"/>
                  <a:pt x="9" y="14"/>
                  <a:pt x="9" y="14"/>
                </a:cubicBezTo>
                <a:cubicBezTo>
                  <a:pt x="9" y="14"/>
                  <a:pt x="9" y="14"/>
                  <a:pt x="9" y="14"/>
                </a:cubicBezTo>
                <a:cubicBezTo>
                  <a:pt x="9" y="14"/>
                  <a:pt x="9" y="14"/>
                  <a:pt x="9" y="14"/>
                </a:cubicBezTo>
                <a:cubicBezTo>
                  <a:pt x="9" y="14"/>
                  <a:pt x="9" y="14"/>
                  <a:pt x="9" y="14"/>
                </a:cubicBezTo>
                <a:cubicBezTo>
                  <a:pt x="9" y="14"/>
                  <a:pt x="9" y="14"/>
                  <a:pt x="9" y="14"/>
                </a:cubicBezTo>
                <a:cubicBezTo>
                  <a:pt x="9" y="14"/>
                  <a:pt x="9" y="14"/>
                  <a:pt x="9" y="14"/>
                </a:cubicBezTo>
                <a:cubicBezTo>
                  <a:pt x="10" y="14"/>
                  <a:pt x="10" y="14"/>
                  <a:pt x="10" y="14"/>
                </a:cubicBezTo>
                <a:cubicBezTo>
                  <a:pt x="10" y="14"/>
                  <a:pt x="10" y="14"/>
                  <a:pt x="10" y="14"/>
                </a:cubicBezTo>
                <a:cubicBezTo>
                  <a:pt x="10" y="14"/>
                  <a:pt x="10" y="14"/>
                  <a:pt x="10" y="14"/>
                </a:cubicBezTo>
                <a:cubicBezTo>
                  <a:pt x="10" y="14"/>
                  <a:pt x="10" y="14"/>
                  <a:pt x="10" y="14"/>
                </a:cubicBezTo>
                <a:cubicBezTo>
                  <a:pt x="10" y="14"/>
                  <a:pt x="10" y="14"/>
                  <a:pt x="10" y="14"/>
                </a:cubicBezTo>
                <a:cubicBezTo>
                  <a:pt x="10" y="14"/>
                  <a:pt x="10" y="14"/>
                  <a:pt x="10" y="14"/>
                </a:cubicBezTo>
                <a:cubicBezTo>
                  <a:pt x="10" y="14"/>
                  <a:pt x="10" y="14"/>
                  <a:pt x="10" y="14"/>
                </a:cubicBezTo>
                <a:cubicBezTo>
                  <a:pt x="10" y="14"/>
                  <a:pt x="10" y="14"/>
                  <a:pt x="10" y="14"/>
                </a:cubicBezTo>
                <a:cubicBezTo>
                  <a:pt x="10" y="14"/>
                  <a:pt x="10" y="14"/>
                  <a:pt x="10" y="14"/>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1" y="13"/>
                  <a:pt x="11" y="13"/>
                </a:cubicBezTo>
                <a:cubicBezTo>
                  <a:pt x="11" y="13"/>
                  <a:pt x="11" y="13"/>
                  <a:pt x="11" y="13"/>
                </a:cubicBezTo>
                <a:cubicBezTo>
                  <a:pt x="11" y="13"/>
                  <a:pt x="11" y="13"/>
                  <a:pt x="11" y="13"/>
                </a:cubicBezTo>
                <a:cubicBezTo>
                  <a:pt x="11" y="13"/>
                  <a:pt x="11" y="13"/>
                  <a:pt x="11" y="13"/>
                </a:cubicBezTo>
                <a:cubicBezTo>
                  <a:pt x="12" y="13"/>
                  <a:pt x="12" y="13"/>
                  <a:pt x="12" y="12"/>
                </a:cubicBezTo>
                <a:cubicBezTo>
                  <a:pt x="12" y="12"/>
                  <a:pt x="12" y="12"/>
                  <a:pt x="12" y="12"/>
                </a:cubicBezTo>
                <a:cubicBezTo>
                  <a:pt x="12" y="12"/>
                  <a:pt x="12" y="12"/>
                  <a:pt x="12" y="12"/>
                </a:cubicBezTo>
                <a:cubicBezTo>
                  <a:pt x="12" y="12"/>
                  <a:pt x="12" y="12"/>
                  <a:pt x="12" y="12"/>
                </a:cubicBezTo>
                <a:cubicBezTo>
                  <a:pt x="12" y="12"/>
                  <a:pt x="12" y="12"/>
                  <a:pt x="12" y="12"/>
                </a:cubicBezTo>
                <a:cubicBezTo>
                  <a:pt x="12" y="12"/>
                  <a:pt x="12" y="12"/>
                  <a:pt x="12" y="12"/>
                </a:cubicBezTo>
                <a:cubicBezTo>
                  <a:pt x="12" y="12"/>
                  <a:pt x="12" y="12"/>
                  <a:pt x="12" y="12"/>
                </a:cubicBezTo>
                <a:cubicBezTo>
                  <a:pt x="12" y="11"/>
                  <a:pt x="12" y="11"/>
                  <a:pt x="12" y="11"/>
                </a:cubicBezTo>
                <a:cubicBezTo>
                  <a:pt x="12" y="11"/>
                  <a:pt x="12" y="11"/>
                  <a:pt x="12" y="11"/>
                </a:cubicBezTo>
                <a:cubicBezTo>
                  <a:pt x="12" y="11"/>
                  <a:pt x="13" y="11"/>
                  <a:pt x="13" y="11"/>
                </a:cubicBezTo>
                <a:cubicBezTo>
                  <a:pt x="13" y="11"/>
                  <a:pt x="13" y="11"/>
                  <a:pt x="13" y="11"/>
                </a:cubicBezTo>
                <a:cubicBezTo>
                  <a:pt x="13" y="11"/>
                  <a:pt x="13" y="10"/>
                  <a:pt x="13" y="10"/>
                </a:cubicBezTo>
                <a:cubicBezTo>
                  <a:pt x="13" y="10"/>
                  <a:pt x="13" y="10"/>
                  <a:pt x="13" y="10"/>
                </a:cubicBezTo>
                <a:cubicBezTo>
                  <a:pt x="13" y="10"/>
                  <a:pt x="14" y="10"/>
                  <a:pt x="14" y="10"/>
                </a:cubicBezTo>
                <a:cubicBezTo>
                  <a:pt x="14" y="10"/>
                  <a:pt x="14" y="10"/>
                  <a:pt x="14" y="10"/>
                </a:cubicBezTo>
                <a:cubicBezTo>
                  <a:pt x="14" y="10"/>
                  <a:pt x="14" y="10"/>
                  <a:pt x="14" y="10"/>
                </a:cubicBezTo>
                <a:cubicBezTo>
                  <a:pt x="14" y="10"/>
                  <a:pt x="14" y="10"/>
                  <a:pt x="14" y="10"/>
                </a:cubicBezTo>
                <a:cubicBezTo>
                  <a:pt x="14" y="10"/>
                  <a:pt x="14" y="10"/>
                  <a:pt x="14" y="10"/>
                </a:cubicBezTo>
                <a:cubicBezTo>
                  <a:pt x="14" y="10"/>
                  <a:pt x="14" y="10"/>
                  <a:pt x="14" y="10"/>
                </a:cubicBezTo>
                <a:cubicBezTo>
                  <a:pt x="14" y="10"/>
                  <a:pt x="14" y="10"/>
                  <a:pt x="14" y="10"/>
                </a:cubicBezTo>
                <a:cubicBezTo>
                  <a:pt x="14" y="10"/>
                  <a:pt x="15" y="10"/>
                  <a:pt x="15" y="10"/>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5" y="9"/>
                  <a:pt x="15" y="9"/>
                  <a:pt x="15" y="9"/>
                </a:cubicBezTo>
                <a:cubicBezTo>
                  <a:pt x="16" y="9"/>
                  <a:pt x="16" y="9"/>
                  <a:pt x="16" y="9"/>
                </a:cubicBezTo>
                <a:cubicBezTo>
                  <a:pt x="16" y="9"/>
                  <a:pt x="16" y="9"/>
                  <a:pt x="16" y="9"/>
                </a:cubicBezTo>
                <a:cubicBezTo>
                  <a:pt x="16" y="9"/>
                  <a:pt x="16" y="9"/>
                  <a:pt x="16" y="9"/>
                </a:cubicBezTo>
                <a:cubicBezTo>
                  <a:pt x="16" y="9"/>
                  <a:pt x="16" y="9"/>
                  <a:pt x="16" y="9"/>
                </a:cubicBezTo>
                <a:cubicBezTo>
                  <a:pt x="16" y="9"/>
                  <a:pt x="16" y="9"/>
                  <a:pt x="16" y="9"/>
                </a:cubicBezTo>
                <a:cubicBezTo>
                  <a:pt x="16" y="9"/>
                  <a:pt x="16" y="8"/>
                  <a:pt x="16" y="8"/>
                </a:cubicBezTo>
                <a:cubicBezTo>
                  <a:pt x="16" y="8"/>
                  <a:pt x="16" y="8"/>
                  <a:pt x="16" y="8"/>
                </a:cubicBezTo>
                <a:cubicBezTo>
                  <a:pt x="16" y="8"/>
                  <a:pt x="16" y="8"/>
                  <a:pt x="16" y="8"/>
                </a:cubicBezTo>
                <a:cubicBezTo>
                  <a:pt x="16" y="8"/>
                  <a:pt x="16" y="8"/>
                  <a:pt x="16" y="8"/>
                </a:cubicBezTo>
                <a:cubicBezTo>
                  <a:pt x="16" y="8"/>
                  <a:pt x="16" y="8"/>
                  <a:pt x="16" y="8"/>
                </a:cubicBezTo>
                <a:cubicBezTo>
                  <a:pt x="17" y="8"/>
                  <a:pt x="17" y="8"/>
                  <a:pt x="17" y="8"/>
                </a:cubicBezTo>
                <a:cubicBezTo>
                  <a:pt x="17" y="8"/>
                  <a:pt x="17" y="8"/>
                  <a:pt x="17" y="8"/>
                </a:cubicBezTo>
                <a:cubicBezTo>
                  <a:pt x="17" y="8"/>
                  <a:pt x="17" y="8"/>
                  <a:pt x="17" y="8"/>
                </a:cubicBezTo>
                <a:cubicBezTo>
                  <a:pt x="17" y="8"/>
                  <a:pt x="17" y="8"/>
                  <a:pt x="17" y="8"/>
                </a:cubicBezTo>
                <a:cubicBezTo>
                  <a:pt x="17" y="7"/>
                  <a:pt x="17" y="7"/>
                  <a:pt x="17" y="7"/>
                </a:cubicBezTo>
                <a:cubicBezTo>
                  <a:pt x="16" y="7"/>
                  <a:pt x="16" y="7"/>
                  <a:pt x="16" y="7"/>
                </a:cubicBezTo>
                <a:cubicBezTo>
                  <a:pt x="16" y="7"/>
                  <a:pt x="16" y="7"/>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6" y="8"/>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6"/>
                  <a:pt x="19" y="6"/>
                </a:cubicBezTo>
                <a:cubicBezTo>
                  <a:pt x="19" y="6"/>
                  <a:pt x="19" y="6"/>
                  <a:pt x="19" y="6"/>
                </a:cubicBezTo>
                <a:cubicBezTo>
                  <a:pt x="19" y="6"/>
                  <a:pt x="19" y="6"/>
                  <a:pt x="19" y="6"/>
                </a:cubicBezTo>
                <a:cubicBezTo>
                  <a:pt x="19" y="6"/>
                  <a:pt x="19" y="6"/>
                  <a:pt x="19" y="6"/>
                </a:cubicBezTo>
                <a:cubicBezTo>
                  <a:pt x="19" y="6"/>
                  <a:pt x="19" y="6"/>
                  <a:pt x="19" y="6"/>
                </a:cubicBezTo>
                <a:cubicBezTo>
                  <a:pt x="19" y="6"/>
                  <a:pt x="20" y="6"/>
                  <a:pt x="20" y="6"/>
                </a:cubicBezTo>
                <a:cubicBezTo>
                  <a:pt x="20" y="6"/>
                  <a:pt x="20" y="6"/>
                  <a:pt x="20" y="6"/>
                </a:cubicBezTo>
                <a:cubicBezTo>
                  <a:pt x="20" y="6"/>
                  <a:pt x="20" y="6"/>
                  <a:pt x="20" y="6"/>
                </a:cubicBezTo>
                <a:cubicBezTo>
                  <a:pt x="20" y="6"/>
                  <a:pt x="20" y="6"/>
                  <a:pt x="20" y="6"/>
                </a:cubicBezTo>
                <a:cubicBezTo>
                  <a:pt x="20" y="6"/>
                  <a:pt x="20" y="6"/>
                  <a:pt x="20" y="6"/>
                </a:cubicBezTo>
                <a:cubicBezTo>
                  <a:pt x="20" y="6"/>
                  <a:pt x="20" y="6"/>
                  <a:pt x="20" y="6"/>
                </a:cubicBezTo>
                <a:cubicBezTo>
                  <a:pt x="21" y="6"/>
                  <a:pt x="21" y="6"/>
                  <a:pt x="21" y="6"/>
                </a:cubicBezTo>
                <a:cubicBezTo>
                  <a:pt x="21" y="6"/>
                  <a:pt x="21" y="6"/>
                  <a:pt x="21" y="6"/>
                </a:cubicBezTo>
                <a:cubicBezTo>
                  <a:pt x="21" y="6"/>
                  <a:pt x="21" y="5"/>
                  <a:pt x="21" y="5"/>
                </a:cubicBezTo>
                <a:cubicBezTo>
                  <a:pt x="20" y="5"/>
                  <a:pt x="20" y="5"/>
                  <a:pt x="20" y="5"/>
                </a:cubicBezTo>
                <a:cubicBezTo>
                  <a:pt x="20" y="5"/>
                  <a:pt x="20" y="5"/>
                  <a:pt x="20" y="5"/>
                </a:cubicBezTo>
                <a:cubicBezTo>
                  <a:pt x="20" y="4"/>
                  <a:pt x="20" y="4"/>
                  <a:pt x="20" y="4"/>
                </a:cubicBezTo>
                <a:cubicBezTo>
                  <a:pt x="20" y="4"/>
                  <a:pt x="20" y="4"/>
                  <a:pt x="20" y="4"/>
                </a:cubicBezTo>
                <a:cubicBezTo>
                  <a:pt x="20" y="4"/>
                  <a:pt x="20" y="4"/>
                  <a:pt x="20" y="4"/>
                </a:cubicBezTo>
                <a:cubicBezTo>
                  <a:pt x="20" y="4"/>
                  <a:pt x="20" y="4"/>
                  <a:pt x="20" y="4"/>
                </a:cubicBezTo>
                <a:cubicBezTo>
                  <a:pt x="20" y="4"/>
                  <a:pt x="20" y="4"/>
                  <a:pt x="20" y="4"/>
                </a:cubicBezTo>
                <a:cubicBezTo>
                  <a:pt x="20" y="4"/>
                  <a:pt x="20" y="4"/>
                  <a:pt x="20" y="4"/>
                </a:cubicBezTo>
                <a:cubicBezTo>
                  <a:pt x="20" y="4"/>
                  <a:pt x="19" y="4"/>
                  <a:pt x="19" y="4"/>
                </a:cubicBezTo>
                <a:cubicBezTo>
                  <a:pt x="19" y="4"/>
                  <a:pt x="19" y="4"/>
                  <a:pt x="19" y="4"/>
                </a:cubicBezTo>
                <a:cubicBezTo>
                  <a:pt x="19" y="4"/>
                  <a:pt x="19" y="4"/>
                  <a:pt x="19" y="4"/>
                </a:cubicBezTo>
                <a:cubicBezTo>
                  <a:pt x="19" y="4"/>
                  <a:pt x="19" y="4"/>
                  <a:pt x="19" y="4"/>
                </a:cubicBezTo>
                <a:cubicBezTo>
                  <a:pt x="20" y="4"/>
                  <a:pt x="20" y="4"/>
                  <a:pt x="20" y="4"/>
                </a:cubicBezTo>
                <a:cubicBezTo>
                  <a:pt x="20" y="4"/>
                  <a:pt x="20" y="4"/>
                  <a:pt x="20" y="4"/>
                </a:cubicBezTo>
                <a:cubicBezTo>
                  <a:pt x="20" y="4"/>
                  <a:pt x="19" y="4"/>
                  <a:pt x="19" y="4"/>
                </a:cubicBezTo>
                <a:cubicBezTo>
                  <a:pt x="19" y="4"/>
                  <a:pt x="19" y="4"/>
                  <a:pt x="19" y="4"/>
                </a:cubicBezTo>
                <a:cubicBezTo>
                  <a:pt x="19" y="4"/>
                  <a:pt x="19" y="4"/>
                  <a:pt x="19" y="4"/>
                </a:cubicBezTo>
                <a:cubicBezTo>
                  <a:pt x="18" y="4"/>
                  <a:pt x="18" y="4"/>
                  <a:pt x="18" y="4"/>
                </a:cubicBezTo>
                <a:cubicBezTo>
                  <a:pt x="18" y="4"/>
                  <a:pt x="18" y="4"/>
                  <a:pt x="18" y="4"/>
                </a:cubicBezTo>
                <a:cubicBezTo>
                  <a:pt x="18" y="4"/>
                  <a:pt x="18" y="4"/>
                  <a:pt x="18" y="4"/>
                </a:cubicBezTo>
                <a:cubicBezTo>
                  <a:pt x="18" y="4"/>
                  <a:pt x="18" y="4"/>
                  <a:pt x="18" y="4"/>
                </a:cubicBezTo>
                <a:cubicBezTo>
                  <a:pt x="17" y="4"/>
                  <a:pt x="17" y="4"/>
                  <a:pt x="17" y="4"/>
                </a:cubicBezTo>
                <a:cubicBezTo>
                  <a:pt x="17" y="4"/>
                  <a:pt x="17" y="4"/>
                  <a:pt x="17" y="4"/>
                </a:cubicBezTo>
                <a:cubicBezTo>
                  <a:pt x="17" y="4"/>
                  <a:pt x="17" y="4"/>
                  <a:pt x="17" y="4"/>
                </a:cubicBezTo>
                <a:cubicBezTo>
                  <a:pt x="17" y="4"/>
                  <a:pt x="17" y="4"/>
                  <a:pt x="17" y="4"/>
                </a:cubicBezTo>
                <a:cubicBezTo>
                  <a:pt x="17" y="4"/>
                  <a:pt x="17" y="4"/>
                  <a:pt x="17" y="4"/>
                </a:cubicBezTo>
                <a:cubicBezTo>
                  <a:pt x="17" y="5"/>
                  <a:pt x="17" y="5"/>
                  <a:pt x="17" y="5"/>
                </a:cubicBezTo>
                <a:cubicBezTo>
                  <a:pt x="17" y="5"/>
                  <a:pt x="17" y="5"/>
                  <a:pt x="17" y="5"/>
                </a:cubicBezTo>
                <a:cubicBezTo>
                  <a:pt x="16" y="5"/>
                  <a:pt x="16" y="5"/>
                  <a:pt x="16" y="5"/>
                </a:cubicBezTo>
                <a:cubicBezTo>
                  <a:pt x="16" y="5"/>
                  <a:pt x="16" y="5"/>
                  <a:pt x="16" y="5"/>
                </a:cubicBezTo>
                <a:cubicBezTo>
                  <a:pt x="16" y="5"/>
                  <a:pt x="16" y="5"/>
                  <a:pt x="16" y="5"/>
                </a:cubicBezTo>
                <a:cubicBezTo>
                  <a:pt x="16" y="5"/>
                  <a:pt x="16" y="5"/>
                  <a:pt x="16" y="5"/>
                </a:cubicBezTo>
                <a:cubicBezTo>
                  <a:pt x="16" y="5"/>
                  <a:pt x="16" y="5"/>
                  <a:pt x="16" y="5"/>
                </a:cubicBezTo>
                <a:cubicBezTo>
                  <a:pt x="16" y="5"/>
                  <a:pt x="16" y="5"/>
                  <a:pt x="16" y="6"/>
                </a:cubicBezTo>
                <a:cubicBezTo>
                  <a:pt x="16" y="6"/>
                  <a:pt x="16" y="6"/>
                  <a:pt x="16" y="6"/>
                </a:cubicBezTo>
                <a:cubicBezTo>
                  <a:pt x="16"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6" y="5"/>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7" y="4"/>
                  <a:pt x="17" y="4"/>
                </a:cubicBezTo>
                <a:cubicBezTo>
                  <a:pt x="17" y="4"/>
                  <a:pt x="17" y="4"/>
                  <a:pt x="17" y="3"/>
                </a:cubicBezTo>
                <a:cubicBezTo>
                  <a:pt x="17" y="3"/>
                  <a:pt x="17" y="3"/>
                  <a:pt x="17" y="3"/>
                </a:cubicBezTo>
                <a:cubicBezTo>
                  <a:pt x="17" y="3"/>
                  <a:pt x="17" y="3"/>
                  <a:pt x="17" y="3"/>
                </a:cubicBezTo>
                <a:cubicBezTo>
                  <a:pt x="17" y="3"/>
                  <a:pt x="17" y="3"/>
                  <a:pt x="17" y="3"/>
                </a:cubicBezTo>
                <a:cubicBezTo>
                  <a:pt x="17" y="3"/>
                  <a:pt x="18" y="3"/>
                  <a:pt x="18" y="3"/>
                </a:cubicBezTo>
                <a:cubicBezTo>
                  <a:pt x="18" y="3"/>
                  <a:pt x="18" y="3"/>
                  <a:pt x="18" y="3"/>
                </a:cubicBezTo>
                <a:cubicBezTo>
                  <a:pt x="18" y="3"/>
                  <a:pt x="18" y="3"/>
                  <a:pt x="18" y="3"/>
                </a:cubicBezTo>
                <a:cubicBezTo>
                  <a:pt x="18" y="3"/>
                  <a:pt x="18" y="3"/>
                  <a:pt x="18" y="3"/>
                </a:cubicBezTo>
                <a:cubicBezTo>
                  <a:pt x="18" y="3"/>
                  <a:pt x="18" y="3"/>
                  <a:pt x="18" y="3"/>
                </a:cubicBezTo>
                <a:cubicBezTo>
                  <a:pt x="18" y="3"/>
                  <a:pt x="18" y="3"/>
                  <a:pt x="18" y="3"/>
                </a:cubicBezTo>
                <a:cubicBezTo>
                  <a:pt x="18" y="3"/>
                  <a:pt x="18" y="3"/>
                  <a:pt x="18" y="3"/>
                </a:cubicBezTo>
                <a:cubicBezTo>
                  <a:pt x="18" y="3"/>
                  <a:pt x="18" y="3"/>
                  <a:pt x="18" y="2"/>
                </a:cubicBezTo>
                <a:cubicBezTo>
                  <a:pt x="18" y="2"/>
                  <a:pt x="18" y="2"/>
                  <a:pt x="18" y="2"/>
                </a:cubicBezTo>
                <a:cubicBezTo>
                  <a:pt x="20" y="2"/>
                  <a:pt x="22" y="1"/>
                  <a:pt x="24" y="1"/>
                </a:cubicBezTo>
                <a:cubicBezTo>
                  <a:pt x="24" y="1"/>
                  <a:pt x="24" y="1"/>
                  <a:pt x="24" y="1"/>
                </a:cubicBezTo>
                <a:cubicBezTo>
                  <a:pt x="24" y="1"/>
                  <a:pt x="24" y="1"/>
                  <a:pt x="24" y="1"/>
                </a:cubicBezTo>
                <a:cubicBezTo>
                  <a:pt x="24" y="1"/>
                  <a:pt x="24" y="1"/>
                  <a:pt x="24" y="1"/>
                </a:cubicBezTo>
                <a:cubicBezTo>
                  <a:pt x="24" y="1"/>
                  <a:pt x="24" y="1"/>
                  <a:pt x="24" y="1"/>
                </a:cubicBezTo>
                <a:cubicBezTo>
                  <a:pt x="24" y="1"/>
                  <a:pt x="24" y="2"/>
                  <a:pt x="24" y="2"/>
                </a:cubicBezTo>
                <a:cubicBezTo>
                  <a:pt x="24" y="2"/>
                  <a:pt x="24" y="2"/>
                  <a:pt x="24" y="2"/>
                </a:cubicBezTo>
                <a:cubicBezTo>
                  <a:pt x="24" y="2"/>
                  <a:pt x="24" y="2"/>
                  <a:pt x="24" y="2"/>
                </a:cubicBezTo>
                <a:cubicBezTo>
                  <a:pt x="24" y="2"/>
                  <a:pt x="24" y="2"/>
                  <a:pt x="24" y="2"/>
                </a:cubicBezTo>
                <a:cubicBezTo>
                  <a:pt x="24" y="2"/>
                  <a:pt x="24" y="2"/>
                  <a:pt x="24" y="2"/>
                </a:cubicBezTo>
                <a:cubicBezTo>
                  <a:pt x="24" y="2"/>
                  <a:pt x="24" y="3"/>
                  <a:pt x="24" y="3"/>
                </a:cubicBezTo>
                <a:cubicBezTo>
                  <a:pt x="24" y="3"/>
                  <a:pt x="24" y="3"/>
                  <a:pt x="24" y="3"/>
                </a:cubicBezTo>
                <a:cubicBezTo>
                  <a:pt x="24" y="3"/>
                  <a:pt x="24" y="3"/>
                  <a:pt x="24" y="3"/>
                </a:cubicBezTo>
                <a:cubicBezTo>
                  <a:pt x="24" y="3"/>
                  <a:pt x="24" y="3"/>
                  <a:pt x="24" y="3"/>
                </a:cubicBezTo>
                <a:cubicBezTo>
                  <a:pt x="24" y="3"/>
                  <a:pt x="24" y="3"/>
                  <a:pt x="24" y="3"/>
                </a:cubicBezTo>
                <a:cubicBezTo>
                  <a:pt x="24" y="3"/>
                  <a:pt x="24" y="4"/>
                  <a:pt x="24" y="4"/>
                </a:cubicBezTo>
                <a:cubicBezTo>
                  <a:pt x="24" y="4"/>
                  <a:pt x="24" y="4"/>
                  <a:pt x="24" y="4"/>
                </a:cubicBezTo>
                <a:cubicBezTo>
                  <a:pt x="25" y="4"/>
                  <a:pt x="25" y="4"/>
                  <a:pt x="25" y="4"/>
                </a:cubicBezTo>
                <a:cubicBezTo>
                  <a:pt x="25" y="4"/>
                  <a:pt x="25" y="4"/>
                  <a:pt x="25" y="4"/>
                </a:cubicBezTo>
                <a:cubicBezTo>
                  <a:pt x="25" y="4"/>
                  <a:pt x="25" y="4"/>
                  <a:pt x="26" y="4"/>
                </a:cubicBezTo>
                <a:cubicBezTo>
                  <a:pt x="26" y="4"/>
                  <a:pt x="26" y="4"/>
                  <a:pt x="26" y="4"/>
                </a:cubicBezTo>
                <a:cubicBezTo>
                  <a:pt x="26" y="4"/>
                  <a:pt x="26" y="4"/>
                  <a:pt x="26" y="4"/>
                </a:cubicBezTo>
                <a:cubicBezTo>
                  <a:pt x="26" y="4"/>
                  <a:pt x="26" y="4"/>
                  <a:pt x="26" y="4"/>
                </a:cubicBezTo>
                <a:cubicBezTo>
                  <a:pt x="26" y="4"/>
                  <a:pt x="26" y="4"/>
                  <a:pt x="26" y="3"/>
                </a:cubicBezTo>
                <a:cubicBezTo>
                  <a:pt x="26" y="3"/>
                  <a:pt x="26" y="3"/>
                  <a:pt x="26" y="3"/>
                </a:cubicBezTo>
                <a:cubicBezTo>
                  <a:pt x="26" y="3"/>
                  <a:pt x="26" y="3"/>
                  <a:pt x="26" y="3"/>
                </a:cubicBezTo>
                <a:cubicBezTo>
                  <a:pt x="26" y="3"/>
                  <a:pt x="26" y="3"/>
                  <a:pt x="26" y="3"/>
                </a:cubicBezTo>
                <a:cubicBezTo>
                  <a:pt x="26" y="3"/>
                  <a:pt x="26" y="3"/>
                  <a:pt x="26" y="3"/>
                </a:cubicBezTo>
                <a:cubicBezTo>
                  <a:pt x="26" y="3"/>
                  <a:pt x="27" y="3"/>
                  <a:pt x="27" y="3"/>
                </a:cubicBezTo>
                <a:cubicBezTo>
                  <a:pt x="27" y="3"/>
                  <a:pt x="27" y="3"/>
                  <a:pt x="27" y="3"/>
                </a:cubicBezTo>
                <a:cubicBezTo>
                  <a:pt x="27" y="3"/>
                  <a:pt x="27" y="3"/>
                  <a:pt x="27" y="3"/>
                </a:cubicBezTo>
                <a:cubicBezTo>
                  <a:pt x="27" y="3"/>
                  <a:pt x="27" y="3"/>
                  <a:pt x="27" y="3"/>
                </a:cubicBezTo>
                <a:cubicBezTo>
                  <a:pt x="27" y="3"/>
                  <a:pt x="27" y="3"/>
                  <a:pt x="27" y="3"/>
                </a:cubicBezTo>
                <a:cubicBezTo>
                  <a:pt x="27" y="3"/>
                  <a:pt x="27" y="3"/>
                  <a:pt x="28" y="3"/>
                </a:cubicBezTo>
                <a:cubicBezTo>
                  <a:pt x="28" y="3"/>
                  <a:pt x="28" y="3"/>
                  <a:pt x="28" y="3"/>
                </a:cubicBezTo>
                <a:cubicBezTo>
                  <a:pt x="28" y="3"/>
                  <a:pt x="28" y="3"/>
                  <a:pt x="28" y="3"/>
                </a:cubicBezTo>
                <a:cubicBezTo>
                  <a:pt x="28" y="3"/>
                  <a:pt x="28" y="2"/>
                  <a:pt x="28" y="2"/>
                </a:cubicBezTo>
                <a:cubicBezTo>
                  <a:pt x="28" y="2"/>
                  <a:pt x="28" y="2"/>
                  <a:pt x="28"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1"/>
                  <a:pt x="29" y="1"/>
                  <a:pt x="29" y="1"/>
                </a:cubicBezTo>
                <a:cubicBezTo>
                  <a:pt x="29" y="1"/>
                  <a:pt x="29" y="1"/>
                  <a:pt x="29" y="1"/>
                </a:cubicBezTo>
                <a:cubicBezTo>
                  <a:pt x="29" y="1"/>
                  <a:pt x="29" y="1"/>
                  <a:pt x="29" y="1"/>
                </a:cubicBezTo>
                <a:cubicBezTo>
                  <a:pt x="30" y="1"/>
                  <a:pt x="30" y="1"/>
                  <a:pt x="30" y="0"/>
                </a:cubicBezTo>
                <a:cubicBezTo>
                  <a:pt x="30" y="0"/>
                  <a:pt x="30" y="0"/>
                  <a:pt x="30" y="0"/>
                </a:cubicBezTo>
                <a:cubicBezTo>
                  <a:pt x="33" y="1"/>
                  <a:pt x="37" y="1"/>
                  <a:pt x="40" y="3"/>
                </a:cubicBezTo>
                <a:cubicBezTo>
                  <a:pt x="40" y="3"/>
                  <a:pt x="40" y="3"/>
                  <a:pt x="40" y="3"/>
                </a:cubicBezTo>
                <a:cubicBezTo>
                  <a:pt x="40" y="3"/>
                  <a:pt x="40" y="3"/>
                  <a:pt x="40" y="3"/>
                </a:cubicBezTo>
                <a:cubicBezTo>
                  <a:pt x="40" y="3"/>
                  <a:pt x="40" y="3"/>
                  <a:pt x="40" y="3"/>
                </a:cubicBezTo>
                <a:cubicBezTo>
                  <a:pt x="40" y="3"/>
                  <a:pt x="40" y="3"/>
                  <a:pt x="40" y="3"/>
                </a:cubicBezTo>
                <a:cubicBezTo>
                  <a:pt x="40" y="3"/>
                  <a:pt x="40" y="3"/>
                  <a:pt x="41" y="3"/>
                </a:cubicBezTo>
                <a:cubicBezTo>
                  <a:pt x="41" y="3"/>
                  <a:pt x="41" y="3"/>
                  <a:pt x="41" y="3"/>
                </a:cubicBezTo>
                <a:cubicBezTo>
                  <a:pt x="41" y="3"/>
                  <a:pt x="41" y="4"/>
                  <a:pt x="41" y="4"/>
                </a:cubicBezTo>
                <a:cubicBezTo>
                  <a:pt x="41" y="4"/>
                  <a:pt x="41" y="4"/>
                  <a:pt x="41" y="4"/>
                </a:cubicBezTo>
                <a:cubicBezTo>
                  <a:pt x="41" y="4"/>
                  <a:pt x="41" y="4"/>
                  <a:pt x="41" y="4"/>
                </a:cubicBezTo>
                <a:cubicBezTo>
                  <a:pt x="41" y="4"/>
                  <a:pt x="41" y="4"/>
                  <a:pt x="41" y="4"/>
                </a:cubicBezTo>
                <a:cubicBezTo>
                  <a:pt x="40" y="4"/>
                  <a:pt x="40" y="4"/>
                  <a:pt x="40" y="4"/>
                </a:cubicBezTo>
                <a:cubicBezTo>
                  <a:pt x="40" y="4"/>
                  <a:pt x="40" y="4"/>
                  <a:pt x="40" y="4"/>
                </a:cubicBezTo>
                <a:cubicBezTo>
                  <a:pt x="40" y="4"/>
                  <a:pt x="40" y="4"/>
                  <a:pt x="40" y="4"/>
                </a:cubicBezTo>
                <a:cubicBezTo>
                  <a:pt x="40" y="4"/>
                  <a:pt x="40" y="5"/>
                  <a:pt x="41" y="5"/>
                </a:cubicBezTo>
                <a:cubicBezTo>
                  <a:pt x="41" y="5"/>
                  <a:pt x="41" y="5"/>
                  <a:pt x="41" y="5"/>
                </a:cubicBezTo>
                <a:cubicBezTo>
                  <a:pt x="41" y="5"/>
                  <a:pt x="41" y="5"/>
                  <a:pt x="41" y="5"/>
                </a:cubicBezTo>
                <a:cubicBezTo>
                  <a:pt x="41" y="5"/>
                  <a:pt x="41" y="5"/>
                  <a:pt x="41" y="5"/>
                </a:cubicBezTo>
                <a:cubicBezTo>
                  <a:pt x="41" y="5"/>
                  <a:pt x="41" y="5"/>
                  <a:pt x="41" y="5"/>
                </a:cubicBezTo>
                <a:cubicBezTo>
                  <a:pt x="41" y="5"/>
                  <a:pt x="41" y="5"/>
                  <a:pt x="41" y="5"/>
                </a:cubicBezTo>
                <a:cubicBezTo>
                  <a:pt x="41" y="5"/>
                  <a:pt x="41" y="5"/>
                  <a:pt x="41" y="5"/>
                </a:cubicBezTo>
                <a:cubicBezTo>
                  <a:pt x="41" y="5"/>
                  <a:pt x="41" y="5"/>
                  <a:pt x="41" y="5"/>
                </a:cubicBezTo>
                <a:cubicBezTo>
                  <a:pt x="41" y="5"/>
                  <a:pt x="41" y="5"/>
                  <a:pt x="41" y="5"/>
                </a:cubicBezTo>
                <a:cubicBezTo>
                  <a:pt x="40" y="5"/>
                  <a:pt x="40" y="5"/>
                  <a:pt x="40" y="5"/>
                </a:cubicBezTo>
                <a:cubicBezTo>
                  <a:pt x="40" y="5"/>
                  <a:pt x="40" y="5"/>
                  <a:pt x="40" y="5"/>
                </a:cubicBezTo>
                <a:cubicBezTo>
                  <a:pt x="40" y="5"/>
                  <a:pt x="40" y="5"/>
                  <a:pt x="40" y="5"/>
                </a:cubicBezTo>
                <a:cubicBezTo>
                  <a:pt x="40" y="5"/>
                  <a:pt x="40" y="5"/>
                  <a:pt x="40" y="6"/>
                </a:cubicBezTo>
                <a:cubicBezTo>
                  <a:pt x="40" y="6"/>
                  <a:pt x="40" y="6"/>
                  <a:pt x="40" y="6"/>
                </a:cubicBezTo>
                <a:cubicBezTo>
                  <a:pt x="40" y="6"/>
                  <a:pt x="40" y="6"/>
                  <a:pt x="40" y="6"/>
                </a:cubicBezTo>
                <a:cubicBezTo>
                  <a:pt x="40" y="6"/>
                  <a:pt x="40" y="6"/>
                  <a:pt x="40" y="6"/>
                </a:cubicBezTo>
                <a:cubicBezTo>
                  <a:pt x="40" y="6"/>
                  <a:pt x="40" y="6"/>
                  <a:pt x="40"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8" y="6"/>
                </a:cubicBezTo>
                <a:cubicBezTo>
                  <a:pt x="38" y="6"/>
                  <a:pt x="38" y="6"/>
                  <a:pt x="38" y="6"/>
                </a:cubicBezTo>
                <a:cubicBezTo>
                  <a:pt x="38" y="6"/>
                  <a:pt x="38" y="7"/>
                  <a:pt x="38" y="7"/>
                </a:cubicBezTo>
                <a:cubicBezTo>
                  <a:pt x="38" y="7"/>
                  <a:pt x="38" y="7"/>
                  <a:pt x="38" y="7"/>
                </a:cubicBezTo>
                <a:cubicBezTo>
                  <a:pt x="38" y="7"/>
                  <a:pt x="38" y="7"/>
                  <a:pt x="38" y="7"/>
                </a:cubicBezTo>
                <a:cubicBezTo>
                  <a:pt x="37" y="7"/>
                  <a:pt x="37" y="7"/>
                  <a:pt x="37" y="7"/>
                </a:cubicBezTo>
                <a:cubicBezTo>
                  <a:pt x="38" y="7"/>
                  <a:pt x="38" y="7"/>
                  <a:pt x="38" y="7"/>
                </a:cubicBezTo>
                <a:cubicBezTo>
                  <a:pt x="38" y="8"/>
                  <a:pt x="38" y="8"/>
                  <a:pt x="38" y="8"/>
                </a:cubicBezTo>
                <a:cubicBezTo>
                  <a:pt x="39" y="8"/>
                  <a:pt x="39" y="8"/>
                  <a:pt x="39" y="9"/>
                </a:cubicBezTo>
                <a:cubicBezTo>
                  <a:pt x="39" y="9"/>
                  <a:pt x="39"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1" y="10"/>
                  <a:pt x="41" y="10"/>
                  <a:pt x="41" y="10"/>
                </a:cubicBezTo>
                <a:cubicBezTo>
                  <a:pt x="41" y="10"/>
                  <a:pt x="41" y="10"/>
                  <a:pt x="41" y="10"/>
                </a:cubicBezTo>
                <a:cubicBezTo>
                  <a:pt x="41" y="10"/>
                  <a:pt x="41" y="10"/>
                  <a:pt x="41" y="10"/>
                </a:cubicBezTo>
                <a:cubicBezTo>
                  <a:pt x="41" y="10"/>
                  <a:pt x="41" y="10"/>
                  <a:pt x="41" y="9"/>
                </a:cubicBezTo>
                <a:cubicBezTo>
                  <a:pt x="41" y="9"/>
                  <a:pt x="41" y="9"/>
                  <a:pt x="41" y="9"/>
                </a:cubicBezTo>
                <a:cubicBezTo>
                  <a:pt x="41" y="9"/>
                  <a:pt x="41" y="9"/>
                  <a:pt x="41" y="9"/>
                </a:cubicBezTo>
                <a:cubicBezTo>
                  <a:pt x="41" y="9"/>
                  <a:pt x="42" y="9"/>
                  <a:pt x="42" y="9"/>
                </a:cubicBezTo>
                <a:cubicBezTo>
                  <a:pt x="42" y="9"/>
                  <a:pt x="42" y="9"/>
                  <a:pt x="42" y="9"/>
                </a:cubicBezTo>
                <a:cubicBezTo>
                  <a:pt x="42" y="10"/>
                  <a:pt x="42" y="10"/>
                  <a:pt x="42" y="10"/>
                </a:cubicBezTo>
                <a:cubicBezTo>
                  <a:pt x="42" y="10"/>
                  <a:pt x="42" y="10"/>
                  <a:pt x="42" y="10"/>
                </a:cubicBezTo>
                <a:cubicBezTo>
                  <a:pt x="42" y="10"/>
                  <a:pt x="42" y="10"/>
                  <a:pt x="42" y="10"/>
                </a:cubicBezTo>
                <a:cubicBezTo>
                  <a:pt x="42" y="10"/>
                  <a:pt x="42" y="10"/>
                  <a:pt x="42" y="10"/>
                </a:cubicBezTo>
                <a:cubicBezTo>
                  <a:pt x="42" y="10"/>
                  <a:pt x="42" y="10"/>
                  <a:pt x="42" y="10"/>
                </a:cubicBezTo>
                <a:cubicBezTo>
                  <a:pt x="42" y="10"/>
                  <a:pt x="42" y="10"/>
                  <a:pt x="42" y="10"/>
                </a:cubicBezTo>
                <a:cubicBezTo>
                  <a:pt x="42" y="10"/>
                  <a:pt x="42" y="10"/>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4" y="11"/>
                  <a:pt x="44" y="11"/>
                  <a:pt x="44" y="11"/>
                </a:cubicBezTo>
                <a:cubicBezTo>
                  <a:pt x="44" y="12"/>
                  <a:pt x="44" y="12"/>
                  <a:pt x="44" y="12"/>
                </a:cubicBezTo>
                <a:cubicBezTo>
                  <a:pt x="44" y="12"/>
                  <a:pt x="44" y="12"/>
                  <a:pt x="44" y="12"/>
                </a:cubicBezTo>
                <a:cubicBezTo>
                  <a:pt x="44" y="12"/>
                  <a:pt x="44" y="12"/>
                  <a:pt x="44" y="12"/>
                </a:cubicBezTo>
                <a:cubicBezTo>
                  <a:pt x="44" y="12"/>
                  <a:pt x="44" y="12"/>
                  <a:pt x="44" y="12"/>
                </a:cubicBezTo>
                <a:cubicBezTo>
                  <a:pt x="44" y="12"/>
                  <a:pt x="44" y="12"/>
                  <a:pt x="44" y="12"/>
                </a:cubicBezTo>
                <a:cubicBezTo>
                  <a:pt x="44" y="12"/>
                  <a:pt x="44" y="12"/>
                  <a:pt x="44" y="12"/>
                </a:cubicBezTo>
                <a:cubicBezTo>
                  <a:pt x="45" y="12"/>
                  <a:pt x="45" y="12"/>
                  <a:pt x="45" y="12"/>
                </a:cubicBezTo>
                <a:cubicBezTo>
                  <a:pt x="45" y="12"/>
                  <a:pt x="45" y="12"/>
                  <a:pt x="45" y="12"/>
                </a:cubicBezTo>
                <a:cubicBezTo>
                  <a:pt x="45" y="12"/>
                  <a:pt x="45" y="12"/>
                  <a:pt x="45" y="12"/>
                </a:cubicBezTo>
                <a:cubicBezTo>
                  <a:pt x="45" y="12"/>
                  <a:pt x="45" y="12"/>
                  <a:pt x="45" y="11"/>
                </a:cubicBezTo>
                <a:cubicBezTo>
                  <a:pt x="45" y="11"/>
                  <a:pt x="45" y="11"/>
                  <a:pt x="45" y="11"/>
                </a:cubicBezTo>
                <a:cubicBezTo>
                  <a:pt x="45" y="11"/>
                  <a:pt x="45" y="11"/>
                  <a:pt x="45" y="11"/>
                </a:cubicBezTo>
                <a:cubicBezTo>
                  <a:pt x="45" y="10"/>
                  <a:pt x="45" y="10"/>
                  <a:pt x="45" y="10"/>
                </a:cubicBezTo>
                <a:cubicBezTo>
                  <a:pt x="45" y="10"/>
                  <a:pt x="45" y="10"/>
                  <a:pt x="45" y="10"/>
                </a:cubicBezTo>
                <a:cubicBezTo>
                  <a:pt x="45" y="10"/>
                  <a:pt x="45" y="10"/>
                  <a:pt x="45" y="10"/>
                </a:cubicBezTo>
                <a:cubicBezTo>
                  <a:pt x="44" y="10"/>
                  <a:pt x="44" y="10"/>
                  <a:pt x="44" y="10"/>
                </a:cubicBezTo>
                <a:cubicBezTo>
                  <a:pt x="44" y="10"/>
                  <a:pt x="44" y="10"/>
                  <a:pt x="44" y="10"/>
                </a:cubicBezTo>
                <a:cubicBezTo>
                  <a:pt x="44" y="10"/>
                  <a:pt x="44" y="10"/>
                  <a:pt x="44" y="10"/>
                </a:cubicBezTo>
                <a:cubicBezTo>
                  <a:pt x="44" y="10"/>
                  <a:pt x="44" y="10"/>
                  <a:pt x="44" y="10"/>
                </a:cubicBezTo>
                <a:cubicBezTo>
                  <a:pt x="44" y="10"/>
                  <a:pt x="44" y="10"/>
                  <a:pt x="44" y="10"/>
                </a:cubicBezTo>
                <a:cubicBezTo>
                  <a:pt x="44" y="10"/>
                  <a:pt x="44" y="10"/>
                  <a:pt x="44" y="10"/>
                </a:cubicBezTo>
                <a:cubicBezTo>
                  <a:pt x="44" y="10"/>
                  <a:pt x="44" y="10"/>
                  <a:pt x="44" y="10"/>
                </a:cubicBezTo>
                <a:cubicBezTo>
                  <a:pt x="45" y="10"/>
                  <a:pt x="45" y="10"/>
                  <a:pt x="45" y="10"/>
                </a:cubicBezTo>
                <a:cubicBezTo>
                  <a:pt x="45" y="10"/>
                  <a:pt x="45" y="10"/>
                  <a:pt x="45" y="10"/>
                </a:cubicBezTo>
                <a:cubicBezTo>
                  <a:pt x="45" y="10"/>
                  <a:pt x="45" y="10"/>
                  <a:pt x="45" y="10"/>
                </a:cubicBezTo>
                <a:cubicBezTo>
                  <a:pt x="45" y="10"/>
                  <a:pt x="45" y="10"/>
                  <a:pt x="45" y="10"/>
                </a:cubicBezTo>
                <a:cubicBezTo>
                  <a:pt x="45" y="10"/>
                  <a:pt x="45" y="10"/>
                  <a:pt x="45" y="10"/>
                </a:cubicBezTo>
                <a:cubicBezTo>
                  <a:pt x="45" y="10"/>
                  <a:pt x="45" y="10"/>
                  <a:pt x="45" y="10"/>
                </a:cubicBezTo>
                <a:cubicBezTo>
                  <a:pt x="45" y="10"/>
                  <a:pt x="45" y="10"/>
                  <a:pt x="45" y="10"/>
                </a:cubicBezTo>
                <a:cubicBezTo>
                  <a:pt x="45" y="10"/>
                  <a:pt x="45" y="10"/>
                  <a:pt x="45" y="10"/>
                </a:cubicBezTo>
                <a:cubicBezTo>
                  <a:pt x="45" y="11"/>
                  <a:pt x="45" y="11"/>
                  <a:pt x="45" y="11"/>
                </a:cubicBezTo>
                <a:cubicBezTo>
                  <a:pt x="45" y="11"/>
                  <a:pt x="45" y="11"/>
                  <a:pt x="45" y="11"/>
                </a:cubicBezTo>
                <a:cubicBezTo>
                  <a:pt x="45" y="11"/>
                  <a:pt x="45" y="11"/>
                  <a:pt x="46" y="11"/>
                </a:cubicBezTo>
                <a:cubicBezTo>
                  <a:pt x="46" y="11"/>
                  <a:pt x="46" y="11"/>
                  <a:pt x="46" y="11"/>
                </a:cubicBezTo>
                <a:cubicBezTo>
                  <a:pt x="46" y="11"/>
                  <a:pt x="46" y="11"/>
                  <a:pt x="46" y="11"/>
                </a:cubicBezTo>
                <a:cubicBezTo>
                  <a:pt x="46" y="11"/>
                  <a:pt x="46" y="11"/>
                  <a:pt x="46" y="11"/>
                </a:cubicBezTo>
                <a:cubicBezTo>
                  <a:pt x="46" y="11"/>
                  <a:pt x="46" y="11"/>
                  <a:pt x="46" y="11"/>
                </a:cubicBezTo>
                <a:cubicBezTo>
                  <a:pt x="46" y="11"/>
                  <a:pt x="46" y="11"/>
                  <a:pt x="46" y="11"/>
                </a:cubicBezTo>
                <a:cubicBezTo>
                  <a:pt x="46" y="11"/>
                  <a:pt x="46" y="11"/>
                  <a:pt x="46" y="11"/>
                </a:cubicBezTo>
                <a:cubicBezTo>
                  <a:pt x="46" y="11"/>
                  <a:pt x="46" y="11"/>
                  <a:pt x="46" y="11"/>
                </a:cubicBezTo>
                <a:cubicBezTo>
                  <a:pt x="46" y="11"/>
                  <a:pt x="46" y="11"/>
                  <a:pt x="46" y="11"/>
                </a:cubicBezTo>
                <a:cubicBezTo>
                  <a:pt x="46" y="10"/>
                  <a:pt x="47" y="10"/>
                  <a:pt x="47" y="10"/>
                </a:cubicBezTo>
                <a:cubicBezTo>
                  <a:pt x="47" y="10"/>
                  <a:pt x="46" y="9"/>
                  <a:pt x="46" y="9"/>
                </a:cubicBezTo>
                <a:cubicBezTo>
                  <a:pt x="46" y="9"/>
                  <a:pt x="46" y="9"/>
                  <a:pt x="46" y="9"/>
                </a:cubicBezTo>
                <a:cubicBezTo>
                  <a:pt x="46" y="9"/>
                  <a:pt x="46" y="9"/>
                  <a:pt x="46" y="9"/>
                </a:cubicBezTo>
                <a:cubicBezTo>
                  <a:pt x="46" y="9"/>
                  <a:pt x="46" y="9"/>
                  <a:pt x="46" y="9"/>
                </a:cubicBezTo>
                <a:cubicBezTo>
                  <a:pt x="46" y="8"/>
                  <a:pt x="46" y="8"/>
                  <a:pt x="46" y="8"/>
                </a:cubicBezTo>
                <a:cubicBezTo>
                  <a:pt x="46" y="8"/>
                  <a:pt x="46" y="8"/>
                  <a:pt x="46" y="8"/>
                </a:cubicBezTo>
                <a:cubicBezTo>
                  <a:pt x="46" y="8"/>
                  <a:pt x="46" y="8"/>
                  <a:pt x="46" y="8"/>
                </a:cubicBezTo>
                <a:cubicBezTo>
                  <a:pt x="46" y="8"/>
                  <a:pt x="46" y="8"/>
                  <a:pt x="47" y="8"/>
                </a:cubicBezTo>
                <a:cubicBezTo>
                  <a:pt x="47" y="8"/>
                  <a:pt x="47" y="9"/>
                  <a:pt x="47" y="9"/>
                </a:cubicBezTo>
                <a:cubicBezTo>
                  <a:pt x="47" y="9"/>
                  <a:pt x="47" y="9"/>
                  <a:pt x="47" y="9"/>
                </a:cubicBezTo>
                <a:cubicBezTo>
                  <a:pt x="47" y="9"/>
                  <a:pt x="47" y="9"/>
                  <a:pt x="47" y="9"/>
                </a:cubicBezTo>
                <a:cubicBezTo>
                  <a:pt x="47" y="9"/>
                  <a:pt x="47" y="9"/>
                  <a:pt x="47" y="9"/>
                </a:cubicBezTo>
                <a:cubicBezTo>
                  <a:pt x="47" y="9"/>
                  <a:pt x="47" y="9"/>
                  <a:pt x="47" y="9"/>
                </a:cubicBezTo>
                <a:cubicBezTo>
                  <a:pt x="47" y="9"/>
                  <a:pt x="47" y="9"/>
                  <a:pt x="48" y="9"/>
                </a:cubicBezTo>
                <a:cubicBezTo>
                  <a:pt x="48" y="9"/>
                  <a:pt x="48" y="9"/>
                  <a:pt x="48" y="9"/>
                </a:cubicBezTo>
                <a:cubicBezTo>
                  <a:pt x="48" y="9"/>
                  <a:pt x="48" y="9"/>
                  <a:pt x="48" y="10"/>
                </a:cubicBezTo>
                <a:cubicBezTo>
                  <a:pt x="48" y="10"/>
                  <a:pt x="48" y="10"/>
                  <a:pt x="48" y="10"/>
                </a:cubicBezTo>
                <a:cubicBezTo>
                  <a:pt x="48" y="10"/>
                  <a:pt x="48" y="10"/>
                  <a:pt x="48" y="10"/>
                </a:cubicBezTo>
                <a:cubicBezTo>
                  <a:pt x="47" y="10"/>
                  <a:pt x="47" y="10"/>
                  <a:pt x="47" y="10"/>
                </a:cubicBezTo>
                <a:cubicBezTo>
                  <a:pt x="47" y="10"/>
                  <a:pt x="47" y="10"/>
                  <a:pt x="47" y="10"/>
                </a:cubicBezTo>
                <a:cubicBezTo>
                  <a:pt x="47" y="10"/>
                  <a:pt x="47" y="10"/>
                  <a:pt x="47" y="10"/>
                </a:cubicBezTo>
                <a:cubicBezTo>
                  <a:pt x="47" y="10"/>
                  <a:pt x="47" y="10"/>
                  <a:pt x="47" y="10"/>
                </a:cubicBezTo>
                <a:cubicBezTo>
                  <a:pt x="47" y="10"/>
                  <a:pt x="47" y="10"/>
                  <a:pt x="47" y="10"/>
                </a:cubicBezTo>
                <a:cubicBezTo>
                  <a:pt x="47" y="10"/>
                  <a:pt x="47" y="10"/>
                  <a:pt x="47" y="10"/>
                </a:cubicBezTo>
                <a:cubicBezTo>
                  <a:pt x="47" y="10"/>
                  <a:pt x="47" y="11"/>
                  <a:pt x="47" y="11"/>
                </a:cubicBezTo>
                <a:cubicBezTo>
                  <a:pt x="47" y="11"/>
                  <a:pt x="47" y="11"/>
                  <a:pt x="47" y="11"/>
                </a:cubicBezTo>
                <a:cubicBezTo>
                  <a:pt x="47" y="11"/>
                  <a:pt x="47" y="11"/>
                  <a:pt x="47" y="11"/>
                </a:cubicBezTo>
                <a:cubicBezTo>
                  <a:pt x="48" y="11"/>
                  <a:pt x="48" y="11"/>
                  <a:pt x="48" y="11"/>
                </a:cubicBezTo>
                <a:cubicBezTo>
                  <a:pt x="48" y="11"/>
                  <a:pt x="48" y="11"/>
                  <a:pt x="48" y="11"/>
                </a:cubicBezTo>
                <a:cubicBezTo>
                  <a:pt x="48" y="11"/>
                  <a:pt x="48" y="12"/>
                  <a:pt x="48" y="12"/>
                </a:cubicBezTo>
                <a:cubicBezTo>
                  <a:pt x="48" y="12"/>
                  <a:pt x="48" y="12"/>
                  <a:pt x="48" y="12"/>
                </a:cubicBezTo>
                <a:cubicBezTo>
                  <a:pt x="48" y="12"/>
                  <a:pt x="48" y="12"/>
                  <a:pt x="48" y="12"/>
                </a:cubicBezTo>
                <a:cubicBezTo>
                  <a:pt x="48" y="12"/>
                  <a:pt x="48" y="12"/>
                  <a:pt x="48" y="12"/>
                </a:cubicBezTo>
                <a:cubicBezTo>
                  <a:pt x="48" y="12"/>
                  <a:pt x="48" y="12"/>
                  <a:pt x="48" y="12"/>
                </a:cubicBezTo>
                <a:cubicBezTo>
                  <a:pt x="48" y="12"/>
                  <a:pt x="48" y="12"/>
                  <a:pt x="48" y="12"/>
                </a:cubicBezTo>
                <a:cubicBezTo>
                  <a:pt x="48" y="12"/>
                  <a:pt x="48" y="12"/>
                  <a:pt x="48"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49" y="12"/>
                  <a:pt x="49" y="12"/>
                </a:cubicBezTo>
                <a:cubicBezTo>
                  <a:pt x="49" y="12"/>
                  <a:pt x="50" y="12"/>
                  <a:pt x="50" y="12"/>
                </a:cubicBezTo>
                <a:cubicBezTo>
                  <a:pt x="50" y="12"/>
                  <a:pt x="50" y="12"/>
                  <a:pt x="50" y="12"/>
                </a:cubicBezTo>
                <a:cubicBezTo>
                  <a:pt x="50" y="12"/>
                  <a:pt x="50" y="12"/>
                  <a:pt x="50" y="12"/>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49" y="14"/>
                  <a:pt x="49" y="14"/>
                </a:cubicBezTo>
                <a:cubicBezTo>
                  <a:pt x="49" y="14"/>
                  <a:pt x="49" y="14"/>
                  <a:pt x="49" y="14"/>
                </a:cubicBezTo>
                <a:cubicBezTo>
                  <a:pt x="49" y="14"/>
                  <a:pt x="49" y="14"/>
                  <a:pt x="49" y="14"/>
                </a:cubicBezTo>
                <a:cubicBezTo>
                  <a:pt x="49" y="14"/>
                  <a:pt x="49" y="14"/>
                  <a:pt x="49" y="14"/>
                </a:cubicBezTo>
                <a:cubicBezTo>
                  <a:pt x="49" y="14"/>
                  <a:pt x="49" y="14"/>
                  <a:pt x="49" y="14"/>
                </a:cubicBezTo>
                <a:cubicBezTo>
                  <a:pt x="49" y="14"/>
                  <a:pt x="49" y="14"/>
                  <a:pt x="49" y="14"/>
                </a:cubicBezTo>
                <a:cubicBezTo>
                  <a:pt x="49" y="14"/>
                  <a:pt x="48" y="14"/>
                  <a:pt x="48" y="14"/>
                </a:cubicBezTo>
                <a:cubicBezTo>
                  <a:pt x="48" y="14"/>
                  <a:pt x="48" y="14"/>
                  <a:pt x="48" y="14"/>
                </a:cubicBezTo>
                <a:cubicBezTo>
                  <a:pt x="48" y="14"/>
                  <a:pt x="48" y="14"/>
                  <a:pt x="48" y="14"/>
                </a:cubicBezTo>
                <a:cubicBezTo>
                  <a:pt x="48" y="14"/>
                  <a:pt x="48" y="14"/>
                  <a:pt x="48" y="14"/>
                </a:cubicBezTo>
                <a:cubicBezTo>
                  <a:pt x="48" y="14"/>
                  <a:pt x="48" y="14"/>
                  <a:pt x="48" y="13"/>
                </a:cubicBezTo>
                <a:cubicBezTo>
                  <a:pt x="48" y="13"/>
                  <a:pt x="48" y="13"/>
                  <a:pt x="48" y="13"/>
                </a:cubicBezTo>
                <a:cubicBezTo>
                  <a:pt x="48" y="13"/>
                  <a:pt x="48" y="13"/>
                  <a:pt x="48" y="13"/>
                </a:cubicBezTo>
                <a:cubicBezTo>
                  <a:pt x="48" y="14"/>
                  <a:pt x="48" y="14"/>
                  <a:pt x="48" y="14"/>
                </a:cubicBezTo>
                <a:cubicBezTo>
                  <a:pt x="48" y="14"/>
                  <a:pt x="48" y="14"/>
                  <a:pt x="47" y="14"/>
                </a:cubicBezTo>
                <a:cubicBezTo>
                  <a:pt x="47" y="14"/>
                  <a:pt x="47" y="14"/>
                  <a:pt x="47" y="14"/>
                </a:cubicBezTo>
                <a:cubicBezTo>
                  <a:pt x="47" y="14"/>
                  <a:pt x="47" y="14"/>
                  <a:pt x="47" y="14"/>
                </a:cubicBezTo>
                <a:cubicBezTo>
                  <a:pt x="47" y="14"/>
                  <a:pt x="47" y="14"/>
                  <a:pt x="47" y="14"/>
                </a:cubicBezTo>
                <a:cubicBezTo>
                  <a:pt x="47" y="14"/>
                  <a:pt x="47" y="14"/>
                  <a:pt x="47" y="14"/>
                </a:cubicBezTo>
                <a:cubicBezTo>
                  <a:pt x="47" y="14"/>
                  <a:pt x="47" y="14"/>
                  <a:pt x="47" y="14"/>
                </a:cubicBezTo>
                <a:cubicBezTo>
                  <a:pt x="47" y="14"/>
                  <a:pt x="47" y="14"/>
                  <a:pt x="47" y="14"/>
                </a:cubicBezTo>
                <a:cubicBezTo>
                  <a:pt x="47" y="14"/>
                  <a:pt x="47" y="14"/>
                  <a:pt x="47" y="14"/>
                </a:cubicBezTo>
                <a:cubicBezTo>
                  <a:pt x="47" y="14"/>
                  <a:pt x="47" y="14"/>
                  <a:pt x="47" y="14"/>
                </a:cubicBezTo>
                <a:cubicBezTo>
                  <a:pt x="47" y="14"/>
                  <a:pt x="47" y="14"/>
                  <a:pt x="46" y="14"/>
                </a:cubicBezTo>
                <a:cubicBezTo>
                  <a:pt x="46" y="14"/>
                  <a:pt x="46" y="14"/>
                  <a:pt x="46" y="14"/>
                </a:cubicBezTo>
                <a:cubicBezTo>
                  <a:pt x="46" y="14"/>
                  <a:pt x="46" y="14"/>
                  <a:pt x="46" y="14"/>
                </a:cubicBezTo>
                <a:cubicBezTo>
                  <a:pt x="46" y="14"/>
                  <a:pt x="46" y="14"/>
                  <a:pt x="46" y="14"/>
                </a:cubicBezTo>
                <a:cubicBezTo>
                  <a:pt x="46" y="14"/>
                  <a:pt x="46" y="14"/>
                  <a:pt x="46" y="14"/>
                </a:cubicBezTo>
                <a:cubicBezTo>
                  <a:pt x="46" y="14"/>
                  <a:pt x="46" y="14"/>
                  <a:pt x="46" y="14"/>
                </a:cubicBezTo>
                <a:cubicBezTo>
                  <a:pt x="46" y="14"/>
                  <a:pt x="46" y="14"/>
                  <a:pt x="46" y="14"/>
                </a:cubicBezTo>
                <a:cubicBezTo>
                  <a:pt x="46" y="14"/>
                  <a:pt x="46" y="14"/>
                  <a:pt x="46" y="14"/>
                </a:cubicBezTo>
                <a:cubicBezTo>
                  <a:pt x="46" y="13"/>
                  <a:pt x="46" y="13"/>
                  <a:pt x="46" y="13"/>
                </a:cubicBezTo>
                <a:cubicBezTo>
                  <a:pt x="46" y="13"/>
                  <a:pt x="46" y="13"/>
                  <a:pt x="46" y="13"/>
                </a:cubicBezTo>
                <a:cubicBezTo>
                  <a:pt x="46" y="13"/>
                  <a:pt x="46" y="13"/>
                  <a:pt x="46" y="13"/>
                </a:cubicBezTo>
                <a:cubicBezTo>
                  <a:pt x="46" y="13"/>
                  <a:pt x="46" y="13"/>
                  <a:pt x="46" y="13"/>
                </a:cubicBezTo>
                <a:cubicBezTo>
                  <a:pt x="45" y="13"/>
                  <a:pt x="45" y="13"/>
                  <a:pt x="45" y="13"/>
                </a:cubicBezTo>
                <a:cubicBezTo>
                  <a:pt x="45" y="13"/>
                  <a:pt x="45" y="13"/>
                  <a:pt x="45" y="13"/>
                </a:cubicBezTo>
                <a:cubicBezTo>
                  <a:pt x="45" y="13"/>
                  <a:pt x="45" y="13"/>
                  <a:pt x="45" y="13"/>
                </a:cubicBezTo>
                <a:cubicBezTo>
                  <a:pt x="45" y="13"/>
                  <a:pt x="45" y="13"/>
                  <a:pt x="45" y="13"/>
                </a:cubicBezTo>
                <a:cubicBezTo>
                  <a:pt x="45" y="13"/>
                  <a:pt x="45" y="13"/>
                  <a:pt x="45" y="13"/>
                </a:cubicBezTo>
                <a:cubicBezTo>
                  <a:pt x="45" y="13"/>
                  <a:pt x="45" y="13"/>
                  <a:pt x="45" y="13"/>
                </a:cubicBezTo>
                <a:cubicBezTo>
                  <a:pt x="45" y="13"/>
                  <a:pt x="45" y="13"/>
                  <a:pt x="44" y="13"/>
                </a:cubicBezTo>
                <a:cubicBezTo>
                  <a:pt x="44" y="13"/>
                  <a:pt x="44" y="13"/>
                  <a:pt x="44" y="13"/>
                </a:cubicBezTo>
                <a:cubicBezTo>
                  <a:pt x="44" y="13"/>
                  <a:pt x="44" y="13"/>
                  <a:pt x="44" y="13"/>
                </a:cubicBezTo>
                <a:cubicBezTo>
                  <a:pt x="44" y="13"/>
                  <a:pt x="44" y="13"/>
                  <a:pt x="44" y="13"/>
                </a:cubicBezTo>
                <a:cubicBezTo>
                  <a:pt x="44" y="13"/>
                  <a:pt x="44" y="13"/>
                  <a:pt x="44" y="13"/>
                </a:cubicBezTo>
                <a:cubicBezTo>
                  <a:pt x="44" y="13"/>
                  <a:pt x="44" y="13"/>
                  <a:pt x="44" y="13"/>
                </a:cubicBezTo>
                <a:cubicBezTo>
                  <a:pt x="44" y="13"/>
                  <a:pt x="44" y="13"/>
                  <a:pt x="44" y="13"/>
                </a:cubicBezTo>
                <a:cubicBezTo>
                  <a:pt x="44" y="13"/>
                  <a:pt x="44" y="13"/>
                  <a:pt x="44" y="12"/>
                </a:cubicBezTo>
                <a:cubicBezTo>
                  <a:pt x="44" y="12"/>
                  <a:pt x="44" y="12"/>
                  <a:pt x="44" y="12"/>
                </a:cubicBezTo>
                <a:cubicBezTo>
                  <a:pt x="44" y="12"/>
                  <a:pt x="44" y="12"/>
                  <a:pt x="44" y="12"/>
                </a:cubicBezTo>
                <a:cubicBezTo>
                  <a:pt x="44" y="12"/>
                  <a:pt x="44" y="12"/>
                  <a:pt x="44" y="12"/>
                </a:cubicBezTo>
                <a:cubicBezTo>
                  <a:pt x="44" y="12"/>
                  <a:pt x="44" y="12"/>
                  <a:pt x="44" y="12"/>
                </a:cubicBezTo>
                <a:cubicBezTo>
                  <a:pt x="44" y="12"/>
                  <a:pt x="44" y="12"/>
                  <a:pt x="44" y="12"/>
                </a:cubicBezTo>
                <a:cubicBezTo>
                  <a:pt x="44" y="12"/>
                  <a:pt x="44" y="12"/>
                  <a:pt x="44" y="12"/>
                </a:cubicBezTo>
                <a:cubicBezTo>
                  <a:pt x="44" y="12"/>
                  <a:pt x="44" y="12"/>
                  <a:pt x="44" y="12"/>
                </a:cubicBezTo>
                <a:cubicBezTo>
                  <a:pt x="44" y="12"/>
                  <a:pt x="43" y="12"/>
                  <a:pt x="43" y="12"/>
                </a:cubicBezTo>
                <a:cubicBezTo>
                  <a:pt x="43" y="12"/>
                  <a:pt x="43" y="12"/>
                  <a:pt x="43" y="12"/>
                </a:cubicBezTo>
                <a:cubicBezTo>
                  <a:pt x="43" y="12"/>
                  <a:pt x="43" y="12"/>
                  <a:pt x="43" y="11"/>
                </a:cubicBezTo>
                <a:cubicBezTo>
                  <a:pt x="43" y="11"/>
                  <a:pt x="43" y="11"/>
                  <a:pt x="43" y="11"/>
                </a:cubicBezTo>
                <a:cubicBezTo>
                  <a:pt x="43" y="11"/>
                  <a:pt x="43" y="11"/>
                  <a:pt x="43" y="11"/>
                </a:cubicBezTo>
                <a:cubicBezTo>
                  <a:pt x="43" y="11"/>
                  <a:pt x="43" y="11"/>
                  <a:pt x="43" y="12"/>
                </a:cubicBezTo>
                <a:cubicBezTo>
                  <a:pt x="42" y="12"/>
                  <a:pt x="42" y="12"/>
                  <a:pt x="42" y="12"/>
                </a:cubicBezTo>
                <a:cubicBezTo>
                  <a:pt x="42" y="12"/>
                  <a:pt x="42" y="12"/>
                  <a:pt x="42" y="12"/>
                </a:cubicBezTo>
                <a:cubicBezTo>
                  <a:pt x="42" y="12"/>
                  <a:pt x="42" y="12"/>
                  <a:pt x="42" y="12"/>
                </a:cubicBezTo>
                <a:cubicBezTo>
                  <a:pt x="42" y="12"/>
                  <a:pt x="42" y="12"/>
                  <a:pt x="42" y="12"/>
                </a:cubicBezTo>
                <a:cubicBezTo>
                  <a:pt x="41" y="12"/>
                  <a:pt x="41" y="12"/>
                  <a:pt x="41" y="12"/>
                </a:cubicBezTo>
                <a:cubicBezTo>
                  <a:pt x="41" y="12"/>
                  <a:pt x="41" y="12"/>
                  <a:pt x="41" y="12"/>
                </a:cubicBezTo>
                <a:cubicBezTo>
                  <a:pt x="41" y="12"/>
                  <a:pt x="41" y="12"/>
                  <a:pt x="40" y="12"/>
                </a:cubicBezTo>
                <a:cubicBezTo>
                  <a:pt x="40" y="12"/>
                  <a:pt x="40" y="12"/>
                  <a:pt x="40" y="12"/>
                </a:cubicBezTo>
                <a:cubicBezTo>
                  <a:pt x="40" y="12"/>
                  <a:pt x="40" y="12"/>
                  <a:pt x="40" y="12"/>
                </a:cubicBezTo>
                <a:cubicBezTo>
                  <a:pt x="40" y="12"/>
                  <a:pt x="40" y="12"/>
                  <a:pt x="40" y="12"/>
                </a:cubicBezTo>
                <a:cubicBezTo>
                  <a:pt x="40" y="12"/>
                  <a:pt x="40" y="12"/>
                  <a:pt x="40" y="12"/>
                </a:cubicBezTo>
                <a:cubicBezTo>
                  <a:pt x="40" y="12"/>
                  <a:pt x="40" y="12"/>
                  <a:pt x="40" y="12"/>
                </a:cubicBezTo>
                <a:cubicBezTo>
                  <a:pt x="40" y="12"/>
                  <a:pt x="40" y="12"/>
                  <a:pt x="40" y="12"/>
                </a:cubicBezTo>
                <a:cubicBezTo>
                  <a:pt x="40" y="12"/>
                  <a:pt x="40" y="12"/>
                  <a:pt x="40" y="12"/>
                </a:cubicBezTo>
                <a:cubicBezTo>
                  <a:pt x="40" y="12"/>
                  <a:pt x="40" y="12"/>
                  <a:pt x="40" y="12"/>
                </a:cubicBezTo>
                <a:cubicBezTo>
                  <a:pt x="40" y="12"/>
                  <a:pt x="40" y="12"/>
                  <a:pt x="40" y="12"/>
                </a:cubicBezTo>
                <a:cubicBezTo>
                  <a:pt x="40" y="12"/>
                  <a:pt x="40" y="12"/>
                  <a:pt x="40" y="12"/>
                </a:cubicBezTo>
                <a:cubicBezTo>
                  <a:pt x="40" y="12"/>
                  <a:pt x="39" y="12"/>
                  <a:pt x="39" y="12"/>
                </a:cubicBezTo>
                <a:cubicBezTo>
                  <a:pt x="39" y="12"/>
                  <a:pt x="39" y="12"/>
                  <a:pt x="39" y="12"/>
                </a:cubicBezTo>
                <a:cubicBezTo>
                  <a:pt x="39" y="12"/>
                  <a:pt x="39" y="12"/>
                  <a:pt x="39" y="12"/>
                </a:cubicBezTo>
                <a:cubicBezTo>
                  <a:pt x="39" y="12"/>
                  <a:pt x="39" y="12"/>
                  <a:pt x="39" y="12"/>
                </a:cubicBezTo>
                <a:cubicBezTo>
                  <a:pt x="39" y="12"/>
                  <a:pt x="39" y="12"/>
                  <a:pt x="39" y="12"/>
                </a:cubicBezTo>
                <a:cubicBezTo>
                  <a:pt x="39" y="12"/>
                  <a:pt x="39" y="12"/>
                  <a:pt x="39" y="12"/>
                </a:cubicBezTo>
                <a:cubicBezTo>
                  <a:pt x="39" y="12"/>
                  <a:pt x="39" y="12"/>
                  <a:pt x="39" y="12"/>
                </a:cubicBezTo>
                <a:cubicBezTo>
                  <a:pt x="39" y="12"/>
                  <a:pt x="38" y="12"/>
                  <a:pt x="38" y="12"/>
                </a:cubicBezTo>
                <a:cubicBezTo>
                  <a:pt x="38" y="12"/>
                  <a:pt x="38" y="12"/>
                  <a:pt x="38" y="12"/>
                </a:cubicBezTo>
                <a:cubicBezTo>
                  <a:pt x="38" y="12"/>
                  <a:pt x="38" y="12"/>
                  <a:pt x="38" y="13"/>
                </a:cubicBezTo>
                <a:cubicBezTo>
                  <a:pt x="38" y="13"/>
                  <a:pt x="38" y="13"/>
                  <a:pt x="38" y="13"/>
                </a:cubicBezTo>
                <a:cubicBezTo>
                  <a:pt x="38" y="13"/>
                  <a:pt x="38" y="13"/>
                  <a:pt x="38" y="13"/>
                </a:cubicBezTo>
                <a:cubicBezTo>
                  <a:pt x="38" y="13"/>
                  <a:pt x="38" y="13"/>
                  <a:pt x="37" y="13"/>
                </a:cubicBezTo>
                <a:cubicBezTo>
                  <a:pt x="37" y="13"/>
                  <a:pt x="37" y="13"/>
                  <a:pt x="37" y="13"/>
                </a:cubicBezTo>
                <a:cubicBezTo>
                  <a:pt x="37" y="13"/>
                  <a:pt x="37" y="13"/>
                  <a:pt x="37" y="13"/>
                </a:cubicBezTo>
                <a:cubicBezTo>
                  <a:pt x="37" y="13"/>
                  <a:pt x="37" y="13"/>
                  <a:pt x="37" y="13"/>
                </a:cubicBezTo>
                <a:cubicBezTo>
                  <a:pt x="37" y="13"/>
                  <a:pt x="37" y="13"/>
                  <a:pt x="37" y="13"/>
                </a:cubicBezTo>
                <a:cubicBezTo>
                  <a:pt x="37" y="13"/>
                  <a:pt x="37" y="13"/>
                  <a:pt x="37" y="13"/>
                </a:cubicBezTo>
                <a:cubicBezTo>
                  <a:pt x="37" y="13"/>
                  <a:pt x="37" y="14"/>
                  <a:pt x="37" y="14"/>
                </a:cubicBezTo>
                <a:cubicBezTo>
                  <a:pt x="37" y="14"/>
                  <a:pt x="37" y="14"/>
                  <a:pt x="37" y="14"/>
                </a:cubicBezTo>
                <a:cubicBezTo>
                  <a:pt x="37" y="14"/>
                  <a:pt x="37" y="14"/>
                  <a:pt x="37" y="14"/>
                </a:cubicBezTo>
                <a:cubicBezTo>
                  <a:pt x="37" y="14"/>
                  <a:pt x="37" y="14"/>
                  <a:pt x="37" y="14"/>
                </a:cubicBezTo>
                <a:cubicBezTo>
                  <a:pt x="37" y="14"/>
                  <a:pt x="37" y="14"/>
                  <a:pt x="37" y="14"/>
                </a:cubicBezTo>
                <a:cubicBezTo>
                  <a:pt x="37" y="15"/>
                  <a:pt x="37" y="15"/>
                  <a:pt x="37" y="15"/>
                </a:cubicBezTo>
                <a:cubicBezTo>
                  <a:pt x="37" y="15"/>
                  <a:pt x="37"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5" y="15"/>
                </a:cubicBezTo>
                <a:cubicBezTo>
                  <a:pt x="35" y="15"/>
                  <a:pt x="35" y="15"/>
                  <a:pt x="35" y="15"/>
                </a:cubicBezTo>
                <a:cubicBezTo>
                  <a:pt x="35" y="16"/>
                  <a:pt x="35" y="16"/>
                  <a:pt x="35" y="16"/>
                </a:cubicBezTo>
                <a:cubicBezTo>
                  <a:pt x="35" y="16"/>
                  <a:pt x="35" y="16"/>
                  <a:pt x="35" y="16"/>
                </a:cubicBezTo>
                <a:cubicBezTo>
                  <a:pt x="35" y="16"/>
                  <a:pt x="35" y="16"/>
                  <a:pt x="35" y="16"/>
                </a:cubicBezTo>
                <a:cubicBezTo>
                  <a:pt x="35" y="16"/>
                  <a:pt x="35" y="16"/>
                  <a:pt x="35" y="16"/>
                </a:cubicBezTo>
                <a:cubicBezTo>
                  <a:pt x="35" y="16"/>
                  <a:pt x="35" y="16"/>
                  <a:pt x="35" y="16"/>
                </a:cubicBezTo>
                <a:cubicBezTo>
                  <a:pt x="35" y="17"/>
                  <a:pt x="35" y="17"/>
                  <a:pt x="35" y="17"/>
                </a:cubicBezTo>
                <a:cubicBezTo>
                  <a:pt x="35" y="17"/>
                  <a:pt x="35" y="17"/>
                  <a:pt x="35" y="17"/>
                </a:cubicBezTo>
                <a:cubicBezTo>
                  <a:pt x="35" y="17"/>
                  <a:pt x="35" y="17"/>
                  <a:pt x="35" y="17"/>
                </a:cubicBezTo>
                <a:cubicBezTo>
                  <a:pt x="34" y="17"/>
                  <a:pt x="34" y="17"/>
                  <a:pt x="34" y="17"/>
                </a:cubicBezTo>
                <a:cubicBezTo>
                  <a:pt x="34" y="18"/>
                  <a:pt x="34" y="18"/>
                  <a:pt x="34" y="18"/>
                </a:cubicBezTo>
                <a:cubicBezTo>
                  <a:pt x="34" y="18"/>
                  <a:pt x="34" y="18"/>
                  <a:pt x="34" y="18"/>
                </a:cubicBezTo>
                <a:cubicBezTo>
                  <a:pt x="34" y="18"/>
                  <a:pt x="34" y="18"/>
                  <a:pt x="34" y="18"/>
                </a:cubicBezTo>
                <a:cubicBezTo>
                  <a:pt x="34" y="18"/>
                  <a:pt x="34" y="18"/>
                  <a:pt x="34" y="18"/>
                </a:cubicBezTo>
                <a:cubicBezTo>
                  <a:pt x="34" y="18"/>
                  <a:pt x="34" y="18"/>
                  <a:pt x="34" y="18"/>
                </a:cubicBezTo>
                <a:cubicBezTo>
                  <a:pt x="34" y="19"/>
                  <a:pt x="34" y="19"/>
                  <a:pt x="34" y="19"/>
                </a:cubicBezTo>
                <a:cubicBezTo>
                  <a:pt x="34" y="19"/>
                  <a:pt x="34" y="19"/>
                  <a:pt x="34" y="19"/>
                </a:cubicBezTo>
                <a:cubicBezTo>
                  <a:pt x="34" y="19"/>
                  <a:pt x="34" y="19"/>
                  <a:pt x="34" y="19"/>
                </a:cubicBezTo>
                <a:cubicBezTo>
                  <a:pt x="34" y="19"/>
                  <a:pt x="34" y="19"/>
                  <a:pt x="34" y="19"/>
                </a:cubicBezTo>
                <a:cubicBezTo>
                  <a:pt x="34" y="19"/>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5" y="20"/>
                </a:cubicBezTo>
                <a:cubicBezTo>
                  <a:pt x="35" y="20"/>
                  <a:pt x="35" y="20"/>
                  <a:pt x="35" y="20"/>
                </a:cubicBezTo>
                <a:cubicBezTo>
                  <a:pt x="35" y="20"/>
                  <a:pt x="35" y="20"/>
                  <a:pt x="35" y="20"/>
                </a:cubicBezTo>
                <a:cubicBezTo>
                  <a:pt x="35" y="20"/>
                  <a:pt x="35" y="20"/>
                  <a:pt x="35" y="20"/>
                </a:cubicBezTo>
                <a:cubicBezTo>
                  <a:pt x="35" y="21"/>
                  <a:pt x="35" y="21"/>
                  <a:pt x="35" y="21"/>
                </a:cubicBezTo>
                <a:cubicBezTo>
                  <a:pt x="35" y="21"/>
                  <a:pt x="34" y="21"/>
                  <a:pt x="34" y="21"/>
                </a:cubicBezTo>
                <a:cubicBezTo>
                  <a:pt x="34" y="21"/>
                  <a:pt x="34" y="21"/>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5" y="22"/>
                </a:cubicBezTo>
                <a:cubicBezTo>
                  <a:pt x="35" y="22"/>
                  <a:pt x="35" y="22"/>
                  <a:pt x="35" y="23"/>
                </a:cubicBezTo>
                <a:cubicBezTo>
                  <a:pt x="35" y="23"/>
                  <a:pt x="35" y="23"/>
                  <a:pt x="35" y="23"/>
                </a:cubicBezTo>
                <a:cubicBezTo>
                  <a:pt x="35" y="23"/>
                  <a:pt x="35" y="23"/>
                  <a:pt x="35" y="23"/>
                </a:cubicBezTo>
                <a:cubicBezTo>
                  <a:pt x="35" y="23"/>
                  <a:pt x="35" y="23"/>
                  <a:pt x="35" y="23"/>
                </a:cubicBezTo>
                <a:cubicBezTo>
                  <a:pt x="35" y="23"/>
                  <a:pt x="35" y="23"/>
                  <a:pt x="35" y="23"/>
                </a:cubicBezTo>
                <a:cubicBezTo>
                  <a:pt x="35" y="23"/>
                  <a:pt x="35" y="23"/>
                  <a:pt x="35" y="23"/>
                </a:cubicBezTo>
                <a:cubicBezTo>
                  <a:pt x="35" y="23"/>
                  <a:pt x="36" y="23"/>
                  <a:pt x="36" y="24"/>
                </a:cubicBezTo>
                <a:cubicBezTo>
                  <a:pt x="36" y="24"/>
                  <a:pt x="36" y="24"/>
                  <a:pt x="36" y="24"/>
                </a:cubicBezTo>
                <a:cubicBezTo>
                  <a:pt x="36" y="24"/>
                  <a:pt x="36" y="25"/>
                  <a:pt x="36" y="25"/>
                </a:cubicBezTo>
                <a:cubicBezTo>
                  <a:pt x="36" y="25"/>
                  <a:pt x="36" y="25"/>
                  <a:pt x="36" y="25"/>
                </a:cubicBezTo>
                <a:cubicBezTo>
                  <a:pt x="36" y="25"/>
                  <a:pt x="36" y="25"/>
                  <a:pt x="36" y="25"/>
                </a:cubicBezTo>
                <a:cubicBezTo>
                  <a:pt x="36" y="25"/>
                  <a:pt x="36" y="25"/>
                  <a:pt x="36" y="25"/>
                </a:cubicBezTo>
                <a:cubicBezTo>
                  <a:pt x="36" y="25"/>
                  <a:pt x="36" y="25"/>
                  <a:pt x="36" y="25"/>
                </a:cubicBezTo>
                <a:cubicBezTo>
                  <a:pt x="36" y="25"/>
                  <a:pt x="36" y="25"/>
                  <a:pt x="36" y="25"/>
                </a:cubicBezTo>
                <a:cubicBezTo>
                  <a:pt x="37" y="25"/>
                  <a:pt x="37" y="25"/>
                  <a:pt x="37" y="25"/>
                </a:cubicBezTo>
                <a:cubicBezTo>
                  <a:pt x="37" y="25"/>
                  <a:pt x="37" y="25"/>
                  <a:pt x="37" y="25"/>
                </a:cubicBezTo>
                <a:cubicBezTo>
                  <a:pt x="37" y="25"/>
                  <a:pt x="37" y="26"/>
                  <a:pt x="37" y="26"/>
                </a:cubicBezTo>
                <a:cubicBezTo>
                  <a:pt x="37" y="26"/>
                  <a:pt x="37" y="26"/>
                  <a:pt x="38" y="26"/>
                </a:cubicBezTo>
                <a:cubicBezTo>
                  <a:pt x="38" y="26"/>
                  <a:pt x="38" y="26"/>
                  <a:pt x="38" y="26"/>
                </a:cubicBezTo>
                <a:cubicBezTo>
                  <a:pt x="38" y="26"/>
                  <a:pt x="38" y="26"/>
                  <a:pt x="38" y="26"/>
                </a:cubicBezTo>
                <a:cubicBezTo>
                  <a:pt x="38" y="26"/>
                  <a:pt x="38" y="26"/>
                  <a:pt x="38" y="26"/>
                </a:cubicBezTo>
                <a:cubicBezTo>
                  <a:pt x="38" y="26"/>
                  <a:pt x="38" y="26"/>
                  <a:pt x="38" y="26"/>
                </a:cubicBezTo>
                <a:cubicBezTo>
                  <a:pt x="38" y="26"/>
                  <a:pt x="38" y="26"/>
                  <a:pt x="38" y="26"/>
                </a:cubicBezTo>
                <a:cubicBezTo>
                  <a:pt x="38" y="26"/>
                  <a:pt x="38" y="26"/>
                  <a:pt x="38" y="26"/>
                </a:cubicBezTo>
                <a:cubicBezTo>
                  <a:pt x="38" y="26"/>
                  <a:pt x="38" y="26"/>
                  <a:pt x="38" y="26"/>
                </a:cubicBezTo>
                <a:cubicBezTo>
                  <a:pt x="38" y="27"/>
                  <a:pt x="39" y="27"/>
                  <a:pt x="39" y="27"/>
                </a:cubicBezTo>
                <a:cubicBezTo>
                  <a:pt x="39" y="27"/>
                  <a:pt x="39" y="27"/>
                  <a:pt x="39" y="27"/>
                </a:cubicBezTo>
                <a:cubicBezTo>
                  <a:pt x="39" y="27"/>
                  <a:pt x="39" y="27"/>
                  <a:pt x="39" y="27"/>
                </a:cubicBezTo>
                <a:cubicBezTo>
                  <a:pt x="39" y="27"/>
                  <a:pt x="39" y="27"/>
                  <a:pt x="39" y="27"/>
                </a:cubicBezTo>
                <a:cubicBezTo>
                  <a:pt x="39" y="27"/>
                  <a:pt x="39" y="27"/>
                  <a:pt x="39" y="27"/>
                </a:cubicBezTo>
                <a:cubicBezTo>
                  <a:pt x="39" y="27"/>
                  <a:pt x="39" y="27"/>
                  <a:pt x="39" y="27"/>
                </a:cubicBezTo>
                <a:cubicBezTo>
                  <a:pt x="39" y="27"/>
                  <a:pt x="39" y="27"/>
                  <a:pt x="39" y="27"/>
                </a:cubicBezTo>
                <a:cubicBezTo>
                  <a:pt x="39" y="27"/>
                  <a:pt x="40" y="27"/>
                  <a:pt x="40" y="27"/>
                </a:cubicBezTo>
                <a:cubicBezTo>
                  <a:pt x="40" y="27"/>
                  <a:pt x="40" y="27"/>
                  <a:pt x="40" y="27"/>
                </a:cubicBezTo>
                <a:cubicBezTo>
                  <a:pt x="40" y="27"/>
                  <a:pt x="40" y="27"/>
                  <a:pt x="40" y="27"/>
                </a:cubicBezTo>
                <a:cubicBezTo>
                  <a:pt x="40" y="27"/>
                  <a:pt x="40" y="27"/>
                  <a:pt x="40" y="27"/>
                </a:cubicBezTo>
                <a:cubicBezTo>
                  <a:pt x="40" y="27"/>
                  <a:pt x="40" y="27"/>
                  <a:pt x="40" y="27"/>
                </a:cubicBezTo>
                <a:cubicBezTo>
                  <a:pt x="40" y="27"/>
                  <a:pt x="40" y="27"/>
                  <a:pt x="40" y="27"/>
                </a:cubicBezTo>
                <a:cubicBezTo>
                  <a:pt x="40" y="27"/>
                  <a:pt x="40" y="27"/>
                  <a:pt x="40" y="27"/>
                </a:cubicBezTo>
                <a:cubicBezTo>
                  <a:pt x="40" y="27"/>
                  <a:pt x="40" y="27"/>
                  <a:pt x="41" y="27"/>
                </a:cubicBezTo>
                <a:cubicBezTo>
                  <a:pt x="41" y="27"/>
                  <a:pt x="41" y="27"/>
                  <a:pt x="41" y="27"/>
                </a:cubicBezTo>
                <a:cubicBezTo>
                  <a:pt x="41" y="27"/>
                  <a:pt x="41" y="27"/>
                  <a:pt x="41" y="27"/>
                </a:cubicBezTo>
                <a:cubicBezTo>
                  <a:pt x="41" y="27"/>
                  <a:pt x="41" y="27"/>
                  <a:pt x="41" y="27"/>
                </a:cubicBezTo>
                <a:cubicBezTo>
                  <a:pt x="41" y="27"/>
                  <a:pt x="41" y="27"/>
                  <a:pt x="41" y="27"/>
                </a:cubicBezTo>
                <a:cubicBezTo>
                  <a:pt x="41" y="27"/>
                  <a:pt x="41" y="27"/>
                  <a:pt x="41" y="27"/>
                </a:cubicBezTo>
                <a:cubicBezTo>
                  <a:pt x="42" y="27"/>
                  <a:pt x="42" y="27"/>
                  <a:pt x="42" y="27"/>
                </a:cubicBezTo>
                <a:cubicBezTo>
                  <a:pt x="42" y="27"/>
                  <a:pt x="42" y="27"/>
                  <a:pt x="42" y="27"/>
                </a:cubicBezTo>
                <a:cubicBezTo>
                  <a:pt x="42" y="27"/>
                  <a:pt x="42" y="27"/>
                  <a:pt x="42" y="27"/>
                </a:cubicBezTo>
                <a:cubicBezTo>
                  <a:pt x="42" y="27"/>
                  <a:pt x="42" y="27"/>
                  <a:pt x="42" y="27"/>
                </a:cubicBezTo>
                <a:cubicBezTo>
                  <a:pt x="42" y="27"/>
                  <a:pt x="42" y="27"/>
                  <a:pt x="42" y="27"/>
                </a:cubicBezTo>
                <a:cubicBezTo>
                  <a:pt x="42" y="27"/>
                  <a:pt x="42" y="27"/>
                  <a:pt x="42" y="27"/>
                </a:cubicBezTo>
                <a:cubicBezTo>
                  <a:pt x="42" y="27"/>
                  <a:pt x="42" y="27"/>
                  <a:pt x="42" y="27"/>
                </a:cubicBezTo>
                <a:cubicBezTo>
                  <a:pt x="42" y="27"/>
                  <a:pt x="42" y="27"/>
                  <a:pt x="42" y="27"/>
                </a:cubicBezTo>
                <a:cubicBezTo>
                  <a:pt x="42" y="27"/>
                  <a:pt x="42" y="27"/>
                  <a:pt x="42" y="27"/>
                </a:cubicBezTo>
                <a:cubicBezTo>
                  <a:pt x="42" y="26"/>
                  <a:pt x="42" y="26"/>
                  <a:pt x="43" y="26"/>
                </a:cubicBezTo>
                <a:cubicBezTo>
                  <a:pt x="43" y="26"/>
                  <a:pt x="43" y="26"/>
                  <a:pt x="43" y="26"/>
                </a:cubicBezTo>
                <a:cubicBezTo>
                  <a:pt x="43" y="26"/>
                  <a:pt x="43" y="26"/>
                  <a:pt x="43" y="26"/>
                </a:cubicBezTo>
                <a:cubicBezTo>
                  <a:pt x="43" y="26"/>
                  <a:pt x="43" y="26"/>
                  <a:pt x="43" y="26"/>
                </a:cubicBezTo>
                <a:cubicBezTo>
                  <a:pt x="43" y="26"/>
                  <a:pt x="43" y="26"/>
                  <a:pt x="43" y="26"/>
                </a:cubicBezTo>
                <a:cubicBezTo>
                  <a:pt x="44" y="26"/>
                  <a:pt x="44" y="26"/>
                  <a:pt x="44" y="26"/>
                </a:cubicBezTo>
                <a:cubicBezTo>
                  <a:pt x="44" y="26"/>
                  <a:pt x="44" y="26"/>
                  <a:pt x="44" y="26"/>
                </a:cubicBezTo>
                <a:cubicBezTo>
                  <a:pt x="44" y="26"/>
                  <a:pt x="44" y="26"/>
                  <a:pt x="44" y="26"/>
                </a:cubicBezTo>
                <a:cubicBezTo>
                  <a:pt x="45" y="26"/>
                  <a:pt x="45" y="26"/>
                  <a:pt x="45" y="26"/>
                </a:cubicBezTo>
                <a:cubicBezTo>
                  <a:pt x="45" y="26"/>
                  <a:pt x="45" y="26"/>
                  <a:pt x="45" y="27"/>
                </a:cubicBezTo>
                <a:cubicBezTo>
                  <a:pt x="45" y="27"/>
                  <a:pt x="45" y="27"/>
                  <a:pt x="45" y="27"/>
                </a:cubicBezTo>
                <a:cubicBezTo>
                  <a:pt x="45" y="27"/>
                  <a:pt x="45" y="27"/>
                  <a:pt x="45" y="27"/>
                </a:cubicBezTo>
                <a:cubicBezTo>
                  <a:pt x="45" y="27"/>
                  <a:pt x="45" y="27"/>
                  <a:pt x="45" y="27"/>
                </a:cubicBezTo>
                <a:cubicBezTo>
                  <a:pt x="45" y="27"/>
                  <a:pt x="45" y="27"/>
                  <a:pt x="45" y="27"/>
                </a:cubicBezTo>
                <a:cubicBezTo>
                  <a:pt x="45" y="27"/>
                  <a:pt x="45" y="27"/>
                  <a:pt x="45" y="27"/>
                </a:cubicBezTo>
                <a:cubicBezTo>
                  <a:pt x="45" y="27"/>
                  <a:pt x="45" y="27"/>
                  <a:pt x="45" y="27"/>
                </a:cubicBezTo>
                <a:cubicBezTo>
                  <a:pt x="45" y="27"/>
                  <a:pt x="45" y="27"/>
                  <a:pt x="45" y="27"/>
                </a:cubicBezTo>
                <a:cubicBezTo>
                  <a:pt x="45" y="27"/>
                  <a:pt x="45" y="27"/>
                  <a:pt x="45" y="27"/>
                </a:cubicBezTo>
                <a:cubicBezTo>
                  <a:pt x="45" y="27"/>
                  <a:pt x="45" y="27"/>
                  <a:pt x="45" y="27"/>
                </a:cubicBezTo>
                <a:cubicBezTo>
                  <a:pt x="46" y="27"/>
                  <a:pt x="46" y="27"/>
                  <a:pt x="46" y="27"/>
                </a:cubicBezTo>
                <a:cubicBezTo>
                  <a:pt x="46" y="27"/>
                  <a:pt x="46" y="27"/>
                  <a:pt x="46" y="27"/>
                </a:cubicBezTo>
                <a:cubicBezTo>
                  <a:pt x="46" y="27"/>
                  <a:pt x="46" y="27"/>
                  <a:pt x="46" y="27"/>
                </a:cubicBezTo>
                <a:cubicBezTo>
                  <a:pt x="46" y="27"/>
                  <a:pt x="47" y="28"/>
                  <a:pt x="47" y="28"/>
                </a:cubicBezTo>
                <a:cubicBezTo>
                  <a:pt x="47" y="28"/>
                  <a:pt x="46" y="28"/>
                  <a:pt x="46" y="28"/>
                </a:cubicBezTo>
                <a:cubicBezTo>
                  <a:pt x="46" y="28"/>
                  <a:pt x="46" y="28"/>
                  <a:pt x="46" y="28"/>
                </a:cubicBezTo>
                <a:cubicBezTo>
                  <a:pt x="46" y="28"/>
                  <a:pt x="46" y="29"/>
                  <a:pt x="46" y="29"/>
                </a:cubicBezTo>
                <a:cubicBezTo>
                  <a:pt x="46" y="29"/>
                  <a:pt x="46" y="29"/>
                  <a:pt x="46" y="29"/>
                </a:cubicBezTo>
                <a:cubicBezTo>
                  <a:pt x="46" y="29"/>
                  <a:pt x="46" y="29"/>
                  <a:pt x="46" y="29"/>
                </a:cubicBezTo>
                <a:cubicBezTo>
                  <a:pt x="46" y="29"/>
                  <a:pt x="46" y="29"/>
                  <a:pt x="46" y="29"/>
                </a:cubicBezTo>
                <a:cubicBezTo>
                  <a:pt x="46" y="29"/>
                  <a:pt x="46" y="29"/>
                  <a:pt x="46" y="29"/>
                </a:cubicBezTo>
                <a:cubicBezTo>
                  <a:pt x="46" y="29"/>
                  <a:pt x="46" y="29"/>
                  <a:pt x="46" y="29"/>
                </a:cubicBezTo>
                <a:cubicBezTo>
                  <a:pt x="46" y="29"/>
                  <a:pt x="46" y="29"/>
                  <a:pt x="46" y="29"/>
                </a:cubicBezTo>
                <a:cubicBezTo>
                  <a:pt x="46" y="29"/>
                  <a:pt x="46" y="29"/>
                  <a:pt x="46" y="29"/>
                </a:cubicBezTo>
                <a:cubicBezTo>
                  <a:pt x="46" y="29"/>
                  <a:pt x="46" y="29"/>
                  <a:pt x="46" y="29"/>
                </a:cubicBezTo>
                <a:cubicBezTo>
                  <a:pt x="46" y="29"/>
                  <a:pt x="46" y="30"/>
                  <a:pt x="46" y="30"/>
                </a:cubicBezTo>
                <a:cubicBezTo>
                  <a:pt x="46" y="30"/>
                  <a:pt x="46" y="30"/>
                  <a:pt x="46" y="30"/>
                </a:cubicBezTo>
                <a:cubicBezTo>
                  <a:pt x="46" y="30"/>
                  <a:pt x="46" y="30"/>
                  <a:pt x="46" y="30"/>
                </a:cubicBezTo>
                <a:cubicBezTo>
                  <a:pt x="46" y="30"/>
                  <a:pt x="47" y="30"/>
                  <a:pt x="47" y="30"/>
                </a:cubicBezTo>
                <a:cubicBezTo>
                  <a:pt x="47" y="30"/>
                  <a:pt x="47" y="30"/>
                  <a:pt x="47" y="30"/>
                </a:cubicBezTo>
                <a:cubicBezTo>
                  <a:pt x="47" y="30"/>
                  <a:pt x="47" y="30"/>
                  <a:pt x="47" y="30"/>
                </a:cubicBezTo>
                <a:cubicBezTo>
                  <a:pt x="47" y="30"/>
                  <a:pt x="47" y="31"/>
                  <a:pt x="47" y="31"/>
                </a:cubicBezTo>
                <a:cubicBezTo>
                  <a:pt x="47" y="31"/>
                  <a:pt x="47" y="31"/>
                  <a:pt x="47" y="31"/>
                </a:cubicBezTo>
                <a:cubicBezTo>
                  <a:pt x="47" y="31"/>
                  <a:pt x="47" y="31"/>
                  <a:pt x="47" y="31"/>
                </a:cubicBezTo>
                <a:cubicBezTo>
                  <a:pt x="47" y="31"/>
                  <a:pt x="47" y="31"/>
                  <a:pt x="47" y="31"/>
                </a:cubicBezTo>
                <a:cubicBezTo>
                  <a:pt x="47" y="31"/>
                  <a:pt x="47" y="31"/>
                  <a:pt x="47" y="31"/>
                </a:cubicBezTo>
                <a:cubicBezTo>
                  <a:pt x="47" y="32"/>
                  <a:pt x="47" y="32"/>
                  <a:pt x="48" y="32"/>
                </a:cubicBezTo>
                <a:cubicBezTo>
                  <a:pt x="48" y="32"/>
                  <a:pt x="48" y="32"/>
                  <a:pt x="48" y="32"/>
                </a:cubicBezTo>
                <a:cubicBezTo>
                  <a:pt x="48" y="32"/>
                  <a:pt x="48" y="32"/>
                  <a:pt x="48" y="32"/>
                </a:cubicBezTo>
                <a:cubicBezTo>
                  <a:pt x="48" y="32"/>
                  <a:pt x="48" y="32"/>
                  <a:pt x="48" y="32"/>
                </a:cubicBezTo>
                <a:cubicBezTo>
                  <a:pt x="48" y="32"/>
                  <a:pt x="48" y="32"/>
                  <a:pt x="48" y="32"/>
                </a:cubicBezTo>
                <a:cubicBezTo>
                  <a:pt x="48" y="32"/>
                  <a:pt x="48" y="32"/>
                  <a:pt x="48" y="32"/>
                </a:cubicBezTo>
                <a:cubicBezTo>
                  <a:pt x="48" y="32"/>
                  <a:pt x="48" y="32"/>
                  <a:pt x="48" y="32"/>
                </a:cubicBezTo>
                <a:cubicBezTo>
                  <a:pt x="48" y="32"/>
                  <a:pt x="48" y="32"/>
                  <a:pt x="48" y="32"/>
                </a:cubicBezTo>
                <a:cubicBezTo>
                  <a:pt x="48" y="32"/>
                  <a:pt x="48" y="32"/>
                  <a:pt x="48" y="32"/>
                </a:cubicBezTo>
                <a:cubicBezTo>
                  <a:pt x="48" y="32"/>
                  <a:pt x="48" y="32"/>
                  <a:pt x="48" y="32"/>
                </a:cubicBezTo>
                <a:cubicBezTo>
                  <a:pt x="48" y="33"/>
                  <a:pt x="48" y="33"/>
                  <a:pt x="48" y="33"/>
                </a:cubicBezTo>
                <a:cubicBezTo>
                  <a:pt x="48" y="33"/>
                  <a:pt x="48" y="33"/>
                  <a:pt x="48" y="33"/>
                </a:cubicBezTo>
                <a:cubicBezTo>
                  <a:pt x="48" y="33"/>
                  <a:pt x="48" y="34"/>
                  <a:pt x="48" y="34"/>
                </a:cubicBezTo>
                <a:cubicBezTo>
                  <a:pt x="48" y="34"/>
                  <a:pt x="48" y="34"/>
                  <a:pt x="48" y="34"/>
                </a:cubicBezTo>
                <a:cubicBezTo>
                  <a:pt x="48" y="34"/>
                  <a:pt x="48" y="34"/>
                  <a:pt x="48" y="34"/>
                </a:cubicBezTo>
                <a:cubicBezTo>
                  <a:pt x="48" y="34"/>
                  <a:pt x="48" y="34"/>
                  <a:pt x="48" y="34"/>
                </a:cubicBezTo>
                <a:cubicBezTo>
                  <a:pt x="48" y="34"/>
                  <a:pt x="48" y="34"/>
                  <a:pt x="48" y="34"/>
                </a:cubicBezTo>
                <a:cubicBezTo>
                  <a:pt x="48" y="34"/>
                  <a:pt x="48" y="35"/>
                  <a:pt x="48" y="35"/>
                </a:cubicBezTo>
                <a:cubicBezTo>
                  <a:pt x="48" y="35"/>
                  <a:pt x="48" y="35"/>
                  <a:pt x="48" y="35"/>
                </a:cubicBezTo>
                <a:cubicBezTo>
                  <a:pt x="48" y="35"/>
                  <a:pt x="48" y="35"/>
                  <a:pt x="48" y="35"/>
                </a:cubicBezTo>
                <a:cubicBezTo>
                  <a:pt x="48" y="35"/>
                  <a:pt x="48" y="35"/>
                  <a:pt x="48" y="35"/>
                </a:cubicBezTo>
                <a:cubicBezTo>
                  <a:pt x="48" y="35"/>
                  <a:pt x="48" y="35"/>
                  <a:pt x="48" y="35"/>
                </a:cubicBezTo>
                <a:cubicBezTo>
                  <a:pt x="47" y="35"/>
                  <a:pt x="47" y="35"/>
                  <a:pt x="47" y="35"/>
                </a:cubicBezTo>
                <a:cubicBezTo>
                  <a:pt x="47" y="35"/>
                  <a:pt x="47" y="35"/>
                  <a:pt x="47" y="36"/>
                </a:cubicBezTo>
                <a:cubicBezTo>
                  <a:pt x="47" y="36"/>
                  <a:pt x="47" y="36"/>
                  <a:pt x="47" y="36"/>
                </a:cubicBezTo>
                <a:cubicBezTo>
                  <a:pt x="47" y="36"/>
                  <a:pt x="47" y="36"/>
                  <a:pt x="47" y="36"/>
                </a:cubicBezTo>
                <a:cubicBezTo>
                  <a:pt x="47" y="36"/>
                  <a:pt x="47" y="36"/>
                  <a:pt x="47" y="36"/>
                </a:cubicBezTo>
                <a:cubicBezTo>
                  <a:pt x="47" y="37"/>
                  <a:pt x="47" y="37"/>
                  <a:pt x="47" y="37"/>
                </a:cubicBezTo>
                <a:cubicBezTo>
                  <a:pt x="47" y="37"/>
                  <a:pt x="47" y="37"/>
                  <a:pt x="47" y="37"/>
                </a:cubicBezTo>
                <a:cubicBezTo>
                  <a:pt x="47" y="37"/>
                  <a:pt x="47" y="37"/>
                  <a:pt x="47" y="37"/>
                </a:cubicBezTo>
                <a:cubicBezTo>
                  <a:pt x="47" y="37"/>
                  <a:pt x="47" y="37"/>
                  <a:pt x="47" y="37"/>
                </a:cubicBezTo>
                <a:cubicBezTo>
                  <a:pt x="47" y="37"/>
                  <a:pt x="47" y="37"/>
                  <a:pt x="47" y="37"/>
                </a:cubicBezTo>
                <a:cubicBezTo>
                  <a:pt x="47" y="37"/>
                  <a:pt x="47" y="37"/>
                  <a:pt x="47" y="37"/>
                </a:cubicBezTo>
                <a:cubicBezTo>
                  <a:pt x="47" y="37"/>
                  <a:pt x="47" y="37"/>
                  <a:pt x="47" y="37"/>
                </a:cubicBezTo>
                <a:cubicBezTo>
                  <a:pt x="46" y="37"/>
                  <a:pt x="46" y="37"/>
                  <a:pt x="46" y="37"/>
                </a:cubicBezTo>
                <a:cubicBezTo>
                  <a:pt x="46" y="37"/>
                  <a:pt x="46" y="37"/>
                  <a:pt x="46" y="37"/>
                </a:cubicBezTo>
                <a:cubicBezTo>
                  <a:pt x="46" y="37"/>
                  <a:pt x="46" y="37"/>
                  <a:pt x="46" y="37"/>
                </a:cubicBezTo>
                <a:cubicBezTo>
                  <a:pt x="46" y="37"/>
                  <a:pt x="46" y="37"/>
                  <a:pt x="46" y="37"/>
                </a:cubicBezTo>
                <a:cubicBezTo>
                  <a:pt x="46" y="40"/>
                  <a:pt x="46" y="40"/>
                  <a:pt x="46" y="40"/>
                </a:cubicBezTo>
                <a:cubicBezTo>
                  <a:pt x="46" y="40"/>
                  <a:pt x="46" y="40"/>
                  <a:pt x="46" y="40"/>
                </a:cubicBezTo>
                <a:cubicBezTo>
                  <a:pt x="46" y="40"/>
                  <a:pt x="46" y="40"/>
                  <a:pt x="46" y="40"/>
                </a:cubicBezTo>
                <a:cubicBezTo>
                  <a:pt x="46" y="40"/>
                  <a:pt x="46" y="40"/>
                  <a:pt x="46" y="40"/>
                </a:cubicBezTo>
                <a:cubicBezTo>
                  <a:pt x="46" y="40"/>
                  <a:pt x="46" y="40"/>
                  <a:pt x="46" y="40"/>
                </a:cubicBezTo>
                <a:cubicBezTo>
                  <a:pt x="46" y="40"/>
                  <a:pt x="46" y="40"/>
                  <a:pt x="46" y="40"/>
                </a:cubicBezTo>
                <a:cubicBezTo>
                  <a:pt x="46" y="40"/>
                  <a:pt x="46" y="40"/>
                  <a:pt x="46" y="40"/>
                </a:cubicBezTo>
                <a:cubicBezTo>
                  <a:pt x="46" y="40"/>
                  <a:pt x="47" y="40"/>
                  <a:pt x="47" y="40"/>
                </a:cubicBezTo>
                <a:cubicBezTo>
                  <a:pt x="47" y="40"/>
                  <a:pt x="47" y="40"/>
                  <a:pt x="47" y="40"/>
                </a:cubicBezTo>
                <a:cubicBezTo>
                  <a:pt x="47" y="40"/>
                  <a:pt x="47" y="40"/>
                  <a:pt x="47" y="40"/>
                </a:cubicBezTo>
                <a:cubicBezTo>
                  <a:pt x="47" y="40"/>
                  <a:pt x="47" y="40"/>
                  <a:pt x="47" y="40"/>
                </a:cubicBezTo>
                <a:cubicBezTo>
                  <a:pt x="47" y="40"/>
                  <a:pt x="47" y="40"/>
                  <a:pt x="47" y="40"/>
                </a:cubicBezTo>
                <a:cubicBezTo>
                  <a:pt x="47" y="40"/>
                  <a:pt x="47" y="40"/>
                  <a:pt x="47" y="40"/>
                </a:cubicBezTo>
                <a:cubicBezTo>
                  <a:pt x="47" y="40"/>
                  <a:pt x="47" y="41"/>
                  <a:pt x="47" y="41"/>
                </a:cubicBezTo>
                <a:cubicBezTo>
                  <a:pt x="47" y="41"/>
                  <a:pt x="47" y="41"/>
                  <a:pt x="47" y="41"/>
                </a:cubicBezTo>
                <a:cubicBezTo>
                  <a:pt x="47" y="41"/>
                  <a:pt x="47" y="41"/>
                  <a:pt x="47" y="41"/>
                </a:cubicBezTo>
                <a:cubicBezTo>
                  <a:pt x="46" y="41"/>
                  <a:pt x="46" y="41"/>
                  <a:pt x="46" y="41"/>
                </a:cubicBezTo>
                <a:cubicBezTo>
                  <a:pt x="46" y="43"/>
                  <a:pt x="46" y="43"/>
                  <a:pt x="46" y="43"/>
                </a:cubicBezTo>
                <a:cubicBezTo>
                  <a:pt x="47" y="43"/>
                  <a:pt x="47" y="43"/>
                  <a:pt x="47" y="43"/>
                </a:cubicBezTo>
                <a:cubicBezTo>
                  <a:pt x="47" y="43"/>
                  <a:pt x="47" y="43"/>
                  <a:pt x="47" y="44"/>
                </a:cubicBezTo>
                <a:cubicBezTo>
                  <a:pt x="47" y="44"/>
                  <a:pt x="47" y="44"/>
                  <a:pt x="47" y="44"/>
                </a:cubicBezTo>
                <a:cubicBezTo>
                  <a:pt x="47" y="44"/>
                  <a:pt x="47" y="44"/>
                  <a:pt x="47" y="44"/>
                </a:cubicBezTo>
                <a:cubicBezTo>
                  <a:pt x="47" y="44"/>
                  <a:pt x="47" y="45"/>
                  <a:pt x="47" y="45"/>
                </a:cubicBezTo>
                <a:cubicBezTo>
                  <a:pt x="47" y="45"/>
                  <a:pt x="47" y="45"/>
                  <a:pt x="46" y="45"/>
                </a:cubicBezTo>
                <a:cubicBezTo>
                  <a:pt x="46" y="45"/>
                  <a:pt x="46" y="45"/>
                  <a:pt x="46" y="45"/>
                </a:cubicBezTo>
                <a:cubicBezTo>
                  <a:pt x="46" y="45"/>
                  <a:pt x="46" y="45"/>
                  <a:pt x="46" y="45"/>
                </a:cubicBezTo>
                <a:cubicBezTo>
                  <a:pt x="46" y="45"/>
                  <a:pt x="46" y="45"/>
                  <a:pt x="46" y="45"/>
                </a:cubicBezTo>
                <a:cubicBezTo>
                  <a:pt x="46" y="45"/>
                  <a:pt x="46" y="45"/>
                  <a:pt x="46" y="46"/>
                </a:cubicBezTo>
                <a:cubicBezTo>
                  <a:pt x="46" y="46"/>
                  <a:pt x="46" y="46"/>
                  <a:pt x="46" y="46"/>
                </a:cubicBezTo>
                <a:cubicBezTo>
                  <a:pt x="46" y="46"/>
                  <a:pt x="46" y="46"/>
                  <a:pt x="46" y="46"/>
                </a:cubicBezTo>
                <a:cubicBezTo>
                  <a:pt x="46" y="46"/>
                  <a:pt x="47" y="46"/>
                  <a:pt x="47" y="46"/>
                </a:cubicBezTo>
                <a:cubicBezTo>
                  <a:pt x="47" y="46"/>
                  <a:pt x="47" y="46"/>
                  <a:pt x="47" y="46"/>
                </a:cubicBezTo>
                <a:cubicBezTo>
                  <a:pt x="47" y="46"/>
                  <a:pt x="47" y="46"/>
                  <a:pt x="47" y="46"/>
                </a:cubicBezTo>
                <a:cubicBezTo>
                  <a:pt x="47" y="46"/>
                  <a:pt x="48" y="46"/>
                  <a:pt x="48" y="46"/>
                </a:cubicBezTo>
                <a:cubicBezTo>
                  <a:pt x="48" y="46"/>
                  <a:pt x="48" y="46"/>
                  <a:pt x="49" y="45"/>
                </a:cubicBezTo>
                <a:cubicBezTo>
                  <a:pt x="49" y="45"/>
                  <a:pt x="49" y="45"/>
                  <a:pt x="49" y="45"/>
                </a:cubicBezTo>
                <a:cubicBezTo>
                  <a:pt x="49" y="45"/>
                  <a:pt x="49" y="45"/>
                  <a:pt x="49" y="45"/>
                </a:cubicBezTo>
                <a:cubicBezTo>
                  <a:pt x="49" y="45"/>
                  <a:pt x="49" y="45"/>
                  <a:pt x="49" y="45"/>
                </a:cubicBezTo>
                <a:cubicBezTo>
                  <a:pt x="49" y="45"/>
                  <a:pt x="49" y="45"/>
                  <a:pt x="49" y="45"/>
                </a:cubicBezTo>
                <a:cubicBezTo>
                  <a:pt x="49" y="45"/>
                  <a:pt x="49" y="45"/>
                  <a:pt x="49" y="45"/>
                </a:cubicBezTo>
                <a:cubicBezTo>
                  <a:pt x="49" y="45"/>
                  <a:pt x="49" y="45"/>
                  <a:pt x="50" y="45"/>
                </a:cubicBezTo>
                <a:cubicBezTo>
                  <a:pt x="50" y="45"/>
                  <a:pt x="50" y="45"/>
                  <a:pt x="50" y="45"/>
                </a:cubicBezTo>
                <a:cubicBezTo>
                  <a:pt x="50" y="45"/>
                  <a:pt x="50" y="45"/>
                  <a:pt x="50" y="45"/>
                </a:cubicBezTo>
                <a:cubicBezTo>
                  <a:pt x="50" y="44"/>
                  <a:pt x="50" y="44"/>
                  <a:pt x="50" y="44"/>
                </a:cubicBezTo>
                <a:cubicBezTo>
                  <a:pt x="50" y="44"/>
                  <a:pt x="50" y="44"/>
                  <a:pt x="51" y="44"/>
                </a:cubicBezTo>
                <a:cubicBezTo>
                  <a:pt x="51" y="44"/>
                  <a:pt x="51" y="44"/>
                  <a:pt x="51" y="44"/>
                </a:cubicBezTo>
                <a:cubicBezTo>
                  <a:pt x="51" y="44"/>
                  <a:pt x="51" y="44"/>
                  <a:pt x="51" y="44"/>
                </a:cubicBezTo>
                <a:cubicBezTo>
                  <a:pt x="51" y="44"/>
                  <a:pt x="51" y="44"/>
                  <a:pt x="51" y="44"/>
                </a:cubicBezTo>
                <a:cubicBezTo>
                  <a:pt x="51" y="44"/>
                  <a:pt x="51" y="44"/>
                  <a:pt x="51" y="44"/>
                </a:cubicBezTo>
                <a:cubicBezTo>
                  <a:pt x="52" y="44"/>
                  <a:pt x="52" y="43"/>
                  <a:pt x="52" y="43"/>
                </a:cubicBezTo>
                <a:cubicBezTo>
                  <a:pt x="52" y="43"/>
                  <a:pt x="52" y="43"/>
                  <a:pt x="52" y="43"/>
                </a:cubicBezTo>
                <a:cubicBezTo>
                  <a:pt x="52" y="43"/>
                  <a:pt x="52" y="43"/>
                  <a:pt x="52" y="43"/>
                </a:cubicBezTo>
                <a:cubicBezTo>
                  <a:pt x="52" y="43"/>
                  <a:pt x="52" y="43"/>
                  <a:pt x="52" y="43"/>
                </a:cubicBezTo>
                <a:cubicBezTo>
                  <a:pt x="52" y="42"/>
                  <a:pt x="52" y="42"/>
                  <a:pt x="52" y="42"/>
                </a:cubicBezTo>
                <a:cubicBezTo>
                  <a:pt x="52" y="42"/>
                  <a:pt x="51" y="42"/>
                  <a:pt x="51" y="42"/>
                </a:cubicBezTo>
                <a:cubicBezTo>
                  <a:pt x="51" y="42"/>
                  <a:pt x="51" y="42"/>
                  <a:pt x="52" y="42"/>
                </a:cubicBezTo>
                <a:cubicBezTo>
                  <a:pt x="52" y="42"/>
                  <a:pt x="52" y="42"/>
                  <a:pt x="52" y="42"/>
                </a:cubicBezTo>
                <a:cubicBezTo>
                  <a:pt x="52" y="42"/>
                  <a:pt x="52" y="42"/>
                  <a:pt x="52" y="42"/>
                </a:cubicBezTo>
                <a:cubicBezTo>
                  <a:pt x="52" y="42"/>
                  <a:pt x="52" y="42"/>
                  <a:pt x="52" y="42"/>
                </a:cubicBezTo>
                <a:cubicBezTo>
                  <a:pt x="52" y="42"/>
                  <a:pt x="52" y="42"/>
                  <a:pt x="52" y="42"/>
                </a:cubicBezTo>
                <a:cubicBezTo>
                  <a:pt x="52" y="42"/>
                  <a:pt x="52" y="42"/>
                  <a:pt x="52" y="42"/>
                </a:cubicBezTo>
                <a:cubicBezTo>
                  <a:pt x="52" y="42"/>
                  <a:pt x="52" y="42"/>
                  <a:pt x="52" y="42"/>
                </a:cubicBezTo>
                <a:cubicBezTo>
                  <a:pt x="52" y="42"/>
                  <a:pt x="52" y="42"/>
                  <a:pt x="52" y="42"/>
                </a:cubicBezTo>
                <a:cubicBezTo>
                  <a:pt x="52" y="41"/>
                  <a:pt x="52" y="41"/>
                  <a:pt x="52" y="41"/>
                </a:cubicBezTo>
                <a:cubicBezTo>
                  <a:pt x="52" y="41"/>
                  <a:pt x="52" y="41"/>
                  <a:pt x="52" y="41"/>
                </a:cubicBezTo>
                <a:cubicBezTo>
                  <a:pt x="52" y="41"/>
                  <a:pt x="52" y="41"/>
                  <a:pt x="52" y="41"/>
                </a:cubicBezTo>
                <a:cubicBezTo>
                  <a:pt x="52" y="41"/>
                  <a:pt x="52" y="41"/>
                  <a:pt x="52" y="41"/>
                </a:cubicBezTo>
                <a:cubicBezTo>
                  <a:pt x="52" y="41"/>
                  <a:pt x="52" y="41"/>
                  <a:pt x="52" y="41"/>
                </a:cubicBezTo>
                <a:cubicBezTo>
                  <a:pt x="52" y="41"/>
                  <a:pt x="53" y="41"/>
                  <a:pt x="53" y="41"/>
                </a:cubicBezTo>
                <a:cubicBezTo>
                  <a:pt x="53" y="41"/>
                  <a:pt x="53" y="40"/>
                  <a:pt x="53" y="40"/>
                </a:cubicBezTo>
                <a:cubicBezTo>
                  <a:pt x="53" y="40"/>
                  <a:pt x="53" y="40"/>
                  <a:pt x="53" y="40"/>
                </a:cubicBezTo>
                <a:cubicBezTo>
                  <a:pt x="53" y="40"/>
                  <a:pt x="53" y="40"/>
                  <a:pt x="53" y="40"/>
                </a:cubicBezTo>
                <a:cubicBezTo>
                  <a:pt x="53" y="40"/>
                  <a:pt x="53" y="40"/>
                  <a:pt x="53" y="40"/>
                </a:cubicBezTo>
                <a:cubicBezTo>
                  <a:pt x="53" y="40"/>
                  <a:pt x="53" y="40"/>
                  <a:pt x="53" y="40"/>
                </a:cubicBezTo>
                <a:cubicBezTo>
                  <a:pt x="53" y="39"/>
                  <a:pt x="53" y="39"/>
                  <a:pt x="53" y="39"/>
                </a:cubicBezTo>
                <a:cubicBezTo>
                  <a:pt x="53" y="39"/>
                  <a:pt x="53" y="39"/>
                  <a:pt x="53" y="39"/>
                </a:cubicBezTo>
                <a:cubicBezTo>
                  <a:pt x="53" y="39"/>
                  <a:pt x="53" y="39"/>
                  <a:pt x="53" y="39"/>
                </a:cubicBezTo>
                <a:cubicBezTo>
                  <a:pt x="53" y="39"/>
                  <a:pt x="53" y="39"/>
                  <a:pt x="53" y="39"/>
                </a:cubicBezTo>
                <a:cubicBezTo>
                  <a:pt x="53" y="39"/>
                  <a:pt x="54" y="39"/>
                  <a:pt x="54" y="39"/>
                </a:cubicBezTo>
                <a:cubicBezTo>
                  <a:pt x="54" y="39"/>
                  <a:pt x="54" y="38"/>
                  <a:pt x="54" y="38"/>
                </a:cubicBezTo>
                <a:cubicBezTo>
                  <a:pt x="54" y="38"/>
                  <a:pt x="54" y="38"/>
                  <a:pt x="54" y="38"/>
                </a:cubicBezTo>
                <a:cubicBezTo>
                  <a:pt x="54" y="38"/>
                  <a:pt x="54" y="38"/>
                  <a:pt x="54" y="38"/>
                </a:cubicBezTo>
                <a:cubicBezTo>
                  <a:pt x="54" y="38"/>
                  <a:pt x="54" y="38"/>
                  <a:pt x="54" y="38"/>
                </a:cubicBezTo>
                <a:cubicBezTo>
                  <a:pt x="54" y="37"/>
                  <a:pt x="54" y="37"/>
                  <a:pt x="55" y="37"/>
                </a:cubicBezTo>
                <a:cubicBezTo>
                  <a:pt x="55" y="37"/>
                  <a:pt x="55" y="37"/>
                  <a:pt x="55" y="37"/>
                </a:cubicBezTo>
                <a:cubicBezTo>
                  <a:pt x="55" y="37"/>
                  <a:pt x="55" y="37"/>
                  <a:pt x="55" y="37"/>
                </a:cubicBezTo>
                <a:cubicBezTo>
                  <a:pt x="55" y="36"/>
                  <a:pt x="55" y="36"/>
                  <a:pt x="55" y="36"/>
                </a:cubicBezTo>
                <a:cubicBezTo>
                  <a:pt x="55" y="36"/>
                  <a:pt x="55" y="36"/>
                  <a:pt x="55" y="36"/>
                </a:cubicBezTo>
                <a:cubicBezTo>
                  <a:pt x="55" y="36"/>
                  <a:pt x="55" y="35"/>
                  <a:pt x="55" y="35"/>
                </a:cubicBezTo>
                <a:cubicBezTo>
                  <a:pt x="55" y="35"/>
                  <a:pt x="55" y="35"/>
                  <a:pt x="55" y="35"/>
                </a:cubicBezTo>
                <a:cubicBezTo>
                  <a:pt x="55" y="35"/>
                  <a:pt x="55" y="34"/>
                  <a:pt x="55" y="34"/>
                </a:cubicBezTo>
                <a:cubicBezTo>
                  <a:pt x="55" y="34"/>
                  <a:pt x="55" y="34"/>
                  <a:pt x="55" y="34"/>
                </a:cubicBezTo>
                <a:cubicBezTo>
                  <a:pt x="55" y="34"/>
                  <a:pt x="55" y="34"/>
                  <a:pt x="55" y="34"/>
                </a:cubicBezTo>
                <a:cubicBezTo>
                  <a:pt x="55" y="34"/>
                  <a:pt x="55" y="34"/>
                  <a:pt x="55" y="34"/>
                </a:cubicBezTo>
                <a:cubicBezTo>
                  <a:pt x="55" y="34"/>
                  <a:pt x="55" y="34"/>
                  <a:pt x="55" y="34"/>
                </a:cubicBezTo>
                <a:cubicBezTo>
                  <a:pt x="55" y="34"/>
                  <a:pt x="55" y="34"/>
                  <a:pt x="55" y="34"/>
                </a:cubicBezTo>
                <a:cubicBezTo>
                  <a:pt x="56" y="34"/>
                  <a:pt x="56" y="34"/>
                  <a:pt x="56" y="34"/>
                </a:cubicBezTo>
                <a:cubicBezTo>
                  <a:pt x="56" y="34"/>
                  <a:pt x="56" y="34"/>
                  <a:pt x="56" y="34"/>
                </a:cubicBezTo>
                <a:cubicBezTo>
                  <a:pt x="56" y="34"/>
                  <a:pt x="56" y="33"/>
                  <a:pt x="56" y="33"/>
                </a:cubicBezTo>
                <a:cubicBezTo>
                  <a:pt x="56" y="32"/>
                  <a:pt x="56" y="32"/>
                  <a:pt x="56" y="32"/>
                </a:cubicBezTo>
                <a:cubicBezTo>
                  <a:pt x="56" y="31"/>
                  <a:pt x="56" y="31"/>
                  <a:pt x="56" y="31"/>
                </a:cubicBezTo>
                <a:cubicBezTo>
                  <a:pt x="56" y="31"/>
                  <a:pt x="56" y="31"/>
                  <a:pt x="56" y="31"/>
                </a:cubicBezTo>
                <a:cubicBezTo>
                  <a:pt x="56" y="30"/>
                  <a:pt x="56" y="30"/>
                  <a:pt x="56" y="30"/>
                </a:cubicBezTo>
                <a:cubicBezTo>
                  <a:pt x="56" y="30"/>
                  <a:pt x="56" y="30"/>
                  <a:pt x="56" y="30"/>
                </a:cubicBezTo>
                <a:cubicBezTo>
                  <a:pt x="56" y="30"/>
                  <a:pt x="56" y="30"/>
                  <a:pt x="56" y="30"/>
                </a:cubicBezTo>
                <a:cubicBezTo>
                  <a:pt x="56" y="30"/>
                  <a:pt x="56" y="30"/>
                  <a:pt x="56" y="30"/>
                </a:cubicBezTo>
                <a:cubicBezTo>
                  <a:pt x="56" y="30"/>
                  <a:pt x="56" y="30"/>
                  <a:pt x="56" y="30"/>
                </a:cubicBezTo>
                <a:cubicBezTo>
                  <a:pt x="56" y="30"/>
                  <a:pt x="56" y="30"/>
                  <a:pt x="56" y="30"/>
                </a:cubicBezTo>
                <a:cubicBezTo>
                  <a:pt x="56" y="30"/>
                  <a:pt x="56" y="30"/>
                  <a:pt x="56" y="30"/>
                </a:cubicBezTo>
                <a:cubicBezTo>
                  <a:pt x="56" y="30"/>
                  <a:pt x="56" y="30"/>
                  <a:pt x="56" y="30"/>
                </a:cubicBezTo>
                <a:cubicBezTo>
                  <a:pt x="56" y="30"/>
                  <a:pt x="56" y="30"/>
                  <a:pt x="56" y="30"/>
                </a:cubicBezTo>
                <a:cubicBezTo>
                  <a:pt x="56" y="30"/>
                  <a:pt x="56" y="30"/>
                  <a:pt x="56" y="30"/>
                </a:cubicBezTo>
                <a:cubicBezTo>
                  <a:pt x="56" y="29"/>
                  <a:pt x="56" y="29"/>
                  <a:pt x="56" y="29"/>
                </a:cubicBezTo>
                <a:cubicBezTo>
                  <a:pt x="56" y="29"/>
                  <a:pt x="56" y="29"/>
                  <a:pt x="56" y="29"/>
                </a:cubicBezTo>
                <a:cubicBezTo>
                  <a:pt x="56" y="29"/>
                  <a:pt x="56" y="29"/>
                  <a:pt x="56" y="29"/>
                </a:cubicBezTo>
                <a:cubicBezTo>
                  <a:pt x="56" y="29"/>
                  <a:pt x="56" y="29"/>
                  <a:pt x="56" y="28"/>
                </a:cubicBezTo>
                <a:cubicBezTo>
                  <a:pt x="56" y="28"/>
                  <a:pt x="56" y="28"/>
                  <a:pt x="56" y="28"/>
                </a:cubicBezTo>
                <a:cubicBezTo>
                  <a:pt x="56" y="28"/>
                  <a:pt x="56" y="28"/>
                  <a:pt x="56" y="28"/>
                </a:cubicBezTo>
                <a:cubicBezTo>
                  <a:pt x="56" y="28"/>
                  <a:pt x="56" y="28"/>
                  <a:pt x="56" y="28"/>
                </a:cubicBezTo>
                <a:cubicBezTo>
                  <a:pt x="56" y="28"/>
                  <a:pt x="56" y="28"/>
                  <a:pt x="56" y="28"/>
                </a:cubicBezTo>
                <a:cubicBezTo>
                  <a:pt x="56" y="28"/>
                  <a:pt x="56" y="27"/>
                  <a:pt x="56" y="27"/>
                </a:cubicBezTo>
                <a:cubicBezTo>
                  <a:pt x="56" y="27"/>
                  <a:pt x="56" y="27"/>
                  <a:pt x="56" y="27"/>
                </a:cubicBezTo>
                <a:cubicBezTo>
                  <a:pt x="56" y="27"/>
                  <a:pt x="56" y="27"/>
                  <a:pt x="56" y="27"/>
                </a:cubicBezTo>
                <a:cubicBezTo>
                  <a:pt x="56" y="27"/>
                  <a:pt x="56" y="27"/>
                  <a:pt x="56" y="27"/>
                </a:cubicBezTo>
                <a:cubicBezTo>
                  <a:pt x="56" y="26"/>
                  <a:pt x="56" y="26"/>
                  <a:pt x="56" y="26"/>
                </a:cubicBezTo>
                <a:cubicBezTo>
                  <a:pt x="56" y="26"/>
                  <a:pt x="56" y="26"/>
                  <a:pt x="56" y="26"/>
                </a:cubicBezTo>
                <a:cubicBezTo>
                  <a:pt x="57" y="26"/>
                  <a:pt x="57" y="26"/>
                  <a:pt x="57" y="26"/>
                </a:cubicBezTo>
                <a:cubicBezTo>
                  <a:pt x="57" y="25"/>
                  <a:pt x="57" y="25"/>
                  <a:pt x="57" y="25"/>
                </a:cubicBezTo>
                <a:cubicBezTo>
                  <a:pt x="57" y="25"/>
                  <a:pt x="57" y="25"/>
                  <a:pt x="57" y="25"/>
                </a:cubicBezTo>
                <a:cubicBezTo>
                  <a:pt x="57" y="25"/>
                  <a:pt x="57" y="24"/>
                  <a:pt x="56" y="24"/>
                </a:cubicBezTo>
                <a:cubicBezTo>
                  <a:pt x="56" y="24"/>
                  <a:pt x="56" y="24"/>
                  <a:pt x="56" y="24"/>
                </a:cubicBezTo>
                <a:cubicBezTo>
                  <a:pt x="56" y="24"/>
                  <a:pt x="56" y="24"/>
                  <a:pt x="56" y="24"/>
                </a:cubicBezTo>
                <a:cubicBezTo>
                  <a:pt x="56" y="23"/>
                  <a:pt x="56" y="23"/>
                  <a:pt x="56" y="23"/>
                </a:cubicBezTo>
                <a:cubicBezTo>
                  <a:pt x="56" y="23"/>
                  <a:pt x="56" y="23"/>
                  <a:pt x="56" y="23"/>
                </a:cubicBezTo>
                <a:cubicBezTo>
                  <a:pt x="56" y="23"/>
                  <a:pt x="56" y="23"/>
                  <a:pt x="56" y="23"/>
                </a:cubicBezTo>
                <a:cubicBezTo>
                  <a:pt x="56" y="23"/>
                  <a:pt x="56" y="23"/>
                  <a:pt x="56" y="23"/>
                </a:cubicBezTo>
                <a:cubicBezTo>
                  <a:pt x="56" y="23"/>
                  <a:pt x="56" y="23"/>
                  <a:pt x="56" y="23"/>
                </a:cubicBezTo>
                <a:cubicBezTo>
                  <a:pt x="56" y="23"/>
                  <a:pt x="55" y="22"/>
                  <a:pt x="55" y="22"/>
                </a:cubicBezTo>
                <a:cubicBezTo>
                  <a:pt x="55" y="22"/>
                  <a:pt x="55" y="22"/>
                  <a:pt x="55" y="22"/>
                </a:cubicBezTo>
                <a:cubicBezTo>
                  <a:pt x="55" y="22"/>
                  <a:pt x="55" y="22"/>
                  <a:pt x="55" y="22"/>
                </a:cubicBezTo>
                <a:cubicBezTo>
                  <a:pt x="55" y="22"/>
                  <a:pt x="55" y="22"/>
                  <a:pt x="55" y="22"/>
                </a:cubicBezTo>
                <a:cubicBezTo>
                  <a:pt x="55" y="22"/>
                  <a:pt x="55" y="22"/>
                  <a:pt x="55" y="22"/>
                </a:cubicBezTo>
                <a:cubicBezTo>
                  <a:pt x="55" y="22"/>
                  <a:pt x="55" y="22"/>
                  <a:pt x="55" y="22"/>
                </a:cubicBezTo>
                <a:cubicBezTo>
                  <a:pt x="55" y="22"/>
                  <a:pt x="55" y="22"/>
                  <a:pt x="55" y="22"/>
                </a:cubicBezTo>
                <a:cubicBezTo>
                  <a:pt x="55" y="21"/>
                  <a:pt x="55" y="21"/>
                  <a:pt x="55" y="21"/>
                </a:cubicBezTo>
                <a:cubicBezTo>
                  <a:pt x="55" y="21"/>
                  <a:pt x="55" y="21"/>
                  <a:pt x="55" y="21"/>
                </a:cubicBezTo>
                <a:cubicBezTo>
                  <a:pt x="55" y="21"/>
                  <a:pt x="55" y="21"/>
                  <a:pt x="55" y="21"/>
                </a:cubicBezTo>
                <a:cubicBezTo>
                  <a:pt x="54" y="21"/>
                  <a:pt x="54" y="21"/>
                  <a:pt x="54" y="21"/>
                </a:cubicBezTo>
                <a:cubicBezTo>
                  <a:pt x="54" y="21"/>
                  <a:pt x="54" y="21"/>
                  <a:pt x="54" y="21"/>
                </a:cubicBezTo>
                <a:cubicBezTo>
                  <a:pt x="54" y="20"/>
                  <a:pt x="54" y="20"/>
                  <a:pt x="54" y="20"/>
                </a:cubicBezTo>
                <a:cubicBezTo>
                  <a:pt x="54" y="20"/>
                  <a:pt x="54" y="20"/>
                  <a:pt x="54" y="20"/>
                </a:cubicBezTo>
                <a:cubicBezTo>
                  <a:pt x="54" y="19"/>
                  <a:pt x="54" y="19"/>
                  <a:pt x="54" y="19"/>
                </a:cubicBezTo>
                <a:cubicBezTo>
                  <a:pt x="54" y="19"/>
                  <a:pt x="54" y="19"/>
                  <a:pt x="54" y="19"/>
                </a:cubicBezTo>
                <a:cubicBezTo>
                  <a:pt x="54" y="19"/>
                  <a:pt x="54" y="19"/>
                  <a:pt x="53" y="19"/>
                </a:cubicBezTo>
                <a:cubicBezTo>
                  <a:pt x="53" y="19"/>
                  <a:pt x="53" y="19"/>
                  <a:pt x="53" y="19"/>
                </a:cubicBezTo>
                <a:cubicBezTo>
                  <a:pt x="53" y="19"/>
                  <a:pt x="53" y="19"/>
                  <a:pt x="53" y="19"/>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8"/>
                  <a:pt x="52" y="17"/>
                </a:cubicBezTo>
                <a:cubicBezTo>
                  <a:pt x="52" y="17"/>
                  <a:pt x="52" y="17"/>
                  <a:pt x="52" y="17"/>
                </a:cubicBezTo>
                <a:cubicBezTo>
                  <a:pt x="52" y="16"/>
                  <a:pt x="52" y="16"/>
                  <a:pt x="52" y="16"/>
                </a:cubicBezTo>
                <a:cubicBezTo>
                  <a:pt x="52" y="16"/>
                  <a:pt x="51" y="16"/>
                  <a:pt x="51" y="15"/>
                </a:cubicBezTo>
                <a:cubicBezTo>
                  <a:pt x="51" y="15"/>
                  <a:pt x="51" y="15"/>
                  <a:pt x="51" y="15"/>
                </a:cubicBezTo>
                <a:cubicBezTo>
                  <a:pt x="51" y="15"/>
                  <a:pt x="51" y="15"/>
                  <a:pt x="51" y="15"/>
                </a:cubicBezTo>
                <a:cubicBezTo>
                  <a:pt x="52" y="15"/>
                  <a:pt x="52" y="15"/>
                  <a:pt x="52" y="16"/>
                </a:cubicBezTo>
                <a:cubicBezTo>
                  <a:pt x="52" y="16"/>
                  <a:pt x="52" y="16"/>
                  <a:pt x="52" y="16"/>
                </a:cubicBezTo>
                <a:cubicBezTo>
                  <a:pt x="52" y="16"/>
                  <a:pt x="52" y="16"/>
                  <a:pt x="52" y="16"/>
                </a:cubicBezTo>
                <a:cubicBezTo>
                  <a:pt x="52" y="16"/>
                  <a:pt x="52" y="16"/>
                  <a:pt x="52" y="16"/>
                </a:cubicBezTo>
                <a:cubicBezTo>
                  <a:pt x="52" y="16"/>
                  <a:pt x="52" y="16"/>
                  <a:pt x="52" y="16"/>
                </a:cubicBezTo>
                <a:cubicBezTo>
                  <a:pt x="52" y="16"/>
                  <a:pt x="52" y="16"/>
                  <a:pt x="52" y="16"/>
                </a:cubicBezTo>
                <a:cubicBezTo>
                  <a:pt x="52" y="16"/>
                  <a:pt x="52" y="16"/>
                  <a:pt x="52" y="16"/>
                </a:cubicBezTo>
                <a:cubicBezTo>
                  <a:pt x="52" y="16"/>
                  <a:pt x="52" y="16"/>
                  <a:pt x="52" y="16"/>
                </a:cubicBezTo>
                <a:cubicBezTo>
                  <a:pt x="52" y="16"/>
                  <a:pt x="52" y="16"/>
                  <a:pt x="52" y="16"/>
                </a:cubicBezTo>
                <a:cubicBezTo>
                  <a:pt x="52" y="17"/>
                  <a:pt x="52" y="17"/>
                  <a:pt x="52" y="17"/>
                </a:cubicBezTo>
                <a:cubicBezTo>
                  <a:pt x="52" y="17"/>
                  <a:pt x="52" y="17"/>
                  <a:pt x="52" y="17"/>
                </a:cubicBezTo>
                <a:cubicBezTo>
                  <a:pt x="52" y="17"/>
                  <a:pt x="52" y="17"/>
                  <a:pt x="52" y="17"/>
                </a:cubicBezTo>
                <a:cubicBezTo>
                  <a:pt x="52" y="17"/>
                  <a:pt x="52" y="17"/>
                  <a:pt x="52" y="17"/>
                </a:cubicBezTo>
                <a:cubicBezTo>
                  <a:pt x="52" y="17"/>
                  <a:pt x="52" y="17"/>
                  <a:pt x="52" y="17"/>
                </a:cubicBezTo>
                <a:cubicBezTo>
                  <a:pt x="52" y="17"/>
                  <a:pt x="52" y="17"/>
                  <a:pt x="52" y="17"/>
                </a:cubicBezTo>
                <a:cubicBezTo>
                  <a:pt x="52" y="17"/>
                  <a:pt x="53" y="17"/>
                  <a:pt x="53" y="17"/>
                </a:cubicBezTo>
                <a:cubicBezTo>
                  <a:pt x="53" y="17"/>
                  <a:pt x="53" y="17"/>
                  <a:pt x="53" y="17"/>
                </a:cubicBezTo>
                <a:cubicBezTo>
                  <a:pt x="53" y="17"/>
                  <a:pt x="53" y="17"/>
                  <a:pt x="53" y="18"/>
                </a:cubicBezTo>
                <a:cubicBezTo>
                  <a:pt x="53" y="18"/>
                  <a:pt x="53" y="18"/>
                  <a:pt x="53" y="18"/>
                </a:cubicBezTo>
                <a:cubicBezTo>
                  <a:pt x="53" y="18"/>
                  <a:pt x="53" y="18"/>
                  <a:pt x="53" y="18"/>
                </a:cubicBezTo>
                <a:cubicBezTo>
                  <a:pt x="53" y="18"/>
                  <a:pt x="53" y="18"/>
                  <a:pt x="53" y="18"/>
                </a:cubicBezTo>
                <a:cubicBezTo>
                  <a:pt x="53" y="18"/>
                  <a:pt x="53" y="18"/>
                  <a:pt x="53" y="18"/>
                </a:cubicBezTo>
                <a:cubicBezTo>
                  <a:pt x="53" y="18"/>
                  <a:pt x="53" y="19"/>
                  <a:pt x="54" y="19"/>
                </a:cubicBezTo>
                <a:cubicBezTo>
                  <a:pt x="54" y="19"/>
                  <a:pt x="54" y="19"/>
                  <a:pt x="54" y="19"/>
                </a:cubicBezTo>
                <a:cubicBezTo>
                  <a:pt x="54" y="19"/>
                  <a:pt x="54" y="19"/>
                  <a:pt x="54" y="19"/>
                </a:cubicBezTo>
                <a:cubicBezTo>
                  <a:pt x="54" y="19"/>
                  <a:pt x="54" y="19"/>
                  <a:pt x="54" y="19"/>
                </a:cubicBezTo>
                <a:cubicBezTo>
                  <a:pt x="54" y="19"/>
                  <a:pt x="54" y="19"/>
                  <a:pt x="54" y="19"/>
                </a:cubicBezTo>
                <a:cubicBezTo>
                  <a:pt x="54" y="19"/>
                  <a:pt x="54" y="19"/>
                  <a:pt x="54" y="19"/>
                </a:cubicBezTo>
                <a:cubicBezTo>
                  <a:pt x="54" y="19"/>
                  <a:pt x="54" y="19"/>
                  <a:pt x="54" y="19"/>
                </a:cubicBezTo>
                <a:cubicBezTo>
                  <a:pt x="54" y="19"/>
                  <a:pt x="54" y="19"/>
                  <a:pt x="54" y="19"/>
                </a:cubicBezTo>
                <a:cubicBezTo>
                  <a:pt x="54" y="19"/>
                  <a:pt x="54" y="19"/>
                  <a:pt x="54" y="19"/>
                </a:cubicBezTo>
                <a:cubicBezTo>
                  <a:pt x="54" y="19"/>
                  <a:pt x="54" y="19"/>
                  <a:pt x="54" y="20"/>
                </a:cubicBezTo>
                <a:cubicBezTo>
                  <a:pt x="54" y="20"/>
                  <a:pt x="54" y="20"/>
                  <a:pt x="54" y="20"/>
                </a:cubicBezTo>
                <a:cubicBezTo>
                  <a:pt x="54" y="20"/>
                  <a:pt x="54" y="20"/>
                  <a:pt x="54" y="20"/>
                </a:cubicBezTo>
                <a:cubicBezTo>
                  <a:pt x="54" y="20"/>
                  <a:pt x="54" y="20"/>
                  <a:pt x="54" y="20"/>
                </a:cubicBezTo>
                <a:cubicBezTo>
                  <a:pt x="54" y="20"/>
                  <a:pt x="54" y="20"/>
                  <a:pt x="54" y="20"/>
                </a:cubicBezTo>
                <a:cubicBezTo>
                  <a:pt x="54" y="20"/>
                  <a:pt x="54" y="20"/>
                  <a:pt x="55" y="20"/>
                </a:cubicBezTo>
                <a:cubicBezTo>
                  <a:pt x="55" y="20"/>
                  <a:pt x="55" y="20"/>
                  <a:pt x="55" y="20"/>
                </a:cubicBezTo>
                <a:cubicBezTo>
                  <a:pt x="55" y="20"/>
                  <a:pt x="55" y="20"/>
                  <a:pt x="55" y="20"/>
                </a:cubicBezTo>
                <a:cubicBezTo>
                  <a:pt x="55" y="21"/>
                  <a:pt x="55" y="21"/>
                  <a:pt x="55" y="21"/>
                </a:cubicBezTo>
                <a:cubicBezTo>
                  <a:pt x="55" y="21"/>
                  <a:pt x="55" y="21"/>
                  <a:pt x="55" y="21"/>
                </a:cubicBezTo>
                <a:cubicBezTo>
                  <a:pt x="55" y="21"/>
                  <a:pt x="55" y="21"/>
                  <a:pt x="55" y="21"/>
                </a:cubicBezTo>
                <a:cubicBezTo>
                  <a:pt x="55" y="21"/>
                  <a:pt x="55" y="21"/>
                  <a:pt x="55" y="22"/>
                </a:cubicBezTo>
                <a:cubicBezTo>
                  <a:pt x="55" y="22"/>
                  <a:pt x="55" y="22"/>
                  <a:pt x="56" y="22"/>
                </a:cubicBezTo>
                <a:cubicBezTo>
                  <a:pt x="56" y="22"/>
                  <a:pt x="56" y="22"/>
                  <a:pt x="56" y="22"/>
                </a:cubicBezTo>
                <a:cubicBezTo>
                  <a:pt x="56" y="22"/>
                  <a:pt x="56" y="22"/>
                  <a:pt x="56" y="22"/>
                </a:cubicBezTo>
                <a:cubicBezTo>
                  <a:pt x="56" y="21"/>
                  <a:pt x="55" y="20"/>
                  <a:pt x="55" y="20"/>
                </a:cubicBezTo>
                <a:cubicBezTo>
                  <a:pt x="55" y="19"/>
                  <a:pt x="55" y="19"/>
                  <a:pt x="55" y="19"/>
                </a:cubicBezTo>
                <a:close/>
                <a:moveTo>
                  <a:pt x="39" y="3"/>
                </a:moveTo>
                <a:cubicBezTo>
                  <a:pt x="39" y="3"/>
                  <a:pt x="39" y="3"/>
                  <a:pt x="38" y="3"/>
                </a:cubicBezTo>
                <a:cubicBezTo>
                  <a:pt x="38" y="3"/>
                  <a:pt x="38" y="3"/>
                  <a:pt x="38" y="3"/>
                </a:cubicBezTo>
                <a:cubicBezTo>
                  <a:pt x="38" y="3"/>
                  <a:pt x="38" y="3"/>
                  <a:pt x="38" y="3"/>
                </a:cubicBezTo>
                <a:cubicBezTo>
                  <a:pt x="38" y="3"/>
                  <a:pt x="39" y="3"/>
                  <a:pt x="39" y="3"/>
                </a:cubicBezTo>
                <a:cubicBezTo>
                  <a:pt x="39" y="4"/>
                  <a:pt x="39" y="4"/>
                  <a:pt x="39" y="4"/>
                </a:cubicBezTo>
                <a:cubicBezTo>
                  <a:pt x="39" y="4"/>
                  <a:pt x="39" y="4"/>
                  <a:pt x="39" y="4"/>
                </a:cubicBezTo>
                <a:cubicBezTo>
                  <a:pt x="39" y="4"/>
                  <a:pt x="39" y="4"/>
                  <a:pt x="39" y="4"/>
                </a:cubicBezTo>
                <a:cubicBezTo>
                  <a:pt x="39" y="4"/>
                  <a:pt x="39" y="4"/>
                  <a:pt x="39" y="4"/>
                </a:cubicBezTo>
                <a:cubicBezTo>
                  <a:pt x="39" y="4"/>
                  <a:pt x="39" y="4"/>
                  <a:pt x="39" y="4"/>
                </a:cubicBezTo>
                <a:cubicBezTo>
                  <a:pt x="39" y="4"/>
                  <a:pt x="39" y="4"/>
                  <a:pt x="39" y="4"/>
                </a:cubicBezTo>
                <a:cubicBezTo>
                  <a:pt x="39" y="4"/>
                  <a:pt x="39" y="4"/>
                  <a:pt x="39" y="4"/>
                </a:cubicBezTo>
                <a:cubicBezTo>
                  <a:pt x="38" y="4"/>
                  <a:pt x="38" y="4"/>
                  <a:pt x="38" y="4"/>
                </a:cubicBezTo>
                <a:cubicBezTo>
                  <a:pt x="38" y="4"/>
                  <a:pt x="38" y="4"/>
                  <a:pt x="38" y="4"/>
                </a:cubicBezTo>
                <a:cubicBezTo>
                  <a:pt x="38" y="4"/>
                  <a:pt x="38" y="4"/>
                  <a:pt x="38" y="4"/>
                </a:cubicBezTo>
                <a:cubicBezTo>
                  <a:pt x="38" y="5"/>
                  <a:pt x="38" y="5"/>
                  <a:pt x="38" y="5"/>
                </a:cubicBezTo>
                <a:cubicBezTo>
                  <a:pt x="39" y="5"/>
                  <a:pt x="39" y="5"/>
                  <a:pt x="39" y="5"/>
                </a:cubicBezTo>
                <a:cubicBezTo>
                  <a:pt x="39" y="5"/>
                  <a:pt x="39" y="5"/>
                  <a:pt x="39" y="5"/>
                </a:cubicBezTo>
                <a:cubicBezTo>
                  <a:pt x="40" y="5"/>
                  <a:pt x="40" y="5"/>
                  <a:pt x="40" y="5"/>
                </a:cubicBezTo>
                <a:cubicBezTo>
                  <a:pt x="40" y="5"/>
                  <a:pt x="40" y="5"/>
                  <a:pt x="40" y="5"/>
                </a:cubicBezTo>
                <a:cubicBezTo>
                  <a:pt x="40" y="5"/>
                  <a:pt x="40" y="5"/>
                  <a:pt x="40" y="5"/>
                </a:cubicBezTo>
                <a:cubicBezTo>
                  <a:pt x="40" y="5"/>
                  <a:pt x="40" y="5"/>
                  <a:pt x="40" y="5"/>
                </a:cubicBezTo>
                <a:cubicBezTo>
                  <a:pt x="40" y="5"/>
                  <a:pt x="40" y="5"/>
                  <a:pt x="40" y="5"/>
                </a:cubicBezTo>
                <a:cubicBezTo>
                  <a:pt x="40" y="5"/>
                  <a:pt x="40" y="5"/>
                  <a:pt x="40" y="5"/>
                </a:cubicBezTo>
                <a:cubicBezTo>
                  <a:pt x="40" y="4"/>
                  <a:pt x="40" y="4"/>
                  <a:pt x="40" y="4"/>
                </a:cubicBezTo>
                <a:cubicBezTo>
                  <a:pt x="40" y="4"/>
                  <a:pt x="40" y="4"/>
                  <a:pt x="40" y="4"/>
                </a:cubicBezTo>
                <a:cubicBezTo>
                  <a:pt x="39" y="4"/>
                  <a:pt x="39" y="4"/>
                  <a:pt x="39" y="4"/>
                </a:cubicBezTo>
                <a:cubicBezTo>
                  <a:pt x="39" y="4"/>
                  <a:pt x="39" y="4"/>
                  <a:pt x="39" y="4"/>
                </a:cubicBezTo>
                <a:cubicBezTo>
                  <a:pt x="39" y="4"/>
                  <a:pt x="39" y="4"/>
                  <a:pt x="39" y="4"/>
                </a:cubicBezTo>
                <a:cubicBezTo>
                  <a:pt x="39" y="4"/>
                  <a:pt x="39" y="4"/>
                  <a:pt x="39" y="4"/>
                </a:cubicBezTo>
                <a:cubicBezTo>
                  <a:pt x="40" y="4"/>
                  <a:pt x="40" y="4"/>
                  <a:pt x="40" y="4"/>
                </a:cubicBezTo>
                <a:cubicBezTo>
                  <a:pt x="40" y="4"/>
                  <a:pt x="40" y="4"/>
                  <a:pt x="40" y="3"/>
                </a:cubicBezTo>
                <a:cubicBezTo>
                  <a:pt x="40" y="3"/>
                  <a:pt x="40" y="3"/>
                  <a:pt x="40" y="3"/>
                </a:cubicBezTo>
                <a:cubicBezTo>
                  <a:pt x="40" y="3"/>
                  <a:pt x="40" y="3"/>
                  <a:pt x="40" y="3"/>
                </a:cubicBezTo>
                <a:cubicBezTo>
                  <a:pt x="40" y="3"/>
                  <a:pt x="40" y="3"/>
                  <a:pt x="40" y="3"/>
                </a:cubicBezTo>
                <a:cubicBezTo>
                  <a:pt x="40" y="3"/>
                  <a:pt x="40" y="3"/>
                  <a:pt x="40" y="3"/>
                </a:cubicBezTo>
                <a:cubicBezTo>
                  <a:pt x="40" y="3"/>
                  <a:pt x="40" y="3"/>
                  <a:pt x="40" y="3"/>
                </a:cubicBezTo>
                <a:cubicBezTo>
                  <a:pt x="40" y="3"/>
                  <a:pt x="40" y="3"/>
                  <a:pt x="40" y="3"/>
                </a:cubicBezTo>
                <a:cubicBezTo>
                  <a:pt x="39" y="3"/>
                  <a:pt x="39" y="3"/>
                  <a:pt x="39" y="3"/>
                </a:cubicBezTo>
                <a:cubicBezTo>
                  <a:pt x="39" y="3"/>
                  <a:pt x="39" y="3"/>
                  <a:pt x="39" y="3"/>
                </a:cubicBezTo>
                <a:cubicBezTo>
                  <a:pt x="39" y="3"/>
                  <a:pt x="39" y="3"/>
                  <a:pt x="39" y="3"/>
                </a:cubicBezTo>
                <a:cubicBezTo>
                  <a:pt x="39" y="3"/>
                  <a:pt x="39" y="3"/>
                  <a:pt x="39" y="3"/>
                </a:cubicBezTo>
                <a:close/>
                <a:moveTo>
                  <a:pt x="37" y="3"/>
                </a:moveTo>
                <a:cubicBezTo>
                  <a:pt x="37" y="3"/>
                  <a:pt x="37" y="3"/>
                  <a:pt x="37" y="3"/>
                </a:cubicBezTo>
                <a:cubicBezTo>
                  <a:pt x="37" y="3"/>
                  <a:pt x="37" y="3"/>
                  <a:pt x="37" y="3"/>
                </a:cubicBezTo>
                <a:cubicBezTo>
                  <a:pt x="37" y="3"/>
                  <a:pt x="37" y="3"/>
                  <a:pt x="37" y="3"/>
                </a:cubicBezTo>
                <a:cubicBezTo>
                  <a:pt x="37" y="3"/>
                  <a:pt x="37" y="3"/>
                  <a:pt x="37" y="3"/>
                </a:cubicBezTo>
                <a:cubicBezTo>
                  <a:pt x="37" y="3"/>
                  <a:pt x="37" y="3"/>
                  <a:pt x="37" y="3"/>
                </a:cubicBezTo>
                <a:cubicBezTo>
                  <a:pt x="36" y="3"/>
                  <a:pt x="36" y="3"/>
                  <a:pt x="36" y="3"/>
                </a:cubicBezTo>
                <a:cubicBezTo>
                  <a:pt x="36" y="3"/>
                  <a:pt x="36" y="3"/>
                  <a:pt x="36" y="3"/>
                </a:cubicBezTo>
                <a:cubicBezTo>
                  <a:pt x="36" y="3"/>
                  <a:pt x="36" y="3"/>
                  <a:pt x="36" y="3"/>
                </a:cubicBezTo>
                <a:cubicBezTo>
                  <a:pt x="36" y="3"/>
                  <a:pt x="36" y="3"/>
                  <a:pt x="36" y="3"/>
                </a:cubicBezTo>
                <a:cubicBezTo>
                  <a:pt x="36" y="3"/>
                  <a:pt x="36" y="3"/>
                  <a:pt x="36" y="3"/>
                </a:cubicBezTo>
                <a:cubicBezTo>
                  <a:pt x="36" y="3"/>
                  <a:pt x="36" y="3"/>
                  <a:pt x="36" y="3"/>
                </a:cubicBezTo>
                <a:cubicBezTo>
                  <a:pt x="36" y="3"/>
                  <a:pt x="36" y="3"/>
                  <a:pt x="36" y="3"/>
                </a:cubicBezTo>
                <a:cubicBezTo>
                  <a:pt x="36" y="3"/>
                  <a:pt x="36" y="3"/>
                  <a:pt x="36" y="3"/>
                </a:cubicBezTo>
                <a:cubicBezTo>
                  <a:pt x="36" y="3"/>
                  <a:pt x="36" y="3"/>
                  <a:pt x="36" y="3"/>
                </a:cubicBezTo>
                <a:cubicBezTo>
                  <a:pt x="36" y="4"/>
                  <a:pt x="36" y="4"/>
                  <a:pt x="36" y="4"/>
                </a:cubicBezTo>
                <a:cubicBezTo>
                  <a:pt x="36" y="4"/>
                  <a:pt x="36" y="4"/>
                  <a:pt x="36" y="4"/>
                </a:cubicBezTo>
                <a:cubicBezTo>
                  <a:pt x="36" y="4"/>
                  <a:pt x="36" y="4"/>
                  <a:pt x="36" y="4"/>
                </a:cubicBezTo>
                <a:cubicBezTo>
                  <a:pt x="36" y="4"/>
                  <a:pt x="36" y="4"/>
                  <a:pt x="36" y="4"/>
                </a:cubicBezTo>
                <a:cubicBezTo>
                  <a:pt x="36" y="4"/>
                  <a:pt x="36" y="4"/>
                  <a:pt x="36" y="4"/>
                </a:cubicBezTo>
                <a:cubicBezTo>
                  <a:pt x="36" y="4"/>
                  <a:pt x="36" y="4"/>
                  <a:pt x="36" y="4"/>
                </a:cubicBezTo>
                <a:cubicBezTo>
                  <a:pt x="36" y="4"/>
                  <a:pt x="36" y="4"/>
                  <a:pt x="36" y="4"/>
                </a:cubicBezTo>
                <a:cubicBezTo>
                  <a:pt x="36" y="4"/>
                  <a:pt x="36" y="4"/>
                  <a:pt x="36" y="4"/>
                </a:cubicBezTo>
                <a:cubicBezTo>
                  <a:pt x="36" y="4"/>
                  <a:pt x="36" y="4"/>
                  <a:pt x="36" y="4"/>
                </a:cubicBezTo>
                <a:cubicBezTo>
                  <a:pt x="36" y="4"/>
                  <a:pt x="36" y="4"/>
                  <a:pt x="36" y="4"/>
                </a:cubicBezTo>
                <a:cubicBezTo>
                  <a:pt x="36" y="4"/>
                  <a:pt x="36" y="4"/>
                  <a:pt x="37" y="5"/>
                </a:cubicBezTo>
                <a:cubicBezTo>
                  <a:pt x="37" y="5"/>
                  <a:pt x="37" y="5"/>
                  <a:pt x="37" y="5"/>
                </a:cubicBezTo>
                <a:cubicBezTo>
                  <a:pt x="37" y="5"/>
                  <a:pt x="37" y="5"/>
                  <a:pt x="37" y="5"/>
                </a:cubicBezTo>
                <a:cubicBezTo>
                  <a:pt x="37" y="5"/>
                  <a:pt x="37" y="5"/>
                  <a:pt x="37" y="5"/>
                </a:cubicBezTo>
                <a:cubicBezTo>
                  <a:pt x="37" y="5"/>
                  <a:pt x="38" y="5"/>
                  <a:pt x="38" y="5"/>
                </a:cubicBezTo>
                <a:cubicBezTo>
                  <a:pt x="38" y="5"/>
                  <a:pt x="38" y="5"/>
                  <a:pt x="38" y="5"/>
                </a:cubicBezTo>
                <a:cubicBezTo>
                  <a:pt x="38" y="5"/>
                  <a:pt x="38" y="4"/>
                  <a:pt x="38" y="4"/>
                </a:cubicBezTo>
                <a:cubicBezTo>
                  <a:pt x="38" y="4"/>
                  <a:pt x="38" y="4"/>
                  <a:pt x="38" y="4"/>
                </a:cubicBezTo>
                <a:cubicBezTo>
                  <a:pt x="38" y="4"/>
                  <a:pt x="38" y="4"/>
                  <a:pt x="38" y="4"/>
                </a:cubicBezTo>
                <a:cubicBezTo>
                  <a:pt x="38" y="4"/>
                  <a:pt x="38" y="4"/>
                  <a:pt x="38" y="4"/>
                </a:cubicBezTo>
                <a:cubicBezTo>
                  <a:pt x="38" y="4"/>
                  <a:pt x="38" y="4"/>
                  <a:pt x="38" y="3"/>
                </a:cubicBezTo>
                <a:cubicBezTo>
                  <a:pt x="38" y="3"/>
                  <a:pt x="38" y="3"/>
                  <a:pt x="38" y="3"/>
                </a:cubicBezTo>
                <a:cubicBezTo>
                  <a:pt x="38" y="3"/>
                  <a:pt x="38" y="3"/>
                  <a:pt x="38" y="3"/>
                </a:cubicBezTo>
                <a:cubicBezTo>
                  <a:pt x="38" y="3"/>
                  <a:pt x="38" y="3"/>
                  <a:pt x="38" y="3"/>
                </a:cubicBezTo>
                <a:cubicBezTo>
                  <a:pt x="38" y="3"/>
                  <a:pt x="38" y="3"/>
                  <a:pt x="38" y="3"/>
                </a:cubicBezTo>
                <a:cubicBezTo>
                  <a:pt x="38" y="3"/>
                  <a:pt x="38" y="3"/>
                  <a:pt x="38" y="3"/>
                </a:cubicBezTo>
                <a:cubicBezTo>
                  <a:pt x="38" y="3"/>
                  <a:pt x="38" y="3"/>
                  <a:pt x="38" y="3"/>
                </a:cubicBezTo>
                <a:cubicBezTo>
                  <a:pt x="38" y="3"/>
                  <a:pt x="38" y="3"/>
                  <a:pt x="38" y="3"/>
                </a:cubicBezTo>
                <a:cubicBezTo>
                  <a:pt x="38" y="3"/>
                  <a:pt x="38" y="3"/>
                  <a:pt x="38" y="3"/>
                </a:cubicBezTo>
                <a:cubicBezTo>
                  <a:pt x="38" y="3"/>
                  <a:pt x="38" y="2"/>
                  <a:pt x="38" y="2"/>
                </a:cubicBezTo>
                <a:cubicBezTo>
                  <a:pt x="38" y="2"/>
                  <a:pt x="38" y="2"/>
                  <a:pt x="37" y="2"/>
                </a:cubicBezTo>
                <a:cubicBezTo>
                  <a:pt x="37" y="2"/>
                  <a:pt x="37" y="2"/>
                  <a:pt x="37" y="2"/>
                </a:cubicBezTo>
                <a:cubicBezTo>
                  <a:pt x="37" y="2"/>
                  <a:pt x="37" y="2"/>
                  <a:pt x="37" y="2"/>
                </a:cubicBezTo>
                <a:cubicBezTo>
                  <a:pt x="37" y="2"/>
                  <a:pt x="37" y="2"/>
                  <a:pt x="37" y="2"/>
                </a:cubicBezTo>
                <a:cubicBezTo>
                  <a:pt x="37" y="2"/>
                  <a:pt x="37" y="2"/>
                  <a:pt x="37" y="2"/>
                </a:cubicBezTo>
                <a:cubicBezTo>
                  <a:pt x="37" y="2"/>
                  <a:pt x="37" y="2"/>
                  <a:pt x="37" y="2"/>
                </a:cubicBezTo>
                <a:cubicBezTo>
                  <a:pt x="37" y="2"/>
                  <a:pt x="37" y="2"/>
                  <a:pt x="37" y="2"/>
                </a:cubicBezTo>
                <a:cubicBezTo>
                  <a:pt x="37" y="2"/>
                  <a:pt x="37" y="2"/>
                  <a:pt x="37" y="2"/>
                </a:cubicBezTo>
                <a:cubicBezTo>
                  <a:pt x="37" y="2"/>
                  <a:pt x="37" y="2"/>
                  <a:pt x="37" y="2"/>
                </a:cubicBezTo>
                <a:cubicBezTo>
                  <a:pt x="37" y="2"/>
                  <a:pt x="37" y="2"/>
                  <a:pt x="37" y="2"/>
                </a:cubicBezTo>
                <a:cubicBezTo>
                  <a:pt x="37" y="2"/>
                  <a:pt x="37" y="2"/>
                  <a:pt x="37" y="2"/>
                </a:cubicBezTo>
                <a:cubicBezTo>
                  <a:pt x="36" y="2"/>
                  <a:pt x="36" y="2"/>
                  <a:pt x="36" y="2"/>
                </a:cubicBezTo>
                <a:cubicBezTo>
                  <a:pt x="36" y="2"/>
                  <a:pt x="36" y="2"/>
                  <a:pt x="36" y="2"/>
                </a:cubicBezTo>
                <a:cubicBezTo>
                  <a:pt x="36" y="2"/>
                  <a:pt x="36" y="2"/>
                  <a:pt x="36" y="2"/>
                </a:cubicBezTo>
                <a:cubicBezTo>
                  <a:pt x="36" y="2"/>
                  <a:pt x="36" y="2"/>
                  <a:pt x="36" y="3"/>
                </a:cubicBezTo>
                <a:cubicBezTo>
                  <a:pt x="36" y="3"/>
                  <a:pt x="36" y="3"/>
                  <a:pt x="36" y="3"/>
                </a:cubicBezTo>
                <a:cubicBezTo>
                  <a:pt x="37" y="3"/>
                  <a:pt x="37" y="3"/>
                  <a:pt x="37" y="3"/>
                </a:cubicBezTo>
                <a:cubicBezTo>
                  <a:pt x="37" y="3"/>
                  <a:pt x="37" y="3"/>
                  <a:pt x="37" y="3"/>
                </a:cubicBezTo>
                <a:close/>
                <a:moveTo>
                  <a:pt x="55" y="38"/>
                </a:moveTo>
                <a:cubicBezTo>
                  <a:pt x="56" y="38"/>
                  <a:pt x="56" y="38"/>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5" y="37"/>
                  <a:pt x="55" y="37"/>
                  <a:pt x="55" y="37"/>
                </a:cubicBezTo>
                <a:cubicBezTo>
                  <a:pt x="55" y="37"/>
                  <a:pt x="55" y="37"/>
                  <a:pt x="55" y="37"/>
                </a:cubicBezTo>
                <a:cubicBezTo>
                  <a:pt x="55" y="37"/>
                  <a:pt x="55" y="37"/>
                  <a:pt x="55" y="37"/>
                </a:cubicBezTo>
                <a:cubicBezTo>
                  <a:pt x="55" y="37"/>
                  <a:pt x="55" y="37"/>
                  <a:pt x="55" y="37"/>
                </a:cubicBezTo>
                <a:cubicBezTo>
                  <a:pt x="55" y="38"/>
                  <a:pt x="55" y="38"/>
                  <a:pt x="55" y="38"/>
                </a:cubicBezTo>
                <a:cubicBezTo>
                  <a:pt x="55" y="38"/>
                  <a:pt x="55" y="38"/>
                  <a:pt x="55" y="38"/>
                </a:cubicBezTo>
                <a:cubicBezTo>
                  <a:pt x="55" y="38"/>
                  <a:pt x="54" y="38"/>
                  <a:pt x="54" y="38"/>
                </a:cubicBezTo>
                <a:cubicBezTo>
                  <a:pt x="54" y="38"/>
                  <a:pt x="54" y="38"/>
                  <a:pt x="54" y="38"/>
                </a:cubicBezTo>
                <a:cubicBezTo>
                  <a:pt x="54" y="38"/>
                  <a:pt x="54" y="38"/>
                  <a:pt x="54" y="38"/>
                </a:cubicBezTo>
                <a:cubicBezTo>
                  <a:pt x="54" y="38"/>
                  <a:pt x="54" y="39"/>
                  <a:pt x="54" y="39"/>
                </a:cubicBezTo>
                <a:cubicBezTo>
                  <a:pt x="54" y="39"/>
                  <a:pt x="54" y="39"/>
                  <a:pt x="54" y="39"/>
                </a:cubicBezTo>
                <a:cubicBezTo>
                  <a:pt x="54" y="39"/>
                  <a:pt x="54" y="39"/>
                  <a:pt x="54" y="39"/>
                </a:cubicBezTo>
                <a:cubicBezTo>
                  <a:pt x="54" y="39"/>
                  <a:pt x="54" y="39"/>
                  <a:pt x="54" y="39"/>
                </a:cubicBezTo>
                <a:cubicBezTo>
                  <a:pt x="54" y="40"/>
                  <a:pt x="54" y="40"/>
                  <a:pt x="54" y="40"/>
                </a:cubicBezTo>
                <a:cubicBezTo>
                  <a:pt x="54" y="40"/>
                  <a:pt x="54" y="41"/>
                  <a:pt x="54" y="41"/>
                </a:cubicBezTo>
                <a:cubicBezTo>
                  <a:pt x="54" y="41"/>
                  <a:pt x="54" y="41"/>
                  <a:pt x="54" y="41"/>
                </a:cubicBezTo>
                <a:cubicBezTo>
                  <a:pt x="54" y="41"/>
                  <a:pt x="54" y="41"/>
                  <a:pt x="54" y="41"/>
                </a:cubicBezTo>
                <a:cubicBezTo>
                  <a:pt x="54" y="41"/>
                  <a:pt x="54" y="41"/>
                  <a:pt x="54" y="41"/>
                </a:cubicBezTo>
                <a:cubicBezTo>
                  <a:pt x="55" y="41"/>
                  <a:pt x="55" y="40"/>
                  <a:pt x="55" y="40"/>
                </a:cubicBezTo>
                <a:cubicBezTo>
                  <a:pt x="55" y="40"/>
                  <a:pt x="55" y="40"/>
                  <a:pt x="55" y="40"/>
                </a:cubicBezTo>
                <a:cubicBezTo>
                  <a:pt x="55" y="40"/>
                  <a:pt x="55" y="40"/>
                  <a:pt x="55" y="40"/>
                </a:cubicBezTo>
                <a:cubicBezTo>
                  <a:pt x="55" y="40"/>
                  <a:pt x="55" y="40"/>
                  <a:pt x="55" y="40"/>
                </a:cubicBezTo>
                <a:cubicBezTo>
                  <a:pt x="55" y="40"/>
                  <a:pt x="55" y="39"/>
                  <a:pt x="55" y="39"/>
                </a:cubicBezTo>
                <a:cubicBezTo>
                  <a:pt x="55" y="39"/>
                  <a:pt x="55" y="39"/>
                  <a:pt x="55" y="39"/>
                </a:cubicBezTo>
                <a:cubicBezTo>
                  <a:pt x="55" y="39"/>
                  <a:pt x="55" y="39"/>
                  <a:pt x="55" y="39"/>
                </a:cubicBezTo>
                <a:cubicBezTo>
                  <a:pt x="55" y="39"/>
                  <a:pt x="55" y="39"/>
                  <a:pt x="55" y="39"/>
                </a:cubicBezTo>
                <a:cubicBezTo>
                  <a:pt x="55" y="39"/>
                  <a:pt x="55" y="39"/>
                  <a:pt x="55" y="39"/>
                </a:cubicBezTo>
                <a:cubicBezTo>
                  <a:pt x="55" y="39"/>
                  <a:pt x="55" y="39"/>
                  <a:pt x="55" y="39"/>
                </a:cubicBezTo>
                <a:cubicBezTo>
                  <a:pt x="55" y="39"/>
                  <a:pt x="55" y="39"/>
                  <a:pt x="55" y="39"/>
                </a:cubicBezTo>
                <a:cubicBezTo>
                  <a:pt x="55" y="39"/>
                  <a:pt x="55" y="38"/>
                  <a:pt x="55" y="38"/>
                </a:cubicBezTo>
                <a:cubicBezTo>
                  <a:pt x="55" y="38"/>
                  <a:pt x="55" y="38"/>
                  <a:pt x="55" y="38"/>
                </a:cubicBezTo>
                <a:cubicBezTo>
                  <a:pt x="55" y="38"/>
                  <a:pt x="55" y="38"/>
                  <a:pt x="55" y="38"/>
                </a:cubicBezTo>
                <a:close/>
              </a:path>
            </a:pathLst>
          </a:custGeom>
          <a:gradFill>
            <a:gsLst>
              <a:gs pos="0">
                <a:srgbClr val="044BC9"/>
              </a:gs>
              <a:gs pos="100000">
                <a:srgbClr val="23A2E4"/>
              </a:gs>
            </a:gsLst>
            <a:lin ang="5400000" scaled="0"/>
          </a:gra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44" name="Oval 40"/>
          <p:cNvSpPr>
            <a:spLocks noChangeArrowheads="1"/>
          </p:cNvSpPr>
          <p:nvPr/>
        </p:nvSpPr>
        <p:spPr bwMode="auto">
          <a:xfrm>
            <a:off x="4523619" y="3976176"/>
            <a:ext cx="797326" cy="798852"/>
          </a:xfrm>
          <a:prstGeom prst="ellipse">
            <a:avLst/>
          </a:prstGeom>
          <a:solidFill>
            <a:schemeClr val="bg1"/>
          </a:solidFill>
          <a:ln w="12700" cap="flat">
            <a:gradFill>
              <a:gsLst>
                <a:gs pos="0">
                  <a:srgbClr val="044BC9"/>
                </a:gs>
                <a:gs pos="100000">
                  <a:srgbClr val="23A2E4"/>
                </a:gs>
              </a:gsLst>
              <a:lin ang="5400000" scaled="1"/>
            </a:gradFill>
            <a:prstDash val="solid"/>
            <a:miter lim="800000"/>
            <a:headEnd/>
            <a:tailEnd/>
          </a:ln>
        </p:spPr>
        <p:txBody>
          <a:bodyPr vert="horz" wrap="square" lIns="97021" tIns="48510" rIns="97021" bIns="48510" numCol="1" anchor="t" anchorCtr="0" compatLnSpc="1">
            <a:prstTxWarp prst="textNoShape">
              <a:avLst/>
            </a:prstTxWarp>
          </a:bodyPr>
          <a:lstStyle/>
          <a:p>
            <a:endParaRPr lang="zh-CN" altLang="en-US"/>
          </a:p>
        </p:txBody>
      </p:sp>
      <p:sp>
        <p:nvSpPr>
          <p:cNvPr id="45" name="Oval 41"/>
          <p:cNvSpPr>
            <a:spLocks noChangeArrowheads="1"/>
          </p:cNvSpPr>
          <p:nvPr/>
        </p:nvSpPr>
        <p:spPr bwMode="auto">
          <a:xfrm>
            <a:off x="6680815" y="3976176"/>
            <a:ext cx="794641" cy="798852"/>
          </a:xfrm>
          <a:prstGeom prst="ellipse">
            <a:avLst/>
          </a:prstGeom>
          <a:solidFill>
            <a:schemeClr val="bg1"/>
          </a:solidFill>
          <a:ln w="12700" cap="flat">
            <a:gradFill>
              <a:gsLst>
                <a:gs pos="0">
                  <a:srgbClr val="044BC9"/>
                </a:gs>
                <a:gs pos="100000">
                  <a:srgbClr val="23A2E4"/>
                </a:gs>
              </a:gsLst>
              <a:lin ang="5400000" scaled="1"/>
            </a:gradFill>
            <a:prstDash val="solid"/>
            <a:miter lim="800000"/>
            <a:headEnd/>
            <a:tailEnd/>
          </a:ln>
        </p:spPr>
        <p:txBody>
          <a:bodyPr vert="horz" wrap="square" lIns="97021" tIns="48510" rIns="97021" bIns="48510" numCol="1" anchor="t" anchorCtr="0" compatLnSpc="1">
            <a:prstTxWarp prst="textNoShape">
              <a:avLst/>
            </a:prstTxWarp>
          </a:bodyPr>
          <a:lstStyle/>
          <a:p>
            <a:endParaRPr lang="zh-CN" altLang="en-US"/>
          </a:p>
        </p:txBody>
      </p:sp>
      <p:sp>
        <p:nvSpPr>
          <p:cNvPr id="46" name="Oval 42"/>
          <p:cNvSpPr>
            <a:spLocks noChangeArrowheads="1"/>
          </p:cNvSpPr>
          <p:nvPr/>
        </p:nvSpPr>
        <p:spPr bwMode="auto">
          <a:xfrm>
            <a:off x="8919528" y="3976176"/>
            <a:ext cx="794641" cy="798852"/>
          </a:xfrm>
          <a:prstGeom prst="ellipse">
            <a:avLst/>
          </a:prstGeom>
          <a:solidFill>
            <a:schemeClr val="bg1"/>
          </a:solidFill>
          <a:ln w="12700" cap="flat">
            <a:gradFill>
              <a:gsLst>
                <a:gs pos="0">
                  <a:srgbClr val="044BC9"/>
                </a:gs>
                <a:gs pos="100000">
                  <a:srgbClr val="23A2E4"/>
                </a:gs>
              </a:gsLst>
              <a:lin ang="5400000" scaled="1"/>
            </a:gradFill>
            <a:prstDash val="solid"/>
            <a:miter lim="800000"/>
            <a:headEnd/>
            <a:tailEnd/>
          </a:ln>
        </p:spPr>
        <p:txBody>
          <a:bodyPr vert="horz" wrap="square" lIns="97021" tIns="48510" rIns="97021" bIns="48510" numCol="1" anchor="t" anchorCtr="0" compatLnSpc="1">
            <a:prstTxWarp prst="textNoShape">
              <a:avLst/>
            </a:prstTxWarp>
          </a:bodyPr>
          <a:lstStyle/>
          <a:p>
            <a:endParaRPr lang="zh-CN" altLang="en-US"/>
          </a:p>
        </p:txBody>
      </p:sp>
      <p:sp>
        <p:nvSpPr>
          <p:cNvPr id="47" name="Freeform 43"/>
          <p:cNvSpPr>
            <a:spLocks noEditPoints="1"/>
          </p:cNvSpPr>
          <p:nvPr/>
        </p:nvSpPr>
        <p:spPr bwMode="auto">
          <a:xfrm>
            <a:off x="6910506" y="4242460"/>
            <a:ext cx="330205" cy="266288"/>
          </a:xfrm>
          <a:custGeom>
            <a:avLst/>
            <a:gdLst>
              <a:gd name="T0" fmla="*/ 25 w 45"/>
              <a:gd name="T1" fmla="*/ 23 h 36"/>
              <a:gd name="T2" fmla="*/ 25 w 45"/>
              <a:gd name="T3" fmla="*/ 24 h 36"/>
              <a:gd name="T4" fmla="*/ 24 w 45"/>
              <a:gd name="T5" fmla="*/ 24 h 36"/>
              <a:gd name="T6" fmla="*/ 23 w 45"/>
              <a:gd name="T7" fmla="*/ 24 h 36"/>
              <a:gd name="T8" fmla="*/ 21 w 45"/>
              <a:gd name="T9" fmla="*/ 24 h 36"/>
              <a:gd name="T10" fmla="*/ 21 w 45"/>
              <a:gd name="T11" fmla="*/ 24 h 36"/>
              <a:gd name="T12" fmla="*/ 21 w 45"/>
              <a:gd name="T13" fmla="*/ 23 h 36"/>
              <a:gd name="T14" fmla="*/ 0 w 45"/>
              <a:gd name="T15" fmla="*/ 16 h 36"/>
              <a:gd name="T16" fmla="*/ 0 w 45"/>
              <a:gd name="T17" fmla="*/ 29 h 36"/>
              <a:gd name="T18" fmla="*/ 7 w 45"/>
              <a:gd name="T19" fmla="*/ 36 h 36"/>
              <a:gd name="T20" fmla="*/ 23 w 45"/>
              <a:gd name="T21" fmla="*/ 36 h 36"/>
              <a:gd name="T22" fmla="*/ 38 w 45"/>
              <a:gd name="T23" fmla="*/ 36 h 36"/>
              <a:gd name="T24" fmla="*/ 45 w 45"/>
              <a:gd name="T25" fmla="*/ 29 h 36"/>
              <a:gd name="T26" fmla="*/ 45 w 45"/>
              <a:gd name="T27" fmla="*/ 16 h 36"/>
              <a:gd name="T28" fmla="*/ 25 w 45"/>
              <a:gd name="T29" fmla="*/ 23 h 36"/>
              <a:gd name="T30" fmla="*/ 23 w 45"/>
              <a:gd name="T31" fmla="*/ 21 h 36"/>
              <a:gd name="T32" fmla="*/ 23 w 45"/>
              <a:gd name="T33" fmla="*/ 21 h 36"/>
              <a:gd name="T34" fmla="*/ 24 w 45"/>
              <a:gd name="T35" fmla="*/ 21 h 36"/>
              <a:gd name="T36" fmla="*/ 24 w 45"/>
              <a:gd name="T37" fmla="*/ 23 h 36"/>
              <a:gd name="T38" fmla="*/ 23 w 45"/>
              <a:gd name="T39" fmla="*/ 24 h 36"/>
              <a:gd name="T40" fmla="*/ 23 w 45"/>
              <a:gd name="T41" fmla="*/ 24 h 36"/>
              <a:gd name="T42" fmla="*/ 22 w 45"/>
              <a:gd name="T43" fmla="*/ 24 h 36"/>
              <a:gd name="T44" fmla="*/ 21 w 45"/>
              <a:gd name="T45" fmla="*/ 23 h 36"/>
              <a:gd name="T46" fmla="*/ 21 w 45"/>
              <a:gd name="T47" fmla="*/ 21 h 36"/>
              <a:gd name="T48" fmla="*/ 22 w 45"/>
              <a:gd name="T49" fmla="*/ 21 h 36"/>
              <a:gd name="T50" fmla="*/ 23 w 45"/>
              <a:gd name="T51" fmla="*/ 21 h 36"/>
              <a:gd name="T52" fmla="*/ 21 w 45"/>
              <a:gd name="T53" fmla="*/ 21 h 36"/>
              <a:gd name="T54" fmla="*/ 21 w 45"/>
              <a:gd name="T55" fmla="*/ 22 h 36"/>
              <a:gd name="T56" fmla="*/ 0 w 45"/>
              <a:gd name="T57" fmla="*/ 15 h 36"/>
              <a:gd name="T58" fmla="*/ 7 w 45"/>
              <a:gd name="T59" fmla="*/ 9 h 36"/>
              <a:gd name="T60" fmla="*/ 23 w 45"/>
              <a:gd name="T61" fmla="*/ 9 h 36"/>
              <a:gd name="T62" fmla="*/ 38 w 45"/>
              <a:gd name="T63" fmla="*/ 9 h 36"/>
              <a:gd name="T64" fmla="*/ 45 w 45"/>
              <a:gd name="T65" fmla="*/ 15 h 36"/>
              <a:gd name="T66" fmla="*/ 25 w 45"/>
              <a:gd name="T67" fmla="*/ 22 h 36"/>
              <a:gd name="T68" fmla="*/ 25 w 45"/>
              <a:gd name="T69" fmla="*/ 21 h 36"/>
              <a:gd name="T70" fmla="*/ 24 w 45"/>
              <a:gd name="T71" fmla="*/ 20 h 36"/>
              <a:gd name="T72" fmla="*/ 23 w 45"/>
              <a:gd name="T73" fmla="*/ 20 h 36"/>
              <a:gd name="T74" fmla="*/ 21 w 45"/>
              <a:gd name="T75" fmla="*/ 20 h 36"/>
              <a:gd name="T76" fmla="*/ 21 w 45"/>
              <a:gd name="T77" fmla="*/ 21 h 36"/>
              <a:gd name="T78" fmla="*/ 23 w 45"/>
              <a:gd name="T79" fmla="*/ 1 h 36"/>
              <a:gd name="T80" fmla="*/ 23 w 45"/>
              <a:gd name="T81" fmla="*/ 1 h 36"/>
              <a:gd name="T82" fmla="*/ 30 w 45"/>
              <a:gd name="T83" fmla="*/ 8 h 36"/>
              <a:gd name="T84" fmla="*/ 31 w 45"/>
              <a:gd name="T85" fmla="*/ 8 h 36"/>
              <a:gd name="T86" fmla="*/ 23 w 45"/>
              <a:gd name="T87" fmla="*/ 0 h 36"/>
              <a:gd name="T88" fmla="*/ 23 w 45"/>
              <a:gd name="T89" fmla="*/ 0 h 36"/>
              <a:gd name="T90" fmla="*/ 14 w 45"/>
              <a:gd name="T91" fmla="*/ 8 h 36"/>
              <a:gd name="T92" fmla="*/ 16 w 45"/>
              <a:gd name="T93" fmla="*/ 8 h 36"/>
              <a:gd name="T94" fmla="*/ 23 w 45"/>
              <a:gd name="T95"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 h="36">
                <a:moveTo>
                  <a:pt x="25" y="23"/>
                </a:moveTo>
                <a:cubicBezTo>
                  <a:pt x="25" y="24"/>
                  <a:pt x="25" y="24"/>
                  <a:pt x="25" y="24"/>
                </a:cubicBezTo>
                <a:cubicBezTo>
                  <a:pt x="25" y="24"/>
                  <a:pt x="25" y="24"/>
                  <a:pt x="24" y="24"/>
                </a:cubicBezTo>
                <a:cubicBezTo>
                  <a:pt x="23" y="24"/>
                  <a:pt x="23" y="24"/>
                  <a:pt x="23" y="24"/>
                </a:cubicBezTo>
                <a:cubicBezTo>
                  <a:pt x="21" y="24"/>
                  <a:pt x="21" y="24"/>
                  <a:pt x="21" y="24"/>
                </a:cubicBezTo>
                <a:cubicBezTo>
                  <a:pt x="21" y="24"/>
                  <a:pt x="21" y="24"/>
                  <a:pt x="21" y="24"/>
                </a:cubicBezTo>
                <a:cubicBezTo>
                  <a:pt x="21" y="23"/>
                  <a:pt x="21" y="23"/>
                  <a:pt x="21" y="23"/>
                </a:cubicBezTo>
                <a:cubicBezTo>
                  <a:pt x="0" y="16"/>
                  <a:pt x="0" y="16"/>
                  <a:pt x="0" y="16"/>
                </a:cubicBezTo>
                <a:cubicBezTo>
                  <a:pt x="0" y="29"/>
                  <a:pt x="0" y="29"/>
                  <a:pt x="0" y="29"/>
                </a:cubicBezTo>
                <a:cubicBezTo>
                  <a:pt x="0" y="33"/>
                  <a:pt x="3" y="36"/>
                  <a:pt x="7" y="36"/>
                </a:cubicBezTo>
                <a:cubicBezTo>
                  <a:pt x="23" y="36"/>
                  <a:pt x="23" y="36"/>
                  <a:pt x="23" y="36"/>
                </a:cubicBezTo>
                <a:cubicBezTo>
                  <a:pt x="38" y="36"/>
                  <a:pt x="38" y="36"/>
                  <a:pt x="38" y="36"/>
                </a:cubicBezTo>
                <a:cubicBezTo>
                  <a:pt x="42" y="36"/>
                  <a:pt x="45" y="33"/>
                  <a:pt x="45" y="29"/>
                </a:cubicBezTo>
                <a:cubicBezTo>
                  <a:pt x="45" y="16"/>
                  <a:pt x="45" y="16"/>
                  <a:pt x="45" y="16"/>
                </a:cubicBezTo>
                <a:cubicBezTo>
                  <a:pt x="25" y="23"/>
                  <a:pt x="25" y="23"/>
                  <a:pt x="25" y="23"/>
                </a:cubicBezTo>
                <a:close/>
                <a:moveTo>
                  <a:pt x="23" y="21"/>
                </a:moveTo>
                <a:cubicBezTo>
                  <a:pt x="23" y="21"/>
                  <a:pt x="23" y="21"/>
                  <a:pt x="23" y="21"/>
                </a:cubicBezTo>
                <a:cubicBezTo>
                  <a:pt x="24" y="21"/>
                  <a:pt x="24" y="21"/>
                  <a:pt x="24" y="21"/>
                </a:cubicBezTo>
                <a:cubicBezTo>
                  <a:pt x="24" y="23"/>
                  <a:pt x="24" y="23"/>
                  <a:pt x="24" y="23"/>
                </a:cubicBezTo>
                <a:cubicBezTo>
                  <a:pt x="24" y="23"/>
                  <a:pt x="24" y="24"/>
                  <a:pt x="23" y="24"/>
                </a:cubicBezTo>
                <a:cubicBezTo>
                  <a:pt x="23" y="24"/>
                  <a:pt x="23" y="24"/>
                  <a:pt x="23" y="24"/>
                </a:cubicBezTo>
                <a:cubicBezTo>
                  <a:pt x="22" y="24"/>
                  <a:pt x="22" y="24"/>
                  <a:pt x="22" y="24"/>
                </a:cubicBezTo>
                <a:cubicBezTo>
                  <a:pt x="22" y="24"/>
                  <a:pt x="21" y="23"/>
                  <a:pt x="21" y="23"/>
                </a:cubicBezTo>
                <a:cubicBezTo>
                  <a:pt x="21" y="21"/>
                  <a:pt x="21" y="21"/>
                  <a:pt x="21" y="21"/>
                </a:cubicBezTo>
                <a:cubicBezTo>
                  <a:pt x="21" y="21"/>
                  <a:pt x="22" y="21"/>
                  <a:pt x="22" y="21"/>
                </a:cubicBezTo>
                <a:cubicBezTo>
                  <a:pt x="23" y="21"/>
                  <a:pt x="23" y="21"/>
                  <a:pt x="23" y="21"/>
                </a:cubicBezTo>
                <a:close/>
                <a:moveTo>
                  <a:pt x="21" y="21"/>
                </a:moveTo>
                <a:cubicBezTo>
                  <a:pt x="21" y="22"/>
                  <a:pt x="21" y="22"/>
                  <a:pt x="21" y="22"/>
                </a:cubicBezTo>
                <a:cubicBezTo>
                  <a:pt x="0" y="15"/>
                  <a:pt x="0" y="15"/>
                  <a:pt x="0" y="15"/>
                </a:cubicBezTo>
                <a:cubicBezTo>
                  <a:pt x="1" y="11"/>
                  <a:pt x="4" y="9"/>
                  <a:pt x="7" y="9"/>
                </a:cubicBezTo>
                <a:cubicBezTo>
                  <a:pt x="23" y="9"/>
                  <a:pt x="23" y="9"/>
                  <a:pt x="23" y="9"/>
                </a:cubicBezTo>
                <a:cubicBezTo>
                  <a:pt x="38" y="9"/>
                  <a:pt x="38" y="9"/>
                  <a:pt x="38" y="9"/>
                </a:cubicBezTo>
                <a:cubicBezTo>
                  <a:pt x="42" y="9"/>
                  <a:pt x="45" y="11"/>
                  <a:pt x="45" y="15"/>
                </a:cubicBezTo>
                <a:cubicBezTo>
                  <a:pt x="25" y="22"/>
                  <a:pt x="25" y="22"/>
                  <a:pt x="25" y="22"/>
                </a:cubicBezTo>
                <a:cubicBezTo>
                  <a:pt x="25" y="21"/>
                  <a:pt x="25" y="21"/>
                  <a:pt x="25" y="21"/>
                </a:cubicBezTo>
                <a:cubicBezTo>
                  <a:pt x="25" y="20"/>
                  <a:pt x="25" y="20"/>
                  <a:pt x="24" y="20"/>
                </a:cubicBezTo>
                <a:cubicBezTo>
                  <a:pt x="23" y="20"/>
                  <a:pt x="23" y="20"/>
                  <a:pt x="23" y="20"/>
                </a:cubicBezTo>
                <a:cubicBezTo>
                  <a:pt x="21" y="20"/>
                  <a:pt x="21" y="20"/>
                  <a:pt x="21" y="20"/>
                </a:cubicBezTo>
                <a:cubicBezTo>
                  <a:pt x="21" y="20"/>
                  <a:pt x="21" y="20"/>
                  <a:pt x="21" y="21"/>
                </a:cubicBezTo>
                <a:close/>
                <a:moveTo>
                  <a:pt x="23" y="1"/>
                </a:moveTo>
                <a:cubicBezTo>
                  <a:pt x="23" y="1"/>
                  <a:pt x="23" y="1"/>
                  <a:pt x="23" y="1"/>
                </a:cubicBezTo>
                <a:cubicBezTo>
                  <a:pt x="27" y="1"/>
                  <a:pt x="30" y="4"/>
                  <a:pt x="30" y="8"/>
                </a:cubicBezTo>
                <a:cubicBezTo>
                  <a:pt x="31" y="8"/>
                  <a:pt x="31" y="8"/>
                  <a:pt x="31" y="8"/>
                </a:cubicBezTo>
                <a:cubicBezTo>
                  <a:pt x="31" y="4"/>
                  <a:pt x="27" y="0"/>
                  <a:pt x="23" y="0"/>
                </a:cubicBezTo>
                <a:cubicBezTo>
                  <a:pt x="23" y="0"/>
                  <a:pt x="23" y="0"/>
                  <a:pt x="23" y="0"/>
                </a:cubicBezTo>
                <a:cubicBezTo>
                  <a:pt x="18" y="0"/>
                  <a:pt x="14" y="4"/>
                  <a:pt x="14" y="8"/>
                </a:cubicBezTo>
                <a:cubicBezTo>
                  <a:pt x="16" y="8"/>
                  <a:pt x="16" y="8"/>
                  <a:pt x="16" y="8"/>
                </a:cubicBezTo>
                <a:cubicBezTo>
                  <a:pt x="16" y="4"/>
                  <a:pt x="19" y="1"/>
                  <a:pt x="23" y="1"/>
                </a:cubicBezTo>
                <a:close/>
              </a:path>
            </a:pathLst>
          </a:custGeom>
          <a:gradFill>
            <a:gsLst>
              <a:gs pos="0">
                <a:srgbClr val="044BC9"/>
              </a:gs>
              <a:gs pos="100000">
                <a:srgbClr val="23A2E4"/>
              </a:gs>
            </a:gsLst>
            <a:lin ang="5400000" scaled="0"/>
          </a:gra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48" name="Freeform 44"/>
          <p:cNvSpPr>
            <a:spLocks noEditPoints="1"/>
          </p:cNvSpPr>
          <p:nvPr/>
        </p:nvSpPr>
        <p:spPr bwMode="auto">
          <a:xfrm>
            <a:off x="4693247" y="4177406"/>
            <a:ext cx="456383" cy="398081"/>
          </a:xfrm>
          <a:custGeom>
            <a:avLst/>
            <a:gdLst>
              <a:gd name="T0" fmla="*/ 41 w 62"/>
              <a:gd name="T1" fmla="*/ 31 h 54"/>
              <a:gd name="T2" fmla="*/ 34 w 62"/>
              <a:gd name="T3" fmla="*/ 23 h 54"/>
              <a:gd name="T4" fmla="*/ 33 w 62"/>
              <a:gd name="T5" fmla="*/ 17 h 54"/>
              <a:gd name="T6" fmla="*/ 30 w 62"/>
              <a:gd name="T7" fmla="*/ 20 h 54"/>
              <a:gd name="T8" fmla="*/ 23 w 62"/>
              <a:gd name="T9" fmla="*/ 13 h 54"/>
              <a:gd name="T10" fmla="*/ 18 w 62"/>
              <a:gd name="T11" fmla="*/ 17 h 54"/>
              <a:gd name="T12" fmla="*/ 7 w 62"/>
              <a:gd name="T13" fmla="*/ 17 h 54"/>
              <a:gd name="T14" fmla="*/ 7 w 62"/>
              <a:gd name="T15" fmla="*/ 23 h 54"/>
              <a:gd name="T16" fmla="*/ 0 w 62"/>
              <a:gd name="T17" fmla="*/ 31 h 54"/>
              <a:gd name="T18" fmla="*/ 4 w 62"/>
              <a:gd name="T19" fmla="*/ 36 h 54"/>
              <a:gd name="T20" fmla="*/ 4 w 62"/>
              <a:gd name="T21" fmla="*/ 46 h 54"/>
              <a:gd name="T22" fmla="*/ 10 w 62"/>
              <a:gd name="T23" fmla="*/ 47 h 54"/>
              <a:gd name="T24" fmla="*/ 18 w 62"/>
              <a:gd name="T25" fmla="*/ 54 h 54"/>
              <a:gd name="T26" fmla="*/ 23 w 62"/>
              <a:gd name="T27" fmla="*/ 50 h 54"/>
              <a:gd name="T28" fmla="*/ 32 w 62"/>
              <a:gd name="T29" fmla="*/ 48 h 54"/>
              <a:gd name="T30" fmla="*/ 37 w 62"/>
              <a:gd name="T31" fmla="*/ 46 h 54"/>
              <a:gd name="T32" fmla="*/ 37 w 62"/>
              <a:gd name="T33" fmla="*/ 36 h 54"/>
              <a:gd name="T34" fmla="*/ 32 w 62"/>
              <a:gd name="T35" fmla="*/ 38 h 54"/>
              <a:gd name="T36" fmla="*/ 20 w 62"/>
              <a:gd name="T37" fmla="*/ 46 h 54"/>
              <a:gd name="T38" fmla="*/ 20 w 62"/>
              <a:gd name="T39" fmla="*/ 21 h 54"/>
              <a:gd name="T40" fmla="*/ 33 w 62"/>
              <a:gd name="T41" fmla="*/ 33 h 54"/>
              <a:gd name="T42" fmla="*/ 58 w 62"/>
              <a:gd name="T43" fmla="*/ 35 h 54"/>
              <a:gd name="T44" fmla="*/ 62 w 62"/>
              <a:gd name="T45" fmla="*/ 38 h 54"/>
              <a:gd name="T46" fmla="*/ 60 w 62"/>
              <a:gd name="T47" fmla="*/ 41 h 54"/>
              <a:gd name="T48" fmla="*/ 59 w 62"/>
              <a:gd name="T49" fmla="*/ 46 h 54"/>
              <a:gd name="T50" fmla="*/ 56 w 62"/>
              <a:gd name="T51" fmla="*/ 47 h 54"/>
              <a:gd name="T52" fmla="*/ 52 w 62"/>
              <a:gd name="T53" fmla="*/ 50 h 54"/>
              <a:gd name="T54" fmla="*/ 50 w 62"/>
              <a:gd name="T55" fmla="*/ 48 h 54"/>
              <a:gd name="T56" fmla="*/ 45 w 62"/>
              <a:gd name="T57" fmla="*/ 48 h 54"/>
              <a:gd name="T58" fmla="*/ 44 w 62"/>
              <a:gd name="T59" fmla="*/ 45 h 54"/>
              <a:gd name="T60" fmla="*/ 41 w 62"/>
              <a:gd name="T61" fmla="*/ 41 h 54"/>
              <a:gd name="T62" fmla="*/ 43 w 62"/>
              <a:gd name="T63" fmla="*/ 39 h 54"/>
              <a:gd name="T64" fmla="*/ 43 w 62"/>
              <a:gd name="T65" fmla="*/ 33 h 54"/>
              <a:gd name="T66" fmla="*/ 46 w 62"/>
              <a:gd name="T67" fmla="*/ 33 h 54"/>
              <a:gd name="T68" fmla="*/ 50 w 62"/>
              <a:gd name="T69" fmla="*/ 29 h 54"/>
              <a:gd name="T70" fmla="*/ 52 w 62"/>
              <a:gd name="T71" fmla="*/ 31 h 54"/>
              <a:gd name="T72" fmla="*/ 58 w 62"/>
              <a:gd name="T73" fmla="*/ 31 h 54"/>
              <a:gd name="T74" fmla="*/ 58 w 62"/>
              <a:gd name="T75" fmla="*/ 35 h 54"/>
              <a:gd name="T76" fmla="*/ 57 w 62"/>
              <a:gd name="T77" fmla="*/ 40 h 54"/>
              <a:gd name="T78" fmla="*/ 45 w 62"/>
              <a:gd name="T79" fmla="*/ 40 h 54"/>
              <a:gd name="T80" fmla="*/ 51 w 62"/>
              <a:gd name="T81" fmla="*/ 46 h 54"/>
              <a:gd name="T82" fmla="*/ 62 w 62"/>
              <a:gd name="T83" fmla="*/ 12 h 54"/>
              <a:gd name="T84" fmla="*/ 59 w 62"/>
              <a:gd name="T85" fmla="*/ 15 h 54"/>
              <a:gd name="T86" fmla="*/ 59 w 62"/>
              <a:gd name="T87" fmla="*/ 22 h 54"/>
              <a:gd name="T88" fmla="*/ 55 w 62"/>
              <a:gd name="T89" fmla="*/ 23 h 54"/>
              <a:gd name="T90" fmla="*/ 50 w 62"/>
              <a:gd name="T91" fmla="*/ 28 h 54"/>
              <a:gd name="T92" fmla="*/ 46 w 62"/>
              <a:gd name="T93" fmla="*/ 25 h 54"/>
              <a:gd name="T94" fmla="*/ 39 w 62"/>
              <a:gd name="T95" fmla="*/ 25 h 54"/>
              <a:gd name="T96" fmla="*/ 39 w 62"/>
              <a:gd name="T97" fmla="*/ 20 h 54"/>
              <a:gd name="T98" fmla="*/ 34 w 62"/>
              <a:gd name="T99" fmla="*/ 15 h 54"/>
              <a:gd name="T100" fmla="*/ 37 w 62"/>
              <a:gd name="T101" fmla="*/ 12 h 54"/>
              <a:gd name="T102" fmla="*/ 37 w 62"/>
              <a:gd name="T103" fmla="*/ 5 h 54"/>
              <a:gd name="T104" fmla="*/ 41 w 62"/>
              <a:gd name="T105" fmla="*/ 5 h 54"/>
              <a:gd name="T106" fmla="*/ 46 w 62"/>
              <a:gd name="T107" fmla="*/ 0 h 54"/>
              <a:gd name="T108" fmla="*/ 49 w 62"/>
              <a:gd name="T109" fmla="*/ 3 h 54"/>
              <a:gd name="T110" fmla="*/ 56 w 62"/>
              <a:gd name="T111" fmla="*/ 3 h 54"/>
              <a:gd name="T112" fmla="*/ 57 w 62"/>
              <a:gd name="T113" fmla="*/ 7 h 54"/>
              <a:gd name="T114" fmla="*/ 48 w 62"/>
              <a:gd name="T115" fmla="*/ 22 h 54"/>
              <a:gd name="T116" fmla="*/ 40 w 62"/>
              <a:gd name="T117" fmla="*/ 14 h 54"/>
              <a:gd name="T118" fmla="*/ 56 w 62"/>
              <a:gd name="T119" fmla="*/ 1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2" h="54">
                <a:moveTo>
                  <a:pt x="41" y="36"/>
                </a:moveTo>
                <a:cubicBezTo>
                  <a:pt x="41" y="31"/>
                  <a:pt x="41" y="31"/>
                  <a:pt x="41" y="31"/>
                </a:cubicBezTo>
                <a:cubicBezTo>
                  <a:pt x="37" y="31"/>
                  <a:pt x="37" y="31"/>
                  <a:pt x="37" y="31"/>
                </a:cubicBezTo>
                <a:cubicBezTo>
                  <a:pt x="37" y="28"/>
                  <a:pt x="36" y="25"/>
                  <a:pt x="34" y="23"/>
                </a:cubicBezTo>
                <a:cubicBezTo>
                  <a:pt x="37" y="20"/>
                  <a:pt x="37" y="20"/>
                  <a:pt x="37" y="20"/>
                </a:cubicBezTo>
                <a:cubicBezTo>
                  <a:pt x="33" y="17"/>
                  <a:pt x="33" y="17"/>
                  <a:pt x="33" y="17"/>
                </a:cubicBezTo>
                <a:cubicBezTo>
                  <a:pt x="32" y="18"/>
                  <a:pt x="32" y="18"/>
                  <a:pt x="32" y="18"/>
                </a:cubicBezTo>
                <a:cubicBezTo>
                  <a:pt x="30" y="20"/>
                  <a:pt x="30" y="20"/>
                  <a:pt x="30" y="20"/>
                </a:cubicBezTo>
                <a:cubicBezTo>
                  <a:pt x="28" y="18"/>
                  <a:pt x="26" y="17"/>
                  <a:pt x="23" y="17"/>
                </a:cubicBezTo>
                <a:cubicBezTo>
                  <a:pt x="23" y="13"/>
                  <a:pt x="23" y="13"/>
                  <a:pt x="23" y="13"/>
                </a:cubicBezTo>
                <a:cubicBezTo>
                  <a:pt x="18" y="13"/>
                  <a:pt x="18" y="13"/>
                  <a:pt x="18" y="13"/>
                </a:cubicBezTo>
                <a:cubicBezTo>
                  <a:pt x="18" y="17"/>
                  <a:pt x="18" y="17"/>
                  <a:pt x="18" y="17"/>
                </a:cubicBezTo>
                <a:cubicBezTo>
                  <a:pt x="15" y="17"/>
                  <a:pt x="12" y="18"/>
                  <a:pt x="10" y="20"/>
                </a:cubicBezTo>
                <a:cubicBezTo>
                  <a:pt x="7" y="17"/>
                  <a:pt x="7" y="17"/>
                  <a:pt x="7" y="17"/>
                </a:cubicBezTo>
                <a:cubicBezTo>
                  <a:pt x="4" y="20"/>
                  <a:pt x="4" y="20"/>
                  <a:pt x="4" y="20"/>
                </a:cubicBezTo>
                <a:cubicBezTo>
                  <a:pt x="7" y="23"/>
                  <a:pt x="7" y="23"/>
                  <a:pt x="7" y="23"/>
                </a:cubicBezTo>
                <a:cubicBezTo>
                  <a:pt x="5" y="26"/>
                  <a:pt x="4" y="28"/>
                  <a:pt x="4" y="31"/>
                </a:cubicBezTo>
                <a:cubicBezTo>
                  <a:pt x="0" y="31"/>
                  <a:pt x="0" y="31"/>
                  <a:pt x="0" y="31"/>
                </a:cubicBezTo>
                <a:cubicBezTo>
                  <a:pt x="0" y="36"/>
                  <a:pt x="0" y="36"/>
                  <a:pt x="0" y="36"/>
                </a:cubicBezTo>
                <a:cubicBezTo>
                  <a:pt x="4" y="36"/>
                  <a:pt x="4" y="36"/>
                  <a:pt x="4" y="36"/>
                </a:cubicBezTo>
                <a:cubicBezTo>
                  <a:pt x="4" y="39"/>
                  <a:pt x="5" y="41"/>
                  <a:pt x="7" y="44"/>
                </a:cubicBezTo>
                <a:cubicBezTo>
                  <a:pt x="4" y="46"/>
                  <a:pt x="4" y="46"/>
                  <a:pt x="4" y="46"/>
                </a:cubicBezTo>
                <a:cubicBezTo>
                  <a:pt x="7" y="50"/>
                  <a:pt x="7" y="50"/>
                  <a:pt x="7" y="50"/>
                </a:cubicBezTo>
                <a:cubicBezTo>
                  <a:pt x="10" y="47"/>
                  <a:pt x="10" y="47"/>
                  <a:pt x="10" y="47"/>
                </a:cubicBezTo>
                <a:cubicBezTo>
                  <a:pt x="12" y="49"/>
                  <a:pt x="15" y="50"/>
                  <a:pt x="18" y="50"/>
                </a:cubicBezTo>
                <a:cubicBezTo>
                  <a:pt x="18" y="54"/>
                  <a:pt x="18" y="54"/>
                  <a:pt x="18" y="54"/>
                </a:cubicBezTo>
                <a:cubicBezTo>
                  <a:pt x="23" y="54"/>
                  <a:pt x="23" y="54"/>
                  <a:pt x="23" y="54"/>
                </a:cubicBezTo>
                <a:cubicBezTo>
                  <a:pt x="23" y="50"/>
                  <a:pt x="23" y="50"/>
                  <a:pt x="23" y="50"/>
                </a:cubicBezTo>
                <a:cubicBezTo>
                  <a:pt x="26" y="50"/>
                  <a:pt x="28" y="49"/>
                  <a:pt x="31" y="47"/>
                </a:cubicBezTo>
                <a:cubicBezTo>
                  <a:pt x="32" y="48"/>
                  <a:pt x="32" y="48"/>
                  <a:pt x="32" y="48"/>
                </a:cubicBezTo>
                <a:cubicBezTo>
                  <a:pt x="33" y="50"/>
                  <a:pt x="33" y="50"/>
                  <a:pt x="33" y="50"/>
                </a:cubicBezTo>
                <a:cubicBezTo>
                  <a:pt x="37" y="46"/>
                  <a:pt x="37" y="46"/>
                  <a:pt x="37" y="46"/>
                </a:cubicBezTo>
                <a:cubicBezTo>
                  <a:pt x="34" y="43"/>
                  <a:pt x="34" y="43"/>
                  <a:pt x="34" y="43"/>
                </a:cubicBezTo>
                <a:cubicBezTo>
                  <a:pt x="36" y="41"/>
                  <a:pt x="37" y="39"/>
                  <a:pt x="37" y="36"/>
                </a:cubicBezTo>
                <a:cubicBezTo>
                  <a:pt x="41" y="36"/>
                  <a:pt x="41" y="36"/>
                  <a:pt x="41" y="36"/>
                </a:cubicBezTo>
                <a:close/>
                <a:moveTo>
                  <a:pt x="32" y="38"/>
                </a:moveTo>
                <a:cubicBezTo>
                  <a:pt x="32" y="38"/>
                  <a:pt x="32" y="38"/>
                  <a:pt x="32" y="38"/>
                </a:cubicBezTo>
                <a:cubicBezTo>
                  <a:pt x="30" y="43"/>
                  <a:pt x="26" y="46"/>
                  <a:pt x="20" y="46"/>
                </a:cubicBezTo>
                <a:cubicBezTo>
                  <a:pt x="14" y="46"/>
                  <a:pt x="8" y="40"/>
                  <a:pt x="8" y="33"/>
                </a:cubicBezTo>
                <a:cubicBezTo>
                  <a:pt x="8" y="27"/>
                  <a:pt x="14" y="21"/>
                  <a:pt x="20" y="21"/>
                </a:cubicBezTo>
                <a:cubicBezTo>
                  <a:pt x="26" y="21"/>
                  <a:pt x="30" y="24"/>
                  <a:pt x="32" y="29"/>
                </a:cubicBezTo>
                <a:cubicBezTo>
                  <a:pt x="32" y="30"/>
                  <a:pt x="33" y="32"/>
                  <a:pt x="33" y="33"/>
                </a:cubicBezTo>
                <a:cubicBezTo>
                  <a:pt x="33" y="35"/>
                  <a:pt x="32" y="37"/>
                  <a:pt x="32" y="38"/>
                </a:cubicBezTo>
                <a:close/>
                <a:moveTo>
                  <a:pt x="58" y="35"/>
                </a:moveTo>
                <a:cubicBezTo>
                  <a:pt x="59" y="36"/>
                  <a:pt x="59" y="37"/>
                  <a:pt x="60" y="38"/>
                </a:cubicBezTo>
                <a:cubicBezTo>
                  <a:pt x="62" y="38"/>
                  <a:pt x="62" y="38"/>
                  <a:pt x="62" y="38"/>
                </a:cubicBezTo>
                <a:cubicBezTo>
                  <a:pt x="62" y="41"/>
                  <a:pt x="62" y="41"/>
                  <a:pt x="62" y="41"/>
                </a:cubicBezTo>
                <a:cubicBezTo>
                  <a:pt x="60" y="41"/>
                  <a:pt x="60" y="41"/>
                  <a:pt x="60" y="41"/>
                </a:cubicBezTo>
                <a:cubicBezTo>
                  <a:pt x="59" y="42"/>
                  <a:pt x="59" y="44"/>
                  <a:pt x="58" y="45"/>
                </a:cubicBezTo>
                <a:cubicBezTo>
                  <a:pt x="59" y="46"/>
                  <a:pt x="59" y="46"/>
                  <a:pt x="59" y="46"/>
                </a:cubicBezTo>
                <a:cubicBezTo>
                  <a:pt x="58" y="48"/>
                  <a:pt x="58" y="48"/>
                  <a:pt x="58" y="48"/>
                </a:cubicBezTo>
                <a:cubicBezTo>
                  <a:pt x="56" y="47"/>
                  <a:pt x="56" y="47"/>
                  <a:pt x="56" y="47"/>
                </a:cubicBezTo>
                <a:cubicBezTo>
                  <a:pt x="55" y="47"/>
                  <a:pt x="54" y="48"/>
                  <a:pt x="52" y="48"/>
                </a:cubicBezTo>
                <a:cubicBezTo>
                  <a:pt x="52" y="50"/>
                  <a:pt x="52" y="50"/>
                  <a:pt x="52" y="50"/>
                </a:cubicBezTo>
                <a:cubicBezTo>
                  <a:pt x="50" y="50"/>
                  <a:pt x="50" y="50"/>
                  <a:pt x="50" y="50"/>
                </a:cubicBezTo>
                <a:cubicBezTo>
                  <a:pt x="50" y="48"/>
                  <a:pt x="50" y="48"/>
                  <a:pt x="50" y="48"/>
                </a:cubicBezTo>
                <a:cubicBezTo>
                  <a:pt x="49" y="48"/>
                  <a:pt x="47" y="47"/>
                  <a:pt x="46" y="47"/>
                </a:cubicBezTo>
                <a:cubicBezTo>
                  <a:pt x="45" y="48"/>
                  <a:pt x="45" y="48"/>
                  <a:pt x="45" y="48"/>
                </a:cubicBezTo>
                <a:cubicBezTo>
                  <a:pt x="43" y="46"/>
                  <a:pt x="43" y="46"/>
                  <a:pt x="43" y="46"/>
                </a:cubicBezTo>
                <a:cubicBezTo>
                  <a:pt x="44" y="45"/>
                  <a:pt x="44" y="45"/>
                  <a:pt x="44" y="45"/>
                </a:cubicBezTo>
                <a:cubicBezTo>
                  <a:pt x="43" y="44"/>
                  <a:pt x="43" y="42"/>
                  <a:pt x="43" y="41"/>
                </a:cubicBezTo>
                <a:cubicBezTo>
                  <a:pt x="41" y="41"/>
                  <a:pt x="41" y="41"/>
                  <a:pt x="41" y="41"/>
                </a:cubicBezTo>
                <a:cubicBezTo>
                  <a:pt x="41" y="39"/>
                  <a:pt x="41" y="39"/>
                  <a:pt x="41" y="39"/>
                </a:cubicBezTo>
                <a:cubicBezTo>
                  <a:pt x="43" y="39"/>
                  <a:pt x="43" y="39"/>
                  <a:pt x="43" y="39"/>
                </a:cubicBezTo>
                <a:cubicBezTo>
                  <a:pt x="43" y="37"/>
                  <a:pt x="43" y="36"/>
                  <a:pt x="44" y="35"/>
                </a:cubicBezTo>
                <a:cubicBezTo>
                  <a:pt x="43" y="33"/>
                  <a:pt x="43" y="33"/>
                  <a:pt x="43" y="33"/>
                </a:cubicBezTo>
                <a:cubicBezTo>
                  <a:pt x="45" y="32"/>
                  <a:pt x="45" y="32"/>
                  <a:pt x="45" y="32"/>
                </a:cubicBezTo>
                <a:cubicBezTo>
                  <a:pt x="46" y="33"/>
                  <a:pt x="46" y="33"/>
                  <a:pt x="46" y="33"/>
                </a:cubicBezTo>
                <a:cubicBezTo>
                  <a:pt x="47" y="32"/>
                  <a:pt x="48" y="32"/>
                  <a:pt x="50" y="31"/>
                </a:cubicBezTo>
                <a:cubicBezTo>
                  <a:pt x="50" y="29"/>
                  <a:pt x="50" y="29"/>
                  <a:pt x="50" y="29"/>
                </a:cubicBezTo>
                <a:cubicBezTo>
                  <a:pt x="52" y="29"/>
                  <a:pt x="52" y="29"/>
                  <a:pt x="52" y="29"/>
                </a:cubicBezTo>
                <a:cubicBezTo>
                  <a:pt x="52" y="31"/>
                  <a:pt x="52" y="31"/>
                  <a:pt x="52" y="31"/>
                </a:cubicBezTo>
                <a:cubicBezTo>
                  <a:pt x="54" y="32"/>
                  <a:pt x="55" y="32"/>
                  <a:pt x="56" y="33"/>
                </a:cubicBezTo>
                <a:cubicBezTo>
                  <a:pt x="58" y="31"/>
                  <a:pt x="58" y="31"/>
                  <a:pt x="58" y="31"/>
                </a:cubicBezTo>
                <a:cubicBezTo>
                  <a:pt x="59" y="33"/>
                  <a:pt x="59" y="33"/>
                  <a:pt x="59" y="33"/>
                </a:cubicBezTo>
                <a:cubicBezTo>
                  <a:pt x="58" y="35"/>
                  <a:pt x="58" y="35"/>
                  <a:pt x="58" y="35"/>
                </a:cubicBezTo>
                <a:close/>
                <a:moveTo>
                  <a:pt x="51" y="46"/>
                </a:moveTo>
                <a:cubicBezTo>
                  <a:pt x="55" y="46"/>
                  <a:pt x="57" y="43"/>
                  <a:pt x="57" y="40"/>
                </a:cubicBezTo>
                <a:cubicBezTo>
                  <a:pt x="57" y="36"/>
                  <a:pt x="55" y="34"/>
                  <a:pt x="51" y="34"/>
                </a:cubicBezTo>
                <a:cubicBezTo>
                  <a:pt x="48" y="34"/>
                  <a:pt x="45" y="36"/>
                  <a:pt x="45" y="40"/>
                </a:cubicBezTo>
                <a:cubicBezTo>
                  <a:pt x="45" y="43"/>
                  <a:pt x="48" y="46"/>
                  <a:pt x="51" y="46"/>
                </a:cubicBezTo>
                <a:cubicBezTo>
                  <a:pt x="51" y="46"/>
                  <a:pt x="51" y="46"/>
                  <a:pt x="51" y="46"/>
                </a:cubicBezTo>
                <a:close/>
                <a:moveTo>
                  <a:pt x="59" y="12"/>
                </a:moveTo>
                <a:cubicBezTo>
                  <a:pt x="62" y="12"/>
                  <a:pt x="62" y="12"/>
                  <a:pt x="62" y="12"/>
                </a:cubicBezTo>
                <a:cubicBezTo>
                  <a:pt x="62" y="15"/>
                  <a:pt x="62" y="15"/>
                  <a:pt x="62" y="15"/>
                </a:cubicBezTo>
                <a:cubicBezTo>
                  <a:pt x="59" y="15"/>
                  <a:pt x="59" y="15"/>
                  <a:pt x="59" y="15"/>
                </a:cubicBezTo>
                <a:cubicBezTo>
                  <a:pt x="59" y="17"/>
                  <a:pt x="58" y="19"/>
                  <a:pt x="57" y="20"/>
                </a:cubicBezTo>
                <a:cubicBezTo>
                  <a:pt x="59" y="22"/>
                  <a:pt x="59" y="22"/>
                  <a:pt x="59" y="22"/>
                </a:cubicBezTo>
                <a:cubicBezTo>
                  <a:pt x="56" y="25"/>
                  <a:pt x="56" y="25"/>
                  <a:pt x="56" y="25"/>
                </a:cubicBezTo>
                <a:cubicBezTo>
                  <a:pt x="55" y="23"/>
                  <a:pt x="55" y="23"/>
                  <a:pt x="55" y="23"/>
                </a:cubicBezTo>
                <a:cubicBezTo>
                  <a:pt x="53" y="24"/>
                  <a:pt x="51" y="25"/>
                  <a:pt x="50" y="25"/>
                </a:cubicBezTo>
                <a:cubicBezTo>
                  <a:pt x="50" y="28"/>
                  <a:pt x="50" y="28"/>
                  <a:pt x="50" y="28"/>
                </a:cubicBezTo>
                <a:cubicBezTo>
                  <a:pt x="46" y="28"/>
                  <a:pt x="46" y="28"/>
                  <a:pt x="46" y="28"/>
                </a:cubicBezTo>
                <a:cubicBezTo>
                  <a:pt x="46" y="25"/>
                  <a:pt x="46" y="25"/>
                  <a:pt x="46" y="25"/>
                </a:cubicBezTo>
                <a:cubicBezTo>
                  <a:pt x="44" y="25"/>
                  <a:pt x="43" y="24"/>
                  <a:pt x="41" y="23"/>
                </a:cubicBezTo>
                <a:cubicBezTo>
                  <a:pt x="39" y="25"/>
                  <a:pt x="39" y="25"/>
                  <a:pt x="39" y="25"/>
                </a:cubicBezTo>
                <a:cubicBezTo>
                  <a:pt x="37" y="22"/>
                  <a:pt x="37" y="22"/>
                  <a:pt x="37" y="22"/>
                </a:cubicBezTo>
                <a:cubicBezTo>
                  <a:pt x="39" y="20"/>
                  <a:pt x="39" y="20"/>
                  <a:pt x="39" y="20"/>
                </a:cubicBezTo>
                <a:cubicBezTo>
                  <a:pt x="38" y="19"/>
                  <a:pt x="37" y="17"/>
                  <a:pt x="37" y="15"/>
                </a:cubicBezTo>
                <a:cubicBezTo>
                  <a:pt x="34" y="15"/>
                  <a:pt x="34" y="15"/>
                  <a:pt x="34" y="15"/>
                </a:cubicBezTo>
                <a:cubicBezTo>
                  <a:pt x="34" y="12"/>
                  <a:pt x="34" y="12"/>
                  <a:pt x="34" y="12"/>
                </a:cubicBezTo>
                <a:cubicBezTo>
                  <a:pt x="37" y="12"/>
                  <a:pt x="37" y="12"/>
                  <a:pt x="37" y="12"/>
                </a:cubicBezTo>
                <a:cubicBezTo>
                  <a:pt x="37" y="10"/>
                  <a:pt x="38" y="9"/>
                  <a:pt x="39" y="7"/>
                </a:cubicBezTo>
                <a:cubicBezTo>
                  <a:pt x="37" y="5"/>
                  <a:pt x="37" y="5"/>
                  <a:pt x="37" y="5"/>
                </a:cubicBezTo>
                <a:cubicBezTo>
                  <a:pt x="39" y="3"/>
                  <a:pt x="39" y="3"/>
                  <a:pt x="39" y="3"/>
                </a:cubicBezTo>
                <a:cubicBezTo>
                  <a:pt x="41" y="5"/>
                  <a:pt x="41" y="5"/>
                  <a:pt x="41" y="5"/>
                </a:cubicBezTo>
                <a:cubicBezTo>
                  <a:pt x="43" y="4"/>
                  <a:pt x="44" y="3"/>
                  <a:pt x="46" y="3"/>
                </a:cubicBezTo>
                <a:cubicBezTo>
                  <a:pt x="46" y="0"/>
                  <a:pt x="46" y="0"/>
                  <a:pt x="46" y="0"/>
                </a:cubicBezTo>
                <a:cubicBezTo>
                  <a:pt x="49" y="0"/>
                  <a:pt x="49" y="0"/>
                  <a:pt x="49" y="0"/>
                </a:cubicBezTo>
                <a:cubicBezTo>
                  <a:pt x="49" y="3"/>
                  <a:pt x="49" y="3"/>
                  <a:pt x="49" y="3"/>
                </a:cubicBezTo>
                <a:cubicBezTo>
                  <a:pt x="51" y="3"/>
                  <a:pt x="53" y="4"/>
                  <a:pt x="54" y="5"/>
                </a:cubicBezTo>
                <a:cubicBezTo>
                  <a:pt x="56" y="3"/>
                  <a:pt x="56" y="3"/>
                  <a:pt x="56" y="3"/>
                </a:cubicBezTo>
                <a:cubicBezTo>
                  <a:pt x="59" y="5"/>
                  <a:pt x="59" y="5"/>
                  <a:pt x="59" y="5"/>
                </a:cubicBezTo>
                <a:cubicBezTo>
                  <a:pt x="57" y="7"/>
                  <a:pt x="57" y="7"/>
                  <a:pt x="57" y="7"/>
                </a:cubicBezTo>
                <a:cubicBezTo>
                  <a:pt x="58" y="8"/>
                  <a:pt x="59" y="10"/>
                  <a:pt x="59" y="12"/>
                </a:cubicBezTo>
                <a:close/>
                <a:moveTo>
                  <a:pt x="48" y="22"/>
                </a:moveTo>
                <a:cubicBezTo>
                  <a:pt x="48" y="22"/>
                  <a:pt x="48" y="22"/>
                  <a:pt x="48" y="22"/>
                </a:cubicBezTo>
                <a:cubicBezTo>
                  <a:pt x="43" y="22"/>
                  <a:pt x="40" y="18"/>
                  <a:pt x="40" y="14"/>
                </a:cubicBezTo>
                <a:cubicBezTo>
                  <a:pt x="40" y="9"/>
                  <a:pt x="43" y="6"/>
                  <a:pt x="48" y="6"/>
                </a:cubicBezTo>
                <a:cubicBezTo>
                  <a:pt x="52" y="6"/>
                  <a:pt x="56" y="9"/>
                  <a:pt x="56" y="14"/>
                </a:cubicBezTo>
                <a:cubicBezTo>
                  <a:pt x="56" y="18"/>
                  <a:pt x="52" y="22"/>
                  <a:pt x="48" y="22"/>
                </a:cubicBezTo>
                <a:close/>
              </a:path>
            </a:pathLst>
          </a:custGeom>
          <a:gradFill>
            <a:gsLst>
              <a:gs pos="0">
                <a:srgbClr val="044BC9"/>
              </a:gs>
              <a:gs pos="100000">
                <a:srgbClr val="23A2E4"/>
              </a:gs>
            </a:gsLst>
            <a:lin ang="5400000" scaled="0"/>
          </a:gra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49" name="Freeform 45"/>
          <p:cNvSpPr>
            <a:spLocks noEditPoints="1"/>
          </p:cNvSpPr>
          <p:nvPr/>
        </p:nvSpPr>
        <p:spPr bwMode="auto">
          <a:xfrm>
            <a:off x="9147716" y="4184791"/>
            <a:ext cx="338262" cy="376562"/>
          </a:xfrm>
          <a:custGeom>
            <a:avLst/>
            <a:gdLst>
              <a:gd name="T0" fmla="*/ 40 w 46"/>
              <a:gd name="T1" fmla="*/ 28 h 51"/>
              <a:gd name="T2" fmla="*/ 35 w 46"/>
              <a:gd name="T3" fmla="*/ 41 h 51"/>
              <a:gd name="T4" fmla="*/ 34 w 46"/>
              <a:gd name="T5" fmla="*/ 34 h 51"/>
              <a:gd name="T6" fmla="*/ 29 w 46"/>
              <a:gd name="T7" fmla="*/ 30 h 51"/>
              <a:gd name="T8" fmla="*/ 29 w 46"/>
              <a:gd name="T9" fmla="*/ 30 h 51"/>
              <a:gd name="T10" fmla="*/ 27 w 46"/>
              <a:gd name="T11" fmla="*/ 30 h 51"/>
              <a:gd name="T12" fmla="*/ 25 w 46"/>
              <a:gd name="T13" fmla="*/ 35 h 51"/>
              <a:gd name="T14" fmla="*/ 24 w 46"/>
              <a:gd name="T15" fmla="*/ 38 h 51"/>
              <a:gd name="T16" fmla="*/ 24 w 46"/>
              <a:gd name="T17" fmla="*/ 32 h 51"/>
              <a:gd name="T18" fmla="*/ 24 w 46"/>
              <a:gd name="T19" fmla="*/ 31 h 51"/>
              <a:gd name="T20" fmla="*/ 23 w 46"/>
              <a:gd name="T21" fmla="*/ 30 h 51"/>
              <a:gd name="T22" fmla="*/ 22 w 46"/>
              <a:gd name="T23" fmla="*/ 31 h 51"/>
              <a:gd name="T24" fmla="*/ 22 w 46"/>
              <a:gd name="T25" fmla="*/ 32 h 51"/>
              <a:gd name="T26" fmla="*/ 21 w 46"/>
              <a:gd name="T27" fmla="*/ 38 h 51"/>
              <a:gd name="T28" fmla="*/ 20 w 46"/>
              <a:gd name="T29" fmla="*/ 35 h 51"/>
              <a:gd name="T30" fmla="*/ 19 w 46"/>
              <a:gd name="T31" fmla="*/ 30 h 51"/>
              <a:gd name="T32" fmla="*/ 15 w 46"/>
              <a:gd name="T33" fmla="*/ 30 h 51"/>
              <a:gd name="T34" fmla="*/ 15 w 46"/>
              <a:gd name="T35" fmla="*/ 30 h 51"/>
              <a:gd name="T36" fmla="*/ 11 w 46"/>
              <a:gd name="T37" fmla="*/ 34 h 51"/>
              <a:gd name="T38" fmla="*/ 10 w 46"/>
              <a:gd name="T39" fmla="*/ 41 h 51"/>
              <a:gd name="T40" fmla="*/ 5 w 46"/>
              <a:gd name="T41" fmla="*/ 28 h 51"/>
              <a:gd name="T42" fmla="*/ 23 w 46"/>
              <a:gd name="T43" fmla="*/ 11 h 51"/>
              <a:gd name="T44" fmla="*/ 23 w 46"/>
              <a:gd name="T45" fmla="*/ 14 h 51"/>
              <a:gd name="T46" fmla="*/ 25 w 46"/>
              <a:gd name="T47" fmla="*/ 15 h 51"/>
              <a:gd name="T48" fmla="*/ 28 w 46"/>
              <a:gd name="T49" fmla="*/ 13 h 51"/>
              <a:gd name="T50" fmla="*/ 32 w 46"/>
              <a:gd name="T51" fmla="*/ 11 h 51"/>
              <a:gd name="T52" fmla="*/ 34 w 46"/>
              <a:gd name="T53" fmla="*/ 9 h 51"/>
              <a:gd name="T54" fmla="*/ 34 w 46"/>
              <a:gd name="T55" fmla="*/ 7 h 51"/>
              <a:gd name="T56" fmla="*/ 32 w 46"/>
              <a:gd name="T57" fmla="*/ 5 h 51"/>
              <a:gd name="T58" fmla="*/ 28 w 46"/>
              <a:gd name="T59" fmla="*/ 3 h 51"/>
              <a:gd name="T60" fmla="*/ 25 w 46"/>
              <a:gd name="T61" fmla="*/ 1 h 51"/>
              <a:gd name="T62" fmla="*/ 23 w 46"/>
              <a:gd name="T63" fmla="*/ 2 h 51"/>
              <a:gd name="T64" fmla="*/ 23 w 46"/>
              <a:gd name="T65" fmla="*/ 5 h 51"/>
              <a:gd name="T66" fmla="*/ 0 w 46"/>
              <a:gd name="T67" fmla="*/ 28 h 51"/>
              <a:gd name="T68" fmla="*/ 23 w 46"/>
              <a:gd name="T69" fmla="*/ 51 h 51"/>
              <a:gd name="T70" fmla="*/ 46 w 46"/>
              <a:gd name="T71" fmla="*/ 28 h 51"/>
              <a:gd name="T72" fmla="*/ 40 w 46"/>
              <a:gd name="T73" fmla="*/ 28 h 51"/>
              <a:gd name="T74" fmla="*/ 23 w 46"/>
              <a:gd name="T75" fmla="*/ 19 h 51"/>
              <a:gd name="T76" fmla="*/ 28 w 46"/>
              <a:gd name="T77" fmla="*/ 24 h 51"/>
              <a:gd name="T78" fmla="*/ 23 w 46"/>
              <a:gd name="T79" fmla="*/ 29 h 51"/>
              <a:gd name="T80" fmla="*/ 17 w 46"/>
              <a:gd name="T81" fmla="*/ 24 h 51"/>
              <a:gd name="T82" fmla="*/ 23 w 46"/>
              <a:gd name="T83" fmla="*/ 19 h 51"/>
              <a:gd name="T84" fmla="*/ 30 w 46"/>
              <a:gd name="T85" fmla="*/ 37 h 51"/>
              <a:gd name="T86" fmla="*/ 30 w 46"/>
              <a:gd name="T87" fmla="*/ 37 h 51"/>
              <a:gd name="T88" fmla="*/ 30 w 46"/>
              <a:gd name="T89" fmla="*/ 37 h 51"/>
              <a:gd name="T90" fmla="*/ 30 w 46"/>
              <a:gd name="T91" fmla="*/ 44 h 51"/>
              <a:gd name="T92" fmla="*/ 30 w 46"/>
              <a:gd name="T93" fmla="*/ 44 h 51"/>
              <a:gd name="T94" fmla="*/ 29 w 46"/>
              <a:gd name="T95" fmla="*/ 37 h 51"/>
              <a:gd name="T96" fmla="*/ 30 w 46"/>
              <a:gd name="T97" fmla="*/ 37 h 51"/>
              <a:gd name="T98" fmla="*/ 15 w 46"/>
              <a:gd name="T99" fmla="*/ 37 h 51"/>
              <a:gd name="T100" fmla="*/ 15 w 46"/>
              <a:gd name="T101" fmla="*/ 37 h 51"/>
              <a:gd name="T102" fmla="*/ 15 w 46"/>
              <a:gd name="T103" fmla="*/ 44 h 51"/>
              <a:gd name="T104" fmla="*/ 14 w 46"/>
              <a:gd name="T105" fmla="*/ 44 h 51"/>
              <a:gd name="T106" fmla="*/ 14 w 46"/>
              <a:gd name="T107" fmla="*/ 37 h 51"/>
              <a:gd name="T108" fmla="*/ 15 w 46"/>
              <a:gd name="T109" fmla="*/ 3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 h="51">
                <a:moveTo>
                  <a:pt x="40" y="28"/>
                </a:moveTo>
                <a:cubicBezTo>
                  <a:pt x="40" y="33"/>
                  <a:pt x="38" y="38"/>
                  <a:pt x="35" y="41"/>
                </a:cubicBezTo>
                <a:cubicBezTo>
                  <a:pt x="34" y="38"/>
                  <a:pt x="34" y="35"/>
                  <a:pt x="34" y="34"/>
                </a:cubicBezTo>
                <a:cubicBezTo>
                  <a:pt x="33" y="31"/>
                  <a:pt x="30" y="30"/>
                  <a:pt x="29" y="30"/>
                </a:cubicBezTo>
                <a:cubicBezTo>
                  <a:pt x="29" y="30"/>
                  <a:pt x="29" y="30"/>
                  <a:pt x="29" y="30"/>
                </a:cubicBezTo>
                <a:cubicBezTo>
                  <a:pt x="27" y="30"/>
                  <a:pt x="27" y="30"/>
                  <a:pt x="27" y="30"/>
                </a:cubicBezTo>
                <a:cubicBezTo>
                  <a:pt x="25" y="35"/>
                  <a:pt x="25" y="35"/>
                  <a:pt x="25" y="35"/>
                </a:cubicBezTo>
                <a:cubicBezTo>
                  <a:pt x="24" y="38"/>
                  <a:pt x="24" y="38"/>
                  <a:pt x="24" y="38"/>
                </a:cubicBezTo>
                <a:cubicBezTo>
                  <a:pt x="24" y="32"/>
                  <a:pt x="24" y="32"/>
                  <a:pt x="24" y="32"/>
                </a:cubicBezTo>
                <a:cubicBezTo>
                  <a:pt x="24" y="32"/>
                  <a:pt x="24" y="31"/>
                  <a:pt x="24" y="31"/>
                </a:cubicBezTo>
                <a:cubicBezTo>
                  <a:pt x="24" y="31"/>
                  <a:pt x="23" y="30"/>
                  <a:pt x="23" y="30"/>
                </a:cubicBezTo>
                <a:cubicBezTo>
                  <a:pt x="22" y="30"/>
                  <a:pt x="22" y="31"/>
                  <a:pt x="22" y="31"/>
                </a:cubicBezTo>
                <a:cubicBezTo>
                  <a:pt x="22" y="31"/>
                  <a:pt x="22" y="32"/>
                  <a:pt x="22" y="32"/>
                </a:cubicBezTo>
                <a:cubicBezTo>
                  <a:pt x="21" y="38"/>
                  <a:pt x="21" y="38"/>
                  <a:pt x="21" y="38"/>
                </a:cubicBezTo>
                <a:cubicBezTo>
                  <a:pt x="20" y="35"/>
                  <a:pt x="20" y="35"/>
                  <a:pt x="20" y="35"/>
                </a:cubicBezTo>
                <a:cubicBezTo>
                  <a:pt x="19" y="30"/>
                  <a:pt x="19" y="30"/>
                  <a:pt x="19" y="30"/>
                </a:cubicBezTo>
                <a:cubicBezTo>
                  <a:pt x="15" y="30"/>
                  <a:pt x="15" y="30"/>
                  <a:pt x="15" y="30"/>
                </a:cubicBezTo>
                <a:cubicBezTo>
                  <a:pt x="15" y="30"/>
                  <a:pt x="15" y="30"/>
                  <a:pt x="15" y="30"/>
                </a:cubicBezTo>
                <a:cubicBezTo>
                  <a:pt x="13" y="31"/>
                  <a:pt x="11" y="31"/>
                  <a:pt x="11" y="34"/>
                </a:cubicBezTo>
                <a:cubicBezTo>
                  <a:pt x="10" y="35"/>
                  <a:pt x="10" y="37"/>
                  <a:pt x="10" y="41"/>
                </a:cubicBezTo>
                <a:cubicBezTo>
                  <a:pt x="7" y="37"/>
                  <a:pt x="5" y="33"/>
                  <a:pt x="5" y="28"/>
                </a:cubicBezTo>
                <a:cubicBezTo>
                  <a:pt x="5" y="19"/>
                  <a:pt x="13" y="11"/>
                  <a:pt x="23" y="11"/>
                </a:cubicBezTo>
                <a:cubicBezTo>
                  <a:pt x="23" y="14"/>
                  <a:pt x="23" y="14"/>
                  <a:pt x="23" y="14"/>
                </a:cubicBezTo>
                <a:cubicBezTo>
                  <a:pt x="23" y="15"/>
                  <a:pt x="24" y="15"/>
                  <a:pt x="25" y="15"/>
                </a:cubicBezTo>
                <a:cubicBezTo>
                  <a:pt x="28" y="13"/>
                  <a:pt x="28" y="13"/>
                  <a:pt x="28" y="13"/>
                </a:cubicBezTo>
                <a:cubicBezTo>
                  <a:pt x="29" y="12"/>
                  <a:pt x="30" y="11"/>
                  <a:pt x="32" y="11"/>
                </a:cubicBezTo>
                <a:cubicBezTo>
                  <a:pt x="34" y="9"/>
                  <a:pt x="34" y="9"/>
                  <a:pt x="34" y="9"/>
                </a:cubicBezTo>
                <a:cubicBezTo>
                  <a:pt x="36" y="8"/>
                  <a:pt x="36" y="7"/>
                  <a:pt x="34" y="7"/>
                </a:cubicBezTo>
                <a:cubicBezTo>
                  <a:pt x="32" y="5"/>
                  <a:pt x="32" y="5"/>
                  <a:pt x="32" y="5"/>
                </a:cubicBezTo>
                <a:cubicBezTo>
                  <a:pt x="30" y="4"/>
                  <a:pt x="29" y="3"/>
                  <a:pt x="28" y="3"/>
                </a:cubicBezTo>
                <a:cubicBezTo>
                  <a:pt x="25" y="1"/>
                  <a:pt x="25" y="1"/>
                  <a:pt x="25" y="1"/>
                </a:cubicBezTo>
                <a:cubicBezTo>
                  <a:pt x="24" y="0"/>
                  <a:pt x="23" y="1"/>
                  <a:pt x="23" y="2"/>
                </a:cubicBezTo>
                <a:cubicBezTo>
                  <a:pt x="23" y="5"/>
                  <a:pt x="23" y="5"/>
                  <a:pt x="23" y="5"/>
                </a:cubicBezTo>
                <a:cubicBezTo>
                  <a:pt x="10" y="5"/>
                  <a:pt x="0" y="16"/>
                  <a:pt x="0" y="28"/>
                </a:cubicBezTo>
                <a:cubicBezTo>
                  <a:pt x="0" y="41"/>
                  <a:pt x="10" y="51"/>
                  <a:pt x="23" y="51"/>
                </a:cubicBezTo>
                <a:cubicBezTo>
                  <a:pt x="35" y="51"/>
                  <a:pt x="46" y="41"/>
                  <a:pt x="46" y="28"/>
                </a:cubicBezTo>
                <a:cubicBezTo>
                  <a:pt x="40" y="28"/>
                  <a:pt x="40" y="28"/>
                  <a:pt x="40" y="28"/>
                </a:cubicBezTo>
                <a:close/>
                <a:moveTo>
                  <a:pt x="23" y="19"/>
                </a:moveTo>
                <a:cubicBezTo>
                  <a:pt x="26" y="19"/>
                  <a:pt x="28" y="21"/>
                  <a:pt x="28" y="24"/>
                </a:cubicBezTo>
                <a:cubicBezTo>
                  <a:pt x="28" y="27"/>
                  <a:pt x="26" y="29"/>
                  <a:pt x="23" y="29"/>
                </a:cubicBezTo>
                <a:cubicBezTo>
                  <a:pt x="20" y="29"/>
                  <a:pt x="17" y="27"/>
                  <a:pt x="17" y="24"/>
                </a:cubicBezTo>
                <a:cubicBezTo>
                  <a:pt x="17" y="21"/>
                  <a:pt x="20" y="19"/>
                  <a:pt x="23" y="19"/>
                </a:cubicBezTo>
                <a:close/>
                <a:moveTo>
                  <a:pt x="30" y="37"/>
                </a:moveTo>
                <a:cubicBezTo>
                  <a:pt x="30" y="37"/>
                  <a:pt x="30" y="37"/>
                  <a:pt x="30" y="37"/>
                </a:cubicBezTo>
                <a:cubicBezTo>
                  <a:pt x="30" y="37"/>
                  <a:pt x="30" y="37"/>
                  <a:pt x="30" y="37"/>
                </a:cubicBezTo>
                <a:cubicBezTo>
                  <a:pt x="30" y="44"/>
                  <a:pt x="30" y="44"/>
                  <a:pt x="30" y="44"/>
                </a:cubicBezTo>
                <a:cubicBezTo>
                  <a:pt x="30" y="44"/>
                  <a:pt x="30" y="44"/>
                  <a:pt x="30" y="44"/>
                </a:cubicBezTo>
                <a:cubicBezTo>
                  <a:pt x="29" y="37"/>
                  <a:pt x="29" y="37"/>
                  <a:pt x="29" y="37"/>
                </a:cubicBezTo>
                <a:cubicBezTo>
                  <a:pt x="30" y="37"/>
                  <a:pt x="30" y="37"/>
                  <a:pt x="30" y="37"/>
                </a:cubicBezTo>
                <a:close/>
                <a:moveTo>
                  <a:pt x="15" y="37"/>
                </a:moveTo>
                <a:cubicBezTo>
                  <a:pt x="15" y="37"/>
                  <a:pt x="15" y="37"/>
                  <a:pt x="15" y="37"/>
                </a:cubicBezTo>
                <a:cubicBezTo>
                  <a:pt x="15" y="44"/>
                  <a:pt x="15" y="44"/>
                  <a:pt x="15" y="44"/>
                </a:cubicBezTo>
                <a:cubicBezTo>
                  <a:pt x="15" y="44"/>
                  <a:pt x="14" y="44"/>
                  <a:pt x="14" y="44"/>
                </a:cubicBezTo>
                <a:cubicBezTo>
                  <a:pt x="14" y="37"/>
                  <a:pt x="14" y="37"/>
                  <a:pt x="14" y="37"/>
                </a:cubicBezTo>
                <a:cubicBezTo>
                  <a:pt x="14" y="37"/>
                  <a:pt x="14" y="37"/>
                  <a:pt x="15" y="37"/>
                </a:cubicBezTo>
                <a:close/>
              </a:path>
            </a:pathLst>
          </a:custGeom>
          <a:gradFill>
            <a:gsLst>
              <a:gs pos="0">
                <a:srgbClr val="044BC9"/>
              </a:gs>
              <a:gs pos="100000">
                <a:srgbClr val="23A2E4"/>
              </a:gs>
            </a:gsLst>
            <a:lin ang="5400000" scaled="0"/>
          </a:gradFill>
          <a:ln>
            <a:noFill/>
          </a:ln>
        </p:spPr>
        <p:txBody>
          <a:bodyPr vert="horz" wrap="square" lIns="97021" tIns="48510" rIns="97021" bIns="48510" numCol="1" anchor="t" anchorCtr="0" compatLnSpc="1">
            <a:prstTxWarp prst="textNoShape">
              <a:avLst/>
            </a:prstTxWarp>
          </a:bodyPr>
          <a:lstStyle/>
          <a:p>
            <a:endParaRPr lang="zh-CN" altLang="en-US"/>
          </a:p>
        </p:txBody>
      </p:sp>
      <p:sp>
        <p:nvSpPr>
          <p:cNvPr id="50" name="Content Placeholder 2"/>
          <p:cNvSpPr txBox="1">
            <a:spLocks/>
          </p:cNvSpPr>
          <p:nvPr/>
        </p:nvSpPr>
        <p:spPr>
          <a:xfrm>
            <a:off x="1690024" y="4960622"/>
            <a:ext cx="2126088"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ct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添加所需文本添加所需文本添加文本添加文本</a:t>
            </a:r>
          </a:p>
        </p:txBody>
      </p:sp>
      <p:sp>
        <p:nvSpPr>
          <p:cNvPr id="54" name="Content Placeholder 2"/>
          <p:cNvSpPr txBox="1">
            <a:spLocks/>
          </p:cNvSpPr>
          <p:nvPr/>
        </p:nvSpPr>
        <p:spPr>
          <a:xfrm>
            <a:off x="3858394" y="4960622"/>
            <a:ext cx="2126088"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ct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添加所需文本添加所需文本添加文本添加文本</a:t>
            </a:r>
          </a:p>
        </p:txBody>
      </p:sp>
      <p:sp>
        <p:nvSpPr>
          <p:cNvPr id="55" name="Content Placeholder 2"/>
          <p:cNvSpPr txBox="1">
            <a:spLocks/>
          </p:cNvSpPr>
          <p:nvPr/>
        </p:nvSpPr>
        <p:spPr>
          <a:xfrm>
            <a:off x="6026764" y="4960622"/>
            <a:ext cx="2126088"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ct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添加所需文本添加所需文本添加文本添加文本</a:t>
            </a:r>
          </a:p>
        </p:txBody>
      </p:sp>
      <p:sp>
        <p:nvSpPr>
          <p:cNvPr id="56" name="Content Placeholder 2"/>
          <p:cNvSpPr txBox="1">
            <a:spLocks/>
          </p:cNvSpPr>
          <p:nvPr/>
        </p:nvSpPr>
        <p:spPr>
          <a:xfrm>
            <a:off x="8195134" y="4960622"/>
            <a:ext cx="2126088"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ct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添加所需文本添加所需文本添加文本添加文本</a:t>
            </a:r>
          </a:p>
        </p:txBody>
      </p:sp>
    </p:spTree>
    <p:extLst>
      <p:ext uri="{BB962C8B-B14F-4D97-AF65-F5344CB8AC3E}">
        <p14:creationId xmlns:p14="http://schemas.microsoft.com/office/powerpoint/2010/main" val="2819549508"/>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anim calcmode="lin" valueType="num">
                                      <p:cBhvr>
                                        <p:cTn id="8" dur="500" fill="hold"/>
                                        <p:tgtEl>
                                          <p:spTgt spid="42"/>
                                        </p:tgtEl>
                                        <p:attrNameLst>
                                          <p:attrName>ppt_w</p:attrName>
                                        </p:attrNameLst>
                                      </p:cBhvr>
                                      <p:tavLst>
                                        <p:tav tm="0" fmla="#ppt_w*sin(2.5*pi*$)">
                                          <p:val>
                                            <p:fltVal val="0"/>
                                          </p:val>
                                        </p:tav>
                                        <p:tav tm="100000">
                                          <p:val>
                                            <p:fltVal val="1"/>
                                          </p:val>
                                        </p:tav>
                                      </p:tavLst>
                                    </p:anim>
                                    <p:anim calcmode="lin" valueType="num">
                                      <p:cBhvr>
                                        <p:cTn id="9" dur="500" fill="hold"/>
                                        <p:tgtEl>
                                          <p:spTgt spid="42"/>
                                        </p:tgtEl>
                                        <p:attrNameLst>
                                          <p:attrName>ppt_h</p:attrName>
                                        </p:attrNameLst>
                                      </p:cBhvr>
                                      <p:tavLst>
                                        <p:tav tm="0">
                                          <p:val>
                                            <p:strVal val="#ppt_h"/>
                                          </p:val>
                                        </p:tav>
                                        <p:tav tm="100000">
                                          <p:val>
                                            <p:strVal val="#ppt_h"/>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anim calcmode="lin" valueType="num">
                                      <p:cBhvr>
                                        <p:cTn id="13" dur="500" fill="hold"/>
                                        <p:tgtEl>
                                          <p:spTgt spid="43"/>
                                        </p:tgtEl>
                                        <p:attrNameLst>
                                          <p:attrName>ppt_w</p:attrName>
                                        </p:attrNameLst>
                                      </p:cBhvr>
                                      <p:tavLst>
                                        <p:tav tm="0" fmla="#ppt_w*sin(2.5*pi*$)">
                                          <p:val>
                                            <p:fltVal val="0"/>
                                          </p:val>
                                        </p:tav>
                                        <p:tav tm="100000">
                                          <p:val>
                                            <p:fltVal val="1"/>
                                          </p:val>
                                        </p:tav>
                                      </p:tavLst>
                                    </p:anim>
                                    <p:anim calcmode="lin" valueType="num">
                                      <p:cBhvr>
                                        <p:cTn id="14" dur="500" fill="hold"/>
                                        <p:tgtEl>
                                          <p:spTgt spid="43"/>
                                        </p:tgtEl>
                                        <p:attrNameLst>
                                          <p:attrName>ppt_h</p:attrName>
                                        </p:attrNameLst>
                                      </p:cBhvr>
                                      <p:tavLst>
                                        <p:tav tm="0">
                                          <p:val>
                                            <p:strVal val="#ppt_h"/>
                                          </p:val>
                                        </p:tav>
                                        <p:tav tm="100000">
                                          <p:val>
                                            <p:strVal val="#ppt_h"/>
                                          </p:val>
                                        </p:tav>
                                      </p:tavLst>
                                    </p:anim>
                                  </p:childTnLst>
                                </p:cTn>
                              </p:par>
                              <p:par>
                                <p:cTn id="15" presetID="2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par>
                                <p:cTn id="18" presetID="22" presetClass="entr" presetSubtype="4" fill="hold" grpId="0" nodeType="withEffect">
                                  <p:stCondLst>
                                    <p:cond delay="20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00"/>
                                        <p:tgtEl>
                                          <p:spTgt spid="8"/>
                                        </p:tgtEl>
                                      </p:cBhvr>
                                    </p:animEffect>
                                  </p:childTnLst>
                                </p:cTn>
                              </p:par>
                              <p:par>
                                <p:cTn id="21" presetID="22" presetClass="entr" presetSubtype="4" fill="hold" grpId="0" nodeType="withEffect">
                                  <p:stCondLst>
                                    <p:cond delay="400"/>
                                  </p:stCondLst>
                                  <p:childTnLst>
                                    <p:set>
                                      <p:cBhvr>
                                        <p:cTn id="22" dur="1" fill="hold">
                                          <p:stCondLst>
                                            <p:cond delay="0"/>
                                          </p:stCondLst>
                                        </p:cTn>
                                        <p:tgtEl>
                                          <p:spTgt spid="9"/>
                                        </p:tgtEl>
                                        <p:attrNameLst>
                                          <p:attrName>style.visibility</p:attrName>
                                        </p:attrNameLst>
                                      </p:cBhvr>
                                      <p:to>
                                        <p:strVal val="visible"/>
                                      </p:to>
                                    </p:set>
                                    <p:animEffect transition="in" filter="wipe(down)">
                                      <p:cBhvr>
                                        <p:cTn id="23" dur="500"/>
                                        <p:tgtEl>
                                          <p:spTgt spid="9"/>
                                        </p:tgtEl>
                                      </p:cBhvr>
                                    </p:animEffect>
                                  </p:childTnLst>
                                </p:cTn>
                              </p:par>
                              <p:par>
                                <p:cTn id="24" presetID="22" presetClass="entr" presetSubtype="4" fill="hold" grpId="0" nodeType="withEffect">
                                  <p:stCondLst>
                                    <p:cond delay="600"/>
                                  </p:stCondLst>
                                  <p:childTnLst>
                                    <p:set>
                                      <p:cBhvr>
                                        <p:cTn id="25" dur="1" fill="hold">
                                          <p:stCondLst>
                                            <p:cond delay="0"/>
                                          </p:stCondLst>
                                        </p:cTn>
                                        <p:tgtEl>
                                          <p:spTgt spid="10"/>
                                        </p:tgtEl>
                                        <p:attrNameLst>
                                          <p:attrName>style.visibility</p:attrName>
                                        </p:attrNameLst>
                                      </p:cBhvr>
                                      <p:to>
                                        <p:strVal val="visible"/>
                                      </p:to>
                                    </p:set>
                                    <p:animEffect transition="in" filter="wipe(down)">
                                      <p:cBhvr>
                                        <p:cTn id="26" dur="500"/>
                                        <p:tgtEl>
                                          <p:spTgt spid="10"/>
                                        </p:tgtEl>
                                      </p:cBhvr>
                                    </p:animEffect>
                                  </p:childTnLst>
                                </p:cTn>
                              </p:par>
                            </p:childTnLst>
                          </p:cTn>
                        </p:par>
                        <p:par>
                          <p:cTn id="27" fill="hold">
                            <p:stCondLst>
                              <p:cond delay="1100"/>
                            </p:stCondLst>
                            <p:childTnLst>
                              <p:par>
                                <p:cTn id="28" presetID="22" presetClass="entr" presetSubtype="4" fill="hold" grpId="0"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down)">
                                      <p:cBhvr>
                                        <p:cTn id="30" dur="500"/>
                                        <p:tgtEl>
                                          <p:spTgt spid="7"/>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down)">
                                      <p:cBhvr>
                                        <p:cTn id="33" dur="500"/>
                                        <p:tgtEl>
                                          <p:spTgt spid="11"/>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down)">
                                      <p:cBhvr>
                                        <p:cTn id="36" dur="500"/>
                                        <p:tgtEl>
                                          <p:spTgt spid="15"/>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down)">
                                      <p:cBhvr>
                                        <p:cTn id="39" dur="500"/>
                                        <p:tgtEl>
                                          <p:spTgt spid="16"/>
                                        </p:tgtEl>
                                      </p:cBhvr>
                                    </p:animEffect>
                                  </p:childTnLst>
                                </p:cTn>
                              </p:par>
                            </p:childTnLst>
                          </p:cTn>
                        </p:par>
                        <p:par>
                          <p:cTn id="40" fill="hold">
                            <p:stCondLst>
                              <p:cond delay="1600"/>
                            </p:stCondLst>
                            <p:childTnLst>
                              <p:par>
                                <p:cTn id="41" presetID="45" presetClass="entr" presetSubtype="0" fill="hold" grpId="0" nodeType="afterEffect">
                                  <p:stCondLst>
                                    <p:cond delay="0"/>
                                  </p:stCondLst>
                                  <p:childTnLst>
                                    <p:set>
                                      <p:cBhvr>
                                        <p:cTn id="42" dur="1" fill="hold">
                                          <p:stCondLst>
                                            <p:cond delay="0"/>
                                          </p:stCondLst>
                                        </p:cTn>
                                        <p:tgtEl>
                                          <p:spTgt spid="44"/>
                                        </p:tgtEl>
                                        <p:attrNameLst>
                                          <p:attrName>style.visibility</p:attrName>
                                        </p:attrNameLst>
                                      </p:cBhvr>
                                      <p:to>
                                        <p:strVal val="visible"/>
                                      </p:to>
                                    </p:set>
                                    <p:animEffect transition="in" filter="fade">
                                      <p:cBhvr>
                                        <p:cTn id="43" dur="500"/>
                                        <p:tgtEl>
                                          <p:spTgt spid="44"/>
                                        </p:tgtEl>
                                      </p:cBhvr>
                                    </p:animEffect>
                                    <p:anim calcmode="lin" valueType="num">
                                      <p:cBhvr>
                                        <p:cTn id="44" dur="500" fill="hold"/>
                                        <p:tgtEl>
                                          <p:spTgt spid="44"/>
                                        </p:tgtEl>
                                        <p:attrNameLst>
                                          <p:attrName>ppt_w</p:attrName>
                                        </p:attrNameLst>
                                      </p:cBhvr>
                                      <p:tavLst>
                                        <p:tav tm="0" fmla="#ppt_w*sin(2.5*pi*$)">
                                          <p:val>
                                            <p:fltVal val="0"/>
                                          </p:val>
                                        </p:tav>
                                        <p:tav tm="100000">
                                          <p:val>
                                            <p:fltVal val="1"/>
                                          </p:val>
                                        </p:tav>
                                      </p:tavLst>
                                    </p:anim>
                                    <p:anim calcmode="lin" valueType="num">
                                      <p:cBhvr>
                                        <p:cTn id="45" dur="500" fill="hold"/>
                                        <p:tgtEl>
                                          <p:spTgt spid="44"/>
                                        </p:tgtEl>
                                        <p:attrNameLst>
                                          <p:attrName>ppt_h</p:attrName>
                                        </p:attrNameLst>
                                      </p:cBhvr>
                                      <p:tavLst>
                                        <p:tav tm="0">
                                          <p:val>
                                            <p:strVal val="#ppt_h"/>
                                          </p:val>
                                        </p:tav>
                                        <p:tav tm="100000">
                                          <p:val>
                                            <p:strVal val="#ppt_h"/>
                                          </p:val>
                                        </p:tav>
                                      </p:tavLst>
                                    </p:anim>
                                  </p:childTnLst>
                                </p:cTn>
                              </p:par>
                              <p:par>
                                <p:cTn id="46" presetID="45" presetClass="entr" presetSubtype="0" fill="hold" grpId="0" nodeType="withEffect">
                                  <p:stCondLst>
                                    <p:cond delay="0"/>
                                  </p:stCondLst>
                                  <p:childTnLst>
                                    <p:set>
                                      <p:cBhvr>
                                        <p:cTn id="47" dur="1" fill="hold">
                                          <p:stCondLst>
                                            <p:cond delay="0"/>
                                          </p:stCondLst>
                                        </p:cTn>
                                        <p:tgtEl>
                                          <p:spTgt spid="48"/>
                                        </p:tgtEl>
                                        <p:attrNameLst>
                                          <p:attrName>style.visibility</p:attrName>
                                        </p:attrNameLst>
                                      </p:cBhvr>
                                      <p:to>
                                        <p:strVal val="visible"/>
                                      </p:to>
                                    </p:set>
                                    <p:animEffect transition="in" filter="fade">
                                      <p:cBhvr>
                                        <p:cTn id="48" dur="500"/>
                                        <p:tgtEl>
                                          <p:spTgt spid="48"/>
                                        </p:tgtEl>
                                      </p:cBhvr>
                                    </p:animEffect>
                                    <p:anim calcmode="lin" valueType="num">
                                      <p:cBhvr>
                                        <p:cTn id="49" dur="500" fill="hold"/>
                                        <p:tgtEl>
                                          <p:spTgt spid="48"/>
                                        </p:tgtEl>
                                        <p:attrNameLst>
                                          <p:attrName>ppt_w</p:attrName>
                                        </p:attrNameLst>
                                      </p:cBhvr>
                                      <p:tavLst>
                                        <p:tav tm="0" fmla="#ppt_w*sin(2.5*pi*$)">
                                          <p:val>
                                            <p:fltVal val="0"/>
                                          </p:val>
                                        </p:tav>
                                        <p:tav tm="100000">
                                          <p:val>
                                            <p:fltVal val="1"/>
                                          </p:val>
                                        </p:tav>
                                      </p:tavLst>
                                    </p:anim>
                                    <p:anim calcmode="lin" valueType="num">
                                      <p:cBhvr>
                                        <p:cTn id="50" dur="500" fill="hold"/>
                                        <p:tgtEl>
                                          <p:spTgt spid="48"/>
                                        </p:tgtEl>
                                        <p:attrNameLst>
                                          <p:attrName>ppt_h</p:attrName>
                                        </p:attrNameLst>
                                      </p:cBhvr>
                                      <p:tavLst>
                                        <p:tav tm="0">
                                          <p:val>
                                            <p:strVal val="#ppt_h"/>
                                          </p:val>
                                        </p:tav>
                                        <p:tav tm="100000">
                                          <p:val>
                                            <p:strVal val="#ppt_h"/>
                                          </p:val>
                                        </p:tav>
                                      </p:tavLst>
                                    </p:anim>
                                  </p:childTnLst>
                                </p:cTn>
                              </p:par>
                              <p:par>
                                <p:cTn id="51" presetID="22" presetClass="entr" presetSubtype="4"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wipe(down)">
                                      <p:cBhvr>
                                        <p:cTn id="53" dur="500"/>
                                        <p:tgtEl>
                                          <p:spTgt spid="18"/>
                                        </p:tgtEl>
                                      </p:cBhvr>
                                    </p:animEffect>
                                  </p:childTnLst>
                                </p:cTn>
                              </p:par>
                              <p:par>
                                <p:cTn id="54" presetID="22" presetClass="entr" presetSubtype="4" fill="hold" grpId="0" nodeType="withEffect">
                                  <p:stCondLst>
                                    <p:cond delay="200"/>
                                  </p:stCondLst>
                                  <p:childTnLst>
                                    <p:set>
                                      <p:cBhvr>
                                        <p:cTn id="55" dur="1" fill="hold">
                                          <p:stCondLst>
                                            <p:cond delay="0"/>
                                          </p:stCondLst>
                                        </p:cTn>
                                        <p:tgtEl>
                                          <p:spTgt spid="19"/>
                                        </p:tgtEl>
                                        <p:attrNameLst>
                                          <p:attrName>style.visibility</p:attrName>
                                        </p:attrNameLst>
                                      </p:cBhvr>
                                      <p:to>
                                        <p:strVal val="visible"/>
                                      </p:to>
                                    </p:set>
                                    <p:animEffect transition="in" filter="wipe(down)">
                                      <p:cBhvr>
                                        <p:cTn id="56" dur="500"/>
                                        <p:tgtEl>
                                          <p:spTgt spid="19"/>
                                        </p:tgtEl>
                                      </p:cBhvr>
                                    </p:animEffect>
                                  </p:childTnLst>
                                </p:cTn>
                              </p:par>
                              <p:par>
                                <p:cTn id="57" presetID="22" presetClass="entr" presetSubtype="4" fill="hold" grpId="0" nodeType="withEffect">
                                  <p:stCondLst>
                                    <p:cond delay="400"/>
                                  </p:stCondLst>
                                  <p:childTnLst>
                                    <p:set>
                                      <p:cBhvr>
                                        <p:cTn id="58" dur="1" fill="hold">
                                          <p:stCondLst>
                                            <p:cond delay="0"/>
                                          </p:stCondLst>
                                        </p:cTn>
                                        <p:tgtEl>
                                          <p:spTgt spid="20"/>
                                        </p:tgtEl>
                                        <p:attrNameLst>
                                          <p:attrName>style.visibility</p:attrName>
                                        </p:attrNameLst>
                                      </p:cBhvr>
                                      <p:to>
                                        <p:strVal val="visible"/>
                                      </p:to>
                                    </p:set>
                                    <p:animEffect transition="in" filter="wipe(down)">
                                      <p:cBhvr>
                                        <p:cTn id="59" dur="500"/>
                                        <p:tgtEl>
                                          <p:spTgt spid="20"/>
                                        </p:tgtEl>
                                      </p:cBhvr>
                                    </p:animEffect>
                                  </p:childTnLst>
                                </p:cTn>
                              </p:par>
                              <p:par>
                                <p:cTn id="60" presetID="22" presetClass="entr" presetSubtype="4" fill="hold" grpId="0" nodeType="withEffect">
                                  <p:stCondLst>
                                    <p:cond delay="600"/>
                                  </p:stCondLst>
                                  <p:childTnLst>
                                    <p:set>
                                      <p:cBhvr>
                                        <p:cTn id="61" dur="1" fill="hold">
                                          <p:stCondLst>
                                            <p:cond delay="0"/>
                                          </p:stCondLst>
                                        </p:cTn>
                                        <p:tgtEl>
                                          <p:spTgt spid="21"/>
                                        </p:tgtEl>
                                        <p:attrNameLst>
                                          <p:attrName>style.visibility</p:attrName>
                                        </p:attrNameLst>
                                      </p:cBhvr>
                                      <p:to>
                                        <p:strVal val="visible"/>
                                      </p:to>
                                    </p:set>
                                    <p:animEffect transition="in" filter="wipe(down)">
                                      <p:cBhvr>
                                        <p:cTn id="62" dur="500"/>
                                        <p:tgtEl>
                                          <p:spTgt spid="21"/>
                                        </p:tgtEl>
                                      </p:cBhvr>
                                    </p:animEffect>
                                  </p:childTnLst>
                                </p:cTn>
                              </p:par>
                            </p:childTnLst>
                          </p:cTn>
                        </p:par>
                        <p:par>
                          <p:cTn id="63" fill="hold">
                            <p:stCondLst>
                              <p:cond delay="2700"/>
                            </p:stCondLst>
                            <p:childTnLst>
                              <p:par>
                                <p:cTn id="64" presetID="22" presetClass="entr" presetSubtype="4" fill="hold" grpId="0" nodeType="after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wipe(down)">
                                      <p:cBhvr>
                                        <p:cTn id="66" dur="500"/>
                                        <p:tgtEl>
                                          <p:spTgt spid="22"/>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wipe(down)">
                                      <p:cBhvr>
                                        <p:cTn id="69" dur="500"/>
                                        <p:tgtEl>
                                          <p:spTgt spid="23"/>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wipe(down)">
                                      <p:cBhvr>
                                        <p:cTn id="72" dur="500"/>
                                        <p:tgtEl>
                                          <p:spTgt spid="24"/>
                                        </p:tgtEl>
                                      </p:cBhvr>
                                    </p:animEffect>
                                  </p:childTnLst>
                                </p:cTn>
                              </p:par>
                              <p:par>
                                <p:cTn id="73" presetID="22" presetClass="entr" presetSubtype="4"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wipe(down)">
                                      <p:cBhvr>
                                        <p:cTn id="75" dur="500"/>
                                        <p:tgtEl>
                                          <p:spTgt spid="25"/>
                                        </p:tgtEl>
                                      </p:cBhvr>
                                    </p:animEffect>
                                  </p:childTnLst>
                                </p:cTn>
                              </p:par>
                            </p:childTnLst>
                          </p:cTn>
                        </p:par>
                        <p:par>
                          <p:cTn id="76" fill="hold">
                            <p:stCondLst>
                              <p:cond delay="3200"/>
                            </p:stCondLst>
                            <p:childTnLst>
                              <p:par>
                                <p:cTn id="77" presetID="45" presetClass="entr" presetSubtype="0" fill="hold" grpId="0" nodeType="afterEffect">
                                  <p:stCondLst>
                                    <p:cond delay="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500"/>
                                        <p:tgtEl>
                                          <p:spTgt spid="45"/>
                                        </p:tgtEl>
                                      </p:cBhvr>
                                    </p:animEffect>
                                    <p:anim calcmode="lin" valueType="num">
                                      <p:cBhvr>
                                        <p:cTn id="80" dur="500" fill="hold"/>
                                        <p:tgtEl>
                                          <p:spTgt spid="45"/>
                                        </p:tgtEl>
                                        <p:attrNameLst>
                                          <p:attrName>ppt_w</p:attrName>
                                        </p:attrNameLst>
                                      </p:cBhvr>
                                      <p:tavLst>
                                        <p:tav tm="0" fmla="#ppt_w*sin(2.5*pi*$)">
                                          <p:val>
                                            <p:fltVal val="0"/>
                                          </p:val>
                                        </p:tav>
                                        <p:tav tm="100000">
                                          <p:val>
                                            <p:fltVal val="1"/>
                                          </p:val>
                                        </p:tav>
                                      </p:tavLst>
                                    </p:anim>
                                    <p:anim calcmode="lin" valueType="num">
                                      <p:cBhvr>
                                        <p:cTn id="81" dur="500" fill="hold"/>
                                        <p:tgtEl>
                                          <p:spTgt spid="45"/>
                                        </p:tgtEl>
                                        <p:attrNameLst>
                                          <p:attrName>ppt_h</p:attrName>
                                        </p:attrNameLst>
                                      </p:cBhvr>
                                      <p:tavLst>
                                        <p:tav tm="0">
                                          <p:val>
                                            <p:strVal val="#ppt_h"/>
                                          </p:val>
                                        </p:tav>
                                        <p:tav tm="100000">
                                          <p:val>
                                            <p:strVal val="#ppt_h"/>
                                          </p:val>
                                        </p:tav>
                                      </p:tavLst>
                                    </p:anim>
                                  </p:childTnLst>
                                </p:cTn>
                              </p:par>
                              <p:par>
                                <p:cTn id="82" presetID="45" presetClass="entr" presetSubtype="0" fill="hold" grpId="0" nodeType="withEffect">
                                  <p:stCondLst>
                                    <p:cond delay="0"/>
                                  </p:stCondLst>
                                  <p:childTnLst>
                                    <p:set>
                                      <p:cBhvr>
                                        <p:cTn id="83" dur="1" fill="hold">
                                          <p:stCondLst>
                                            <p:cond delay="0"/>
                                          </p:stCondLst>
                                        </p:cTn>
                                        <p:tgtEl>
                                          <p:spTgt spid="47"/>
                                        </p:tgtEl>
                                        <p:attrNameLst>
                                          <p:attrName>style.visibility</p:attrName>
                                        </p:attrNameLst>
                                      </p:cBhvr>
                                      <p:to>
                                        <p:strVal val="visible"/>
                                      </p:to>
                                    </p:set>
                                    <p:animEffect transition="in" filter="fade">
                                      <p:cBhvr>
                                        <p:cTn id="84" dur="500"/>
                                        <p:tgtEl>
                                          <p:spTgt spid="47"/>
                                        </p:tgtEl>
                                      </p:cBhvr>
                                    </p:animEffect>
                                    <p:anim calcmode="lin" valueType="num">
                                      <p:cBhvr>
                                        <p:cTn id="85" dur="500" fill="hold"/>
                                        <p:tgtEl>
                                          <p:spTgt spid="47"/>
                                        </p:tgtEl>
                                        <p:attrNameLst>
                                          <p:attrName>ppt_w</p:attrName>
                                        </p:attrNameLst>
                                      </p:cBhvr>
                                      <p:tavLst>
                                        <p:tav tm="0" fmla="#ppt_w*sin(2.5*pi*$)">
                                          <p:val>
                                            <p:fltVal val="0"/>
                                          </p:val>
                                        </p:tav>
                                        <p:tav tm="100000">
                                          <p:val>
                                            <p:fltVal val="1"/>
                                          </p:val>
                                        </p:tav>
                                      </p:tavLst>
                                    </p:anim>
                                    <p:anim calcmode="lin" valueType="num">
                                      <p:cBhvr>
                                        <p:cTn id="86" dur="500" fill="hold"/>
                                        <p:tgtEl>
                                          <p:spTgt spid="47"/>
                                        </p:tgtEl>
                                        <p:attrNameLst>
                                          <p:attrName>ppt_h</p:attrName>
                                        </p:attrNameLst>
                                      </p:cBhvr>
                                      <p:tavLst>
                                        <p:tav tm="0">
                                          <p:val>
                                            <p:strVal val="#ppt_h"/>
                                          </p:val>
                                        </p:tav>
                                        <p:tav tm="100000">
                                          <p:val>
                                            <p:strVal val="#ppt_h"/>
                                          </p:val>
                                        </p:tav>
                                      </p:tavLst>
                                    </p:anim>
                                  </p:childTnLst>
                                </p:cTn>
                              </p:par>
                              <p:par>
                                <p:cTn id="87" presetID="22" presetClass="entr" presetSubtype="4" fill="hold" grpId="0" nodeType="withEffect">
                                  <p:stCondLst>
                                    <p:cond delay="0"/>
                                  </p:stCondLst>
                                  <p:childTnLst>
                                    <p:set>
                                      <p:cBhvr>
                                        <p:cTn id="88" dur="1" fill="hold">
                                          <p:stCondLst>
                                            <p:cond delay="0"/>
                                          </p:stCondLst>
                                        </p:cTn>
                                        <p:tgtEl>
                                          <p:spTgt spid="26"/>
                                        </p:tgtEl>
                                        <p:attrNameLst>
                                          <p:attrName>style.visibility</p:attrName>
                                        </p:attrNameLst>
                                      </p:cBhvr>
                                      <p:to>
                                        <p:strVal val="visible"/>
                                      </p:to>
                                    </p:set>
                                    <p:animEffect transition="in" filter="wipe(down)">
                                      <p:cBhvr>
                                        <p:cTn id="89" dur="500"/>
                                        <p:tgtEl>
                                          <p:spTgt spid="26"/>
                                        </p:tgtEl>
                                      </p:cBhvr>
                                    </p:animEffect>
                                  </p:childTnLst>
                                </p:cTn>
                              </p:par>
                              <p:par>
                                <p:cTn id="90" presetID="22" presetClass="entr" presetSubtype="4" fill="hold" grpId="0" nodeType="withEffect">
                                  <p:stCondLst>
                                    <p:cond delay="200"/>
                                  </p:stCondLst>
                                  <p:childTnLst>
                                    <p:set>
                                      <p:cBhvr>
                                        <p:cTn id="91" dur="1" fill="hold">
                                          <p:stCondLst>
                                            <p:cond delay="0"/>
                                          </p:stCondLst>
                                        </p:cTn>
                                        <p:tgtEl>
                                          <p:spTgt spid="27"/>
                                        </p:tgtEl>
                                        <p:attrNameLst>
                                          <p:attrName>style.visibility</p:attrName>
                                        </p:attrNameLst>
                                      </p:cBhvr>
                                      <p:to>
                                        <p:strVal val="visible"/>
                                      </p:to>
                                    </p:set>
                                    <p:animEffect transition="in" filter="wipe(down)">
                                      <p:cBhvr>
                                        <p:cTn id="92" dur="500"/>
                                        <p:tgtEl>
                                          <p:spTgt spid="27"/>
                                        </p:tgtEl>
                                      </p:cBhvr>
                                    </p:animEffect>
                                  </p:childTnLst>
                                </p:cTn>
                              </p:par>
                              <p:par>
                                <p:cTn id="93" presetID="22" presetClass="entr" presetSubtype="4" fill="hold" grpId="0" nodeType="withEffect">
                                  <p:stCondLst>
                                    <p:cond delay="400"/>
                                  </p:stCondLst>
                                  <p:childTnLst>
                                    <p:set>
                                      <p:cBhvr>
                                        <p:cTn id="94" dur="1" fill="hold">
                                          <p:stCondLst>
                                            <p:cond delay="0"/>
                                          </p:stCondLst>
                                        </p:cTn>
                                        <p:tgtEl>
                                          <p:spTgt spid="28"/>
                                        </p:tgtEl>
                                        <p:attrNameLst>
                                          <p:attrName>style.visibility</p:attrName>
                                        </p:attrNameLst>
                                      </p:cBhvr>
                                      <p:to>
                                        <p:strVal val="visible"/>
                                      </p:to>
                                    </p:set>
                                    <p:animEffect transition="in" filter="wipe(down)">
                                      <p:cBhvr>
                                        <p:cTn id="95" dur="500"/>
                                        <p:tgtEl>
                                          <p:spTgt spid="28"/>
                                        </p:tgtEl>
                                      </p:cBhvr>
                                    </p:animEffect>
                                  </p:childTnLst>
                                </p:cTn>
                              </p:par>
                              <p:par>
                                <p:cTn id="96" presetID="22" presetClass="entr" presetSubtype="4" fill="hold" grpId="0" nodeType="withEffect">
                                  <p:stCondLst>
                                    <p:cond delay="600"/>
                                  </p:stCondLst>
                                  <p:childTnLst>
                                    <p:set>
                                      <p:cBhvr>
                                        <p:cTn id="97" dur="1" fill="hold">
                                          <p:stCondLst>
                                            <p:cond delay="0"/>
                                          </p:stCondLst>
                                        </p:cTn>
                                        <p:tgtEl>
                                          <p:spTgt spid="29"/>
                                        </p:tgtEl>
                                        <p:attrNameLst>
                                          <p:attrName>style.visibility</p:attrName>
                                        </p:attrNameLst>
                                      </p:cBhvr>
                                      <p:to>
                                        <p:strVal val="visible"/>
                                      </p:to>
                                    </p:set>
                                    <p:animEffect transition="in" filter="wipe(down)">
                                      <p:cBhvr>
                                        <p:cTn id="98" dur="500"/>
                                        <p:tgtEl>
                                          <p:spTgt spid="29"/>
                                        </p:tgtEl>
                                      </p:cBhvr>
                                    </p:animEffect>
                                  </p:childTnLst>
                                </p:cTn>
                              </p:par>
                            </p:childTnLst>
                          </p:cTn>
                        </p:par>
                        <p:par>
                          <p:cTn id="99" fill="hold">
                            <p:stCondLst>
                              <p:cond delay="4300"/>
                            </p:stCondLst>
                            <p:childTnLst>
                              <p:par>
                                <p:cTn id="100" presetID="22" presetClass="entr" presetSubtype="4" fill="hold" grpId="0" nodeType="afterEffect">
                                  <p:stCondLst>
                                    <p:cond delay="0"/>
                                  </p:stCondLst>
                                  <p:childTnLst>
                                    <p:set>
                                      <p:cBhvr>
                                        <p:cTn id="101" dur="1" fill="hold">
                                          <p:stCondLst>
                                            <p:cond delay="0"/>
                                          </p:stCondLst>
                                        </p:cTn>
                                        <p:tgtEl>
                                          <p:spTgt spid="33"/>
                                        </p:tgtEl>
                                        <p:attrNameLst>
                                          <p:attrName>style.visibility</p:attrName>
                                        </p:attrNameLst>
                                      </p:cBhvr>
                                      <p:to>
                                        <p:strVal val="visible"/>
                                      </p:to>
                                    </p:set>
                                    <p:animEffect transition="in" filter="wipe(down)">
                                      <p:cBhvr>
                                        <p:cTn id="102" dur="500"/>
                                        <p:tgtEl>
                                          <p:spTgt spid="33"/>
                                        </p:tgtEl>
                                      </p:cBhvr>
                                    </p:animEffect>
                                  </p:childTnLst>
                                </p:cTn>
                              </p:par>
                              <p:par>
                                <p:cTn id="103" presetID="22" presetClass="entr" presetSubtype="4" fill="hold" grpId="0" nodeType="withEffect">
                                  <p:stCondLst>
                                    <p:cond delay="0"/>
                                  </p:stCondLst>
                                  <p:childTnLst>
                                    <p:set>
                                      <p:cBhvr>
                                        <p:cTn id="104" dur="1" fill="hold">
                                          <p:stCondLst>
                                            <p:cond delay="0"/>
                                          </p:stCondLst>
                                        </p:cTn>
                                        <p:tgtEl>
                                          <p:spTgt spid="32"/>
                                        </p:tgtEl>
                                        <p:attrNameLst>
                                          <p:attrName>style.visibility</p:attrName>
                                        </p:attrNameLst>
                                      </p:cBhvr>
                                      <p:to>
                                        <p:strVal val="visible"/>
                                      </p:to>
                                    </p:set>
                                    <p:animEffect transition="in" filter="wipe(down)">
                                      <p:cBhvr>
                                        <p:cTn id="105" dur="500"/>
                                        <p:tgtEl>
                                          <p:spTgt spid="32"/>
                                        </p:tgtEl>
                                      </p:cBhvr>
                                    </p:animEffect>
                                  </p:childTnLst>
                                </p:cTn>
                              </p:par>
                              <p:par>
                                <p:cTn id="106" presetID="22" presetClass="entr" presetSubtype="4" fill="hold" grpId="0" nodeType="withEffect">
                                  <p:stCondLst>
                                    <p:cond delay="0"/>
                                  </p:stCondLst>
                                  <p:childTnLst>
                                    <p:set>
                                      <p:cBhvr>
                                        <p:cTn id="107" dur="1" fill="hold">
                                          <p:stCondLst>
                                            <p:cond delay="0"/>
                                          </p:stCondLst>
                                        </p:cTn>
                                        <p:tgtEl>
                                          <p:spTgt spid="31"/>
                                        </p:tgtEl>
                                        <p:attrNameLst>
                                          <p:attrName>style.visibility</p:attrName>
                                        </p:attrNameLst>
                                      </p:cBhvr>
                                      <p:to>
                                        <p:strVal val="visible"/>
                                      </p:to>
                                    </p:set>
                                    <p:animEffect transition="in" filter="wipe(down)">
                                      <p:cBhvr>
                                        <p:cTn id="108" dur="500"/>
                                        <p:tgtEl>
                                          <p:spTgt spid="31"/>
                                        </p:tgtEl>
                                      </p:cBhvr>
                                    </p:animEffect>
                                  </p:childTnLst>
                                </p:cTn>
                              </p:par>
                              <p:par>
                                <p:cTn id="109" presetID="22" presetClass="entr" presetSubtype="4" fill="hold" grpId="0" nodeType="withEffect">
                                  <p:stCondLst>
                                    <p:cond delay="0"/>
                                  </p:stCondLst>
                                  <p:childTnLst>
                                    <p:set>
                                      <p:cBhvr>
                                        <p:cTn id="110" dur="1" fill="hold">
                                          <p:stCondLst>
                                            <p:cond delay="0"/>
                                          </p:stCondLst>
                                        </p:cTn>
                                        <p:tgtEl>
                                          <p:spTgt spid="30"/>
                                        </p:tgtEl>
                                        <p:attrNameLst>
                                          <p:attrName>style.visibility</p:attrName>
                                        </p:attrNameLst>
                                      </p:cBhvr>
                                      <p:to>
                                        <p:strVal val="visible"/>
                                      </p:to>
                                    </p:set>
                                    <p:animEffect transition="in" filter="wipe(down)">
                                      <p:cBhvr>
                                        <p:cTn id="111" dur="500"/>
                                        <p:tgtEl>
                                          <p:spTgt spid="30"/>
                                        </p:tgtEl>
                                      </p:cBhvr>
                                    </p:animEffect>
                                  </p:childTnLst>
                                </p:cTn>
                              </p:par>
                            </p:childTnLst>
                          </p:cTn>
                        </p:par>
                        <p:par>
                          <p:cTn id="112" fill="hold">
                            <p:stCondLst>
                              <p:cond delay="4800"/>
                            </p:stCondLst>
                            <p:childTnLst>
                              <p:par>
                                <p:cTn id="113" presetID="45" presetClass="entr" presetSubtype="0" fill="hold" grpId="0" nodeType="afterEffect">
                                  <p:stCondLst>
                                    <p:cond delay="0"/>
                                  </p:stCondLst>
                                  <p:childTnLst>
                                    <p:set>
                                      <p:cBhvr>
                                        <p:cTn id="114" dur="1" fill="hold">
                                          <p:stCondLst>
                                            <p:cond delay="0"/>
                                          </p:stCondLst>
                                        </p:cTn>
                                        <p:tgtEl>
                                          <p:spTgt spid="46"/>
                                        </p:tgtEl>
                                        <p:attrNameLst>
                                          <p:attrName>style.visibility</p:attrName>
                                        </p:attrNameLst>
                                      </p:cBhvr>
                                      <p:to>
                                        <p:strVal val="visible"/>
                                      </p:to>
                                    </p:set>
                                    <p:animEffect transition="in" filter="fade">
                                      <p:cBhvr>
                                        <p:cTn id="115" dur="500"/>
                                        <p:tgtEl>
                                          <p:spTgt spid="46"/>
                                        </p:tgtEl>
                                      </p:cBhvr>
                                    </p:animEffect>
                                    <p:anim calcmode="lin" valueType="num">
                                      <p:cBhvr>
                                        <p:cTn id="116" dur="500" fill="hold"/>
                                        <p:tgtEl>
                                          <p:spTgt spid="46"/>
                                        </p:tgtEl>
                                        <p:attrNameLst>
                                          <p:attrName>ppt_w</p:attrName>
                                        </p:attrNameLst>
                                      </p:cBhvr>
                                      <p:tavLst>
                                        <p:tav tm="0" fmla="#ppt_w*sin(2.5*pi*$)">
                                          <p:val>
                                            <p:fltVal val="0"/>
                                          </p:val>
                                        </p:tav>
                                        <p:tav tm="100000">
                                          <p:val>
                                            <p:fltVal val="1"/>
                                          </p:val>
                                        </p:tav>
                                      </p:tavLst>
                                    </p:anim>
                                    <p:anim calcmode="lin" valueType="num">
                                      <p:cBhvr>
                                        <p:cTn id="117" dur="500" fill="hold"/>
                                        <p:tgtEl>
                                          <p:spTgt spid="46"/>
                                        </p:tgtEl>
                                        <p:attrNameLst>
                                          <p:attrName>ppt_h</p:attrName>
                                        </p:attrNameLst>
                                      </p:cBhvr>
                                      <p:tavLst>
                                        <p:tav tm="0">
                                          <p:val>
                                            <p:strVal val="#ppt_h"/>
                                          </p:val>
                                        </p:tav>
                                        <p:tav tm="100000">
                                          <p:val>
                                            <p:strVal val="#ppt_h"/>
                                          </p:val>
                                        </p:tav>
                                      </p:tavLst>
                                    </p:anim>
                                  </p:childTnLst>
                                </p:cTn>
                              </p:par>
                              <p:par>
                                <p:cTn id="118" presetID="45" presetClass="entr" presetSubtype="0" fill="hold" grpId="0" nodeType="withEffect">
                                  <p:stCondLst>
                                    <p:cond delay="0"/>
                                  </p:stCondLst>
                                  <p:childTnLst>
                                    <p:set>
                                      <p:cBhvr>
                                        <p:cTn id="119" dur="1" fill="hold">
                                          <p:stCondLst>
                                            <p:cond delay="0"/>
                                          </p:stCondLst>
                                        </p:cTn>
                                        <p:tgtEl>
                                          <p:spTgt spid="49"/>
                                        </p:tgtEl>
                                        <p:attrNameLst>
                                          <p:attrName>style.visibility</p:attrName>
                                        </p:attrNameLst>
                                      </p:cBhvr>
                                      <p:to>
                                        <p:strVal val="visible"/>
                                      </p:to>
                                    </p:set>
                                    <p:animEffect transition="in" filter="fade">
                                      <p:cBhvr>
                                        <p:cTn id="120" dur="500"/>
                                        <p:tgtEl>
                                          <p:spTgt spid="49"/>
                                        </p:tgtEl>
                                      </p:cBhvr>
                                    </p:animEffect>
                                    <p:anim calcmode="lin" valueType="num">
                                      <p:cBhvr>
                                        <p:cTn id="121" dur="500" fill="hold"/>
                                        <p:tgtEl>
                                          <p:spTgt spid="49"/>
                                        </p:tgtEl>
                                        <p:attrNameLst>
                                          <p:attrName>ppt_w</p:attrName>
                                        </p:attrNameLst>
                                      </p:cBhvr>
                                      <p:tavLst>
                                        <p:tav tm="0" fmla="#ppt_w*sin(2.5*pi*$)">
                                          <p:val>
                                            <p:fltVal val="0"/>
                                          </p:val>
                                        </p:tav>
                                        <p:tav tm="100000">
                                          <p:val>
                                            <p:fltVal val="1"/>
                                          </p:val>
                                        </p:tav>
                                      </p:tavLst>
                                    </p:anim>
                                    <p:anim calcmode="lin" valueType="num">
                                      <p:cBhvr>
                                        <p:cTn id="122" dur="500" fill="hold"/>
                                        <p:tgtEl>
                                          <p:spTgt spid="49"/>
                                        </p:tgtEl>
                                        <p:attrNameLst>
                                          <p:attrName>ppt_h</p:attrName>
                                        </p:attrNameLst>
                                      </p:cBhvr>
                                      <p:tavLst>
                                        <p:tav tm="0">
                                          <p:val>
                                            <p:strVal val="#ppt_h"/>
                                          </p:val>
                                        </p:tav>
                                        <p:tav tm="100000">
                                          <p:val>
                                            <p:strVal val="#ppt_h"/>
                                          </p:val>
                                        </p:tav>
                                      </p:tavLst>
                                    </p:anim>
                                  </p:childTnLst>
                                </p:cTn>
                              </p:par>
                              <p:par>
                                <p:cTn id="123" presetID="22" presetClass="entr" presetSubtype="4" fill="hold" grpId="0" nodeType="withEffect">
                                  <p:stCondLst>
                                    <p:cond delay="0"/>
                                  </p:stCondLst>
                                  <p:childTnLst>
                                    <p:set>
                                      <p:cBhvr>
                                        <p:cTn id="124" dur="1" fill="hold">
                                          <p:stCondLst>
                                            <p:cond delay="0"/>
                                          </p:stCondLst>
                                        </p:cTn>
                                        <p:tgtEl>
                                          <p:spTgt spid="34"/>
                                        </p:tgtEl>
                                        <p:attrNameLst>
                                          <p:attrName>style.visibility</p:attrName>
                                        </p:attrNameLst>
                                      </p:cBhvr>
                                      <p:to>
                                        <p:strVal val="visible"/>
                                      </p:to>
                                    </p:set>
                                    <p:animEffect transition="in" filter="wipe(down)">
                                      <p:cBhvr>
                                        <p:cTn id="125" dur="500"/>
                                        <p:tgtEl>
                                          <p:spTgt spid="34"/>
                                        </p:tgtEl>
                                      </p:cBhvr>
                                    </p:animEffect>
                                  </p:childTnLst>
                                </p:cTn>
                              </p:par>
                              <p:par>
                                <p:cTn id="126" presetID="22" presetClass="entr" presetSubtype="4" fill="hold" grpId="0" nodeType="withEffect">
                                  <p:stCondLst>
                                    <p:cond delay="200"/>
                                  </p:stCondLst>
                                  <p:childTnLst>
                                    <p:set>
                                      <p:cBhvr>
                                        <p:cTn id="127" dur="1" fill="hold">
                                          <p:stCondLst>
                                            <p:cond delay="0"/>
                                          </p:stCondLst>
                                        </p:cTn>
                                        <p:tgtEl>
                                          <p:spTgt spid="35"/>
                                        </p:tgtEl>
                                        <p:attrNameLst>
                                          <p:attrName>style.visibility</p:attrName>
                                        </p:attrNameLst>
                                      </p:cBhvr>
                                      <p:to>
                                        <p:strVal val="visible"/>
                                      </p:to>
                                    </p:set>
                                    <p:animEffect transition="in" filter="wipe(down)">
                                      <p:cBhvr>
                                        <p:cTn id="128" dur="500"/>
                                        <p:tgtEl>
                                          <p:spTgt spid="35"/>
                                        </p:tgtEl>
                                      </p:cBhvr>
                                    </p:animEffect>
                                  </p:childTnLst>
                                </p:cTn>
                              </p:par>
                              <p:par>
                                <p:cTn id="129" presetID="22" presetClass="entr" presetSubtype="4" fill="hold" grpId="0" nodeType="withEffect">
                                  <p:stCondLst>
                                    <p:cond delay="400"/>
                                  </p:stCondLst>
                                  <p:childTnLst>
                                    <p:set>
                                      <p:cBhvr>
                                        <p:cTn id="130" dur="1" fill="hold">
                                          <p:stCondLst>
                                            <p:cond delay="0"/>
                                          </p:stCondLst>
                                        </p:cTn>
                                        <p:tgtEl>
                                          <p:spTgt spid="36"/>
                                        </p:tgtEl>
                                        <p:attrNameLst>
                                          <p:attrName>style.visibility</p:attrName>
                                        </p:attrNameLst>
                                      </p:cBhvr>
                                      <p:to>
                                        <p:strVal val="visible"/>
                                      </p:to>
                                    </p:set>
                                    <p:animEffect transition="in" filter="wipe(down)">
                                      <p:cBhvr>
                                        <p:cTn id="131" dur="500"/>
                                        <p:tgtEl>
                                          <p:spTgt spid="36"/>
                                        </p:tgtEl>
                                      </p:cBhvr>
                                    </p:animEffect>
                                  </p:childTnLst>
                                </p:cTn>
                              </p:par>
                              <p:par>
                                <p:cTn id="132" presetID="22" presetClass="entr" presetSubtype="4" fill="hold" grpId="0" nodeType="withEffect">
                                  <p:stCondLst>
                                    <p:cond delay="600"/>
                                  </p:stCondLst>
                                  <p:childTnLst>
                                    <p:set>
                                      <p:cBhvr>
                                        <p:cTn id="133" dur="1" fill="hold">
                                          <p:stCondLst>
                                            <p:cond delay="0"/>
                                          </p:stCondLst>
                                        </p:cTn>
                                        <p:tgtEl>
                                          <p:spTgt spid="37"/>
                                        </p:tgtEl>
                                        <p:attrNameLst>
                                          <p:attrName>style.visibility</p:attrName>
                                        </p:attrNameLst>
                                      </p:cBhvr>
                                      <p:to>
                                        <p:strVal val="visible"/>
                                      </p:to>
                                    </p:set>
                                    <p:animEffect transition="in" filter="wipe(down)">
                                      <p:cBhvr>
                                        <p:cTn id="134" dur="500"/>
                                        <p:tgtEl>
                                          <p:spTgt spid="37"/>
                                        </p:tgtEl>
                                      </p:cBhvr>
                                    </p:animEffect>
                                  </p:childTnLst>
                                </p:cTn>
                              </p:par>
                            </p:childTnLst>
                          </p:cTn>
                        </p:par>
                        <p:par>
                          <p:cTn id="135" fill="hold">
                            <p:stCondLst>
                              <p:cond delay="5900"/>
                            </p:stCondLst>
                            <p:childTnLst>
                              <p:par>
                                <p:cTn id="136" presetID="22" presetClass="entr" presetSubtype="4" fill="hold" grpId="0" nodeType="afterEffect">
                                  <p:stCondLst>
                                    <p:cond delay="0"/>
                                  </p:stCondLst>
                                  <p:childTnLst>
                                    <p:set>
                                      <p:cBhvr>
                                        <p:cTn id="137" dur="1" fill="hold">
                                          <p:stCondLst>
                                            <p:cond delay="0"/>
                                          </p:stCondLst>
                                        </p:cTn>
                                        <p:tgtEl>
                                          <p:spTgt spid="41"/>
                                        </p:tgtEl>
                                        <p:attrNameLst>
                                          <p:attrName>style.visibility</p:attrName>
                                        </p:attrNameLst>
                                      </p:cBhvr>
                                      <p:to>
                                        <p:strVal val="visible"/>
                                      </p:to>
                                    </p:set>
                                    <p:animEffect transition="in" filter="wipe(down)">
                                      <p:cBhvr>
                                        <p:cTn id="138" dur="500"/>
                                        <p:tgtEl>
                                          <p:spTgt spid="41"/>
                                        </p:tgtEl>
                                      </p:cBhvr>
                                    </p:animEffect>
                                  </p:childTnLst>
                                </p:cTn>
                              </p:par>
                              <p:par>
                                <p:cTn id="139" presetID="22" presetClass="entr" presetSubtype="4" fill="hold" grpId="0" nodeType="withEffect">
                                  <p:stCondLst>
                                    <p:cond delay="0"/>
                                  </p:stCondLst>
                                  <p:childTnLst>
                                    <p:set>
                                      <p:cBhvr>
                                        <p:cTn id="140" dur="1" fill="hold">
                                          <p:stCondLst>
                                            <p:cond delay="0"/>
                                          </p:stCondLst>
                                        </p:cTn>
                                        <p:tgtEl>
                                          <p:spTgt spid="40"/>
                                        </p:tgtEl>
                                        <p:attrNameLst>
                                          <p:attrName>style.visibility</p:attrName>
                                        </p:attrNameLst>
                                      </p:cBhvr>
                                      <p:to>
                                        <p:strVal val="visible"/>
                                      </p:to>
                                    </p:set>
                                    <p:animEffect transition="in" filter="wipe(down)">
                                      <p:cBhvr>
                                        <p:cTn id="141" dur="500"/>
                                        <p:tgtEl>
                                          <p:spTgt spid="40"/>
                                        </p:tgtEl>
                                      </p:cBhvr>
                                    </p:animEffect>
                                  </p:childTnLst>
                                </p:cTn>
                              </p:par>
                              <p:par>
                                <p:cTn id="142" presetID="22" presetClass="entr" presetSubtype="4" fill="hold" grpId="0" nodeType="withEffect">
                                  <p:stCondLst>
                                    <p:cond delay="0"/>
                                  </p:stCondLst>
                                  <p:childTnLst>
                                    <p:set>
                                      <p:cBhvr>
                                        <p:cTn id="143" dur="1" fill="hold">
                                          <p:stCondLst>
                                            <p:cond delay="0"/>
                                          </p:stCondLst>
                                        </p:cTn>
                                        <p:tgtEl>
                                          <p:spTgt spid="39"/>
                                        </p:tgtEl>
                                        <p:attrNameLst>
                                          <p:attrName>style.visibility</p:attrName>
                                        </p:attrNameLst>
                                      </p:cBhvr>
                                      <p:to>
                                        <p:strVal val="visible"/>
                                      </p:to>
                                    </p:set>
                                    <p:animEffect transition="in" filter="wipe(down)">
                                      <p:cBhvr>
                                        <p:cTn id="144" dur="500"/>
                                        <p:tgtEl>
                                          <p:spTgt spid="39"/>
                                        </p:tgtEl>
                                      </p:cBhvr>
                                    </p:animEffect>
                                  </p:childTnLst>
                                </p:cTn>
                              </p:par>
                              <p:par>
                                <p:cTn id="145" presetID="22" presetClass="entr" presetSubtype="4" fill="hold" grpId="0" nodeType="withEffect">
                                  <p:stCondLst>
                                    <p:cond delay="0"/>
                                  </p:stCondLst>
                                  <p:childTnLst>
                                    <p:set>
                                      <p:cBhvr>
                                        <p:cTn id="146" dur="1" fill="hold">
                                          <p:stCondLst>
                                            <p:cond delay="0"/>
                                          </p:stCondLst>
                                        </p:cTn>
                                        <p:tgtEl>
                                          <p:spTgt spid="38"/>
                                        </p:tgtEl>
                                        <p:attrNameLst>
                                          <p:attrName>style.visibility</p:attrName>
                                        </p:attrNameLst>
                                      </p:cBhvr>
                                      <p:to>
                                        <p:strVal val="visible"/>
                                      </p:to>
                                    </p:set>
                                    <p:animEffect transition="in" filter="wipe(down)">
                                      <p:cBhvr>
                                        <p:cTn id="147" dur="500"/>
                                        <p:tgtEl>
                                          <p:spTgt spid="38"/>
                                        </p:tgtEl>
                                      </p:cBhvr>
                                    </p:animEffect>
                                  </p:childTnLst>
                                </p:cTn>
                              </p:par>
                            </p:childTnLst>
                          </p:cTn>
                        </p:par>
                      </p:childTnLst>
                    </p:cTn>
                  </p:par>
                  <p:par>
                    <p:cTn id="148" fill="hold">
                      <p:stCondLst>
                        <p:cond delay="indefinite"/>
                      </p:stCondLst>
                      <p:childTnLst>
                        <p:par>
                          <p:cTn id="149" fill="hold">
                            <p:stCondLst>
                              <p:cond delay="0"/>
                            </p:stCondLst>
                            <p:childTnLst>
                              <p:par>
                                <p:cTn id="150" presetID="2" presetClass="entr" presetSubtype="4" fill="hold" grpId="0" nodeType="clickEffect">
                                  <p:stCondLst>
                                    <p:cond delay="0"/>
                                  </p:stCondLst>
                                  <p:childTnLst>
                                    <p:set>
                                      <p:cBhvr>
                                        <p:cTn id="151" dur="1" fill="hold">
                                          <p:stCondLst>
                                            <p:cond delay="0"/>
                                          </p:stCondLst>
                                        </p:cTn>
                                        <p:tgtEl>
                                          <p:spTgt spid="50"/>
                                        </p:tgtEl>
                                        <p:attrNameLst>
                                          <p:attrName>style.visibility</p:attrName>
                                        </p:attrNameLst>
                                      </p:cBhvr>
                                      <p:to>
                                        <p:strVal val="visible"/>
                                      </p:to>
                                    </p:set>
                                    <p:anim calcmode="lin" valueType="num">
                                      <p:cBhvr additive="base">
                                        <p:cTn id="152" dur="500" fill="hold"/>
                                        <p:tgtEl>
                                          <p:spTgt spid="50"/>
                                        </p:tgtEl>
                                        <p:attrNameLst>
                                          <p:attrName>ppt_x</p:attrName>
                                        </p:attrNameLst>
                                      </p:cBhvr>
                                      <p:tavLst>
                                        <p:tav tm="0">
                                          <p:val>
                                            <p:strVal val="#ppt_x"/>
                                          </p:val>
                                        </p:tav>
                                        <p:tav tm="100000">
                                          <p:val>
                                            <p:strVal val="#ppt_x"/>
                                          </p:val>
                                        </p:tav>
                                      </p:tavLst>
                                    </p:anim>
                                    <p:anim calcmode="lin" valueType="num">
                                      <p:cBhvr additive="base">
                                        <p:cTn id="153" dur="500" fill="hold"/>
                                        <p:tgtEl>
                                          <p:spTgt spid="50"/>
                                        </p:tgtEl>
                                        <p:attrNameLst>
                                          <p:attrName>ppt_y</p:attrName>
                                        </p:attrNameLst>
                                      </p:cBhvr>
                                      <p:tavLst>
                                        <p:tav tm="0">
                                          <p:val>
                                            <p:strVal val="1+#ppt_h/2"/>
                                          </p:val>
                                        </p:tav>
                                        <p:tav tm="100000">
                                          <p:val>
                                            <p:strVal val="#ppt_y"/>
                                          </p:val>
                                        </p:tav>
                                      </p:tavLst>
                                    </p:anim>
                                  </p:childTnLst>
                                </p:cTn>
                              </p:par>
                              <p:par>
                                <p:cTn id="154" presetID="2" presetClass="entr" presetSubtype="4" fill="hold" grpId="0" nodeType="withEffect">
                                  <p:stCondLst>
                                    <p:cond delay="0"/>
                                  </p:stCondLst>
                                  <p:childTnLst>
                                    <p:set>
                                      <p:cBhvr>
                                        <p:cTn id="155" dur="1" fill="hold">
                                          <p:stCondLst>
                                            <p:cond delay="0"/>
                                          </p:stCondLst>
                                        </p:cTn>
                                        <p:tgtEl>
                                          <p:spTgt spid="54"/>
                                        </p:tgtEl>
                                        <p:attrNameLst>
                                          <p:attrName>style.visibility</p:attrName>
                                        </p:attrNameLst>
                                      </p:cBhvr>
                                      <p:to>
                                        <p:strVal val="visible"/>
                                      </p:to>
                                    </p:set>
                                    <p:anim calcmode="lin" valueType="num">
                                      <p:cBhvr additive="base">
                                        <p:cTn id="156" dur="500" fill="hold"/>
                                        <p:tgtEl>
                                          <p:spTgt spid="54"/>
                                        </p:tgtEl>
                                        <p:attrNameLst>
                                          <p:attrName>ppt_x</p:attrName>
                                        </p:attrNameLst>
                                      </p:cBhvr>
                                      <p:tavLst>
                                        <p:tav tm="0">
                                          <p:val>
                                            <p:strVal val="#ppt_x"/>
                                          </p:val>
                                        </p:tav>
                                        <p:tav tm="100000">
                                          <p:val>
                                            <p:strVal val="#ppt_x"/>
                                          </p:val>
                                        </p:tav>
                                      </p:tavLst>
                                    </p:anim>
                                    <p:anim calcmode="lin" valueType="num">
                                      <p:cBhvr additive="base">
                                        <p:cTn id="157" dur="500" fill="hold"/>
                                        <p:tgtEl>
                                          <p:spTgt spid="54"/>
                                        </p:tgtEl>
                                        <p:attrNameLst>
                                          <p:attrName>ppt_y</p:attrName>
                                        </p:attrNameLst>
                                      </p:cBhvr>
                                      <p:tavLst>
                                        <p:tav tm="0">
                                          <p:val>
                                            <p:strVal val="1+#ppt_h/2"/>
                                          </p:val>
                                        </p:tav>
                                        <p:tav tm="100000">
                                          <p:val>
                                            <p:strVal val="#ppt_y"/>
                                          </p:val>
                                        </p:tav>
                                      </p:tavLst>
                                    </p:anim>
                                  </p:childTnLst>
                                </p:cTn>
                              </p:par>
                              <p:par>
                                <p:cTn id="158" presetID="2" presetClass="entr" presetSubtype="4" fill="hold" grpId="0" nodeType="withEffect">
                                  <p:stCondLst>
                                    <p:cond delay="0"/>
                                  </p:stCondLst>
                                  <p:childTnLst>
                                    <p:set>
                                      <p:cBhvr>
                                        <p:cTn id="159" dur="1" fill="hold">
                                          <p:stCondLst>
                                            <p:cond delay="0"/>
                                          </p:stCondLst>
                                        </p:cTn>
                                        <p:tgtEl>
                                          <p:spTgt spid="55"/>
                                        </p:tgtEl>
                                        <p:attrNameLst>
                                          <p:attrName>style.visibility</p:attrName>
                                        </p:attrNameLst>
                                      </p:cBhvr>
                                      <p:to>
                                        <p:strVal val="visible"/>
                                      </p:to>
                                    </p:set>
                                    <p:anim calcmode="lin" valueType="num">
                                      <p:cBhvr additive="base">
                                        <p:cTn id="160" dur="500" fill="hold"/>
                                        <p:tgtEl>
                                          <p:spTgt spid="55"/>
                                        </p:tgtEl>
                                        <p:attrNameLst>
                                          <p:attrName>ppt_x</p:attrName>
                                        </p:attrNameLst>
                                      </p:cBhvr>
                                      <p:tavLst>
                                        <p:tav tm="0">
                                          <p:val>
                                            <p:strVal val="#ppt_x"/>
                                          </p:val>
                                        </p:tav>
                                        <p:tav tm="100000">
                                          <p:val>
                                            <p:strVal val="#ppt_x"/>
                                          </p:val>
                                        </p:tav>
                                      </p:tavLst>
                                    </p:anim>
                                    <p:anim calcmode="lin" valueType="num">
                                      <p:cBhvr additive="base">
                                        <p:cTn id="161" dur="500" fill="hold"/>
                                        <p:tgtEl>
                                          <p:spTgt spid="55"/>
                                        </p:tgtEl>
                                        <p:attrNameLst>
                                          <p:attrName>ppt_y</p:attrName>
                                        </p:attrNameLst>
                                      </p:cBhvr>
                                      <p:tavLst>
                                        <p:tav tm="0">
                                          <p:val>
                                            <p:strVal val="1+#ppt_h/2"/>
                                          </p:val>
                                        </p:tav>
                                        <p:tav tm="100000">
                                          <p:val>
                                            <p:strVal val="#ppt_y"/>
                                          </p:val>
                                        </p:tav>
                                      </p:tavLst>
                                    </p:anim>
                                  </p:childTnLst>
                                </p:cTn>
                              </p:par>
                              <p:par>
                                <p:cTn id="162" presetID="2" presetClass="entr" presetSubtype="4" fill="hold" grpId="0" nodeType="withEffect">
                                  <p:stCondLst>
                                    <p:cond delay="0"/>
                                  </p:stCondLst>
                                  <p:childTnLst>
                                    <p:set>
                                      <p:cBhvr>
                                        <p:cTn id="163" dur="1" fill="hold">
                                          <p:stCondLst>
                                            <p:cond delay="0"/>
                                          </p:stCondLst>
                                        </p:cTn>
                                        <p:tgtEl>
                                          <p:spTgt spid="56"/>
                                        </p:tgtEl>
                                        <p:attrNameLst>
                                          <p:attrName>style.visibility</p:attrName>
                                        </p:attrNameLst>
                                      </p:cBhvr>
                                      <p:to>
                                        <p:strVal val="visible"/>
                                      </p:to>
                                    </p:set>
                                    <p:anim calcmode="lin" valueType="num">
                                      <p:cBhvr additive="base">
                                        <p:cTn id="164" dur="500" fill="hold"/>
                                        <p:tgtEl>
                                          <p:spTgt spid="56"/>
                                        </p:tgtEl>
                                        <p:attrNameLst>
                                          <p:attrName>ppt_x</p:attrName>
                                        </p:attrNameLst>
                                      </p:cBhvr>
                                      <p:tavLst>
                                        <p:tav tm="0">
                                          <p:val>
                                            <p:strVal val="#ppt_x"/>
                                          </p:val>
                                        </p:tav>
                                        <p:tav tm="100000">
                                          <p:val>
                                            <p:strVal val="#ppt_x"/>
                                          </p:val>
                                        </p:tav>
                                      </p:tavLst>
                                    </p:anim>
                                    <p:anim calcmode="lin" valueType="num">
                                      <p:cBhvr additive="base">
                                        <p:cTn id="165"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5" grpId="0" animBg="1"/>
      <p:bldP spid="16"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p:bldP spid="54" grpId="0"/>
      <p:bldP spid="55" grpId="0"/>
      <p:bldP spid="5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0" y="2863105"/>
            <a:ext cx="12191998" cy="3994895"/>
            <a:chOff x="0" y="3619500"/>
            <a:chExt cx="12191998" cy="3238500"/>
          </a:xfrm>
        </p:grpSpPr>
        <p:pic>
          <p:nvPicPr>
            <p:cNvPr id="3" name="图片 2"/>
            <p:cNvPicPr>
              <a:picLocks noChangeAspect="1"/>
            </p:cNvPicPr>
            <p:nvPr/>
          </p:nvPicPr>
          <p:blipFill rotWithShape="1">
            <a:blip r:embed="Re15b0eea90264f4a"/>
            <a:srcRect l="2986" r="2356"/>
            <a:stretch/>
          </p:blipFill>
          <p:spPr>
            <a:xfrm>
              <a:off x="6095999" y="3619500"/>
              <a:ext cx="6095999" cy="3238500"/>
            </a:xfrm>
            <a:prstGeom prst="rect">
              <a:avLst/>
            </a:prstGeom>
          </p:spPr>
        </p:pic>
        <p:pic>
          <p:nvPicPr>
            <p:cNvPr id="10" name="图片 9"/>
            <p:cNvPicPr>
              <a:picLocks noChangeAspect="1"/>
            </p:cNvPicPr>
            <p:nvPr/>
          </p:nvPicPr>
          <p:blipFill rotWithShape="1">
            <a:blip r:embed="Re15b0eea90264f4a"/>
            <a:srcRect l="2986" r="2356"/>
            <a:stretch/>
          </p:blipFill>
          <p:spPr>
            <a:xfrm flipH="1">
              <a:off x="0" y="3619500"/>
              <a:ext cx="6095999" cy="3238500"/>
            </a:xfrm>
            <a:prstGeom prst="rect">
              <a:avLst/>
            </a:prstGeom>
          </p:spPr>
        </p:pic>
      </p:grpSp>
      <p:sp>
        <p:nvSpPr>
          <p:cNvPr id="11" name="Text Placeholder 3">
            <a:extLst>
              <a:ext uri="{FF2B5EF4-FFF2-40B4-BE49-F238E27FC236}">
                <a16:creationId xmlns:a16="http://schemas.microsoft.com/office/drawing/2014/main" id="{CA19DF75-27FF-4804-8C59-F17F55C9C104}"/>
              </a:ext>
            </a:extLst>
          </p:cNvPr>
          <p:cNvSpPr txBox="1">
            <a:spLocks/>
          </p:cNvSpPr>
          <p:nvPr/>
        </p:nvSpPr>
        <p:spPr>
          <a:xfrm>
            <a:off x="212111" y="255771"/>
            <a:ext cx="3470283" cy="370615"/>
          </a:xfrm>
          <a:prstGeom prst="rect">
            <a:avLst/>
          </a:prstGeom>
        </p:spPr>
        <p:txBody>
          <a:bodyPr/>
          <a:lstStyle>
            <a:lvl1pPr marL="0" indent="0" algn="l" defTabSz="1828343" rtl="0" eaLnBrk="1" latinLnBrk="0" hangingPunct="1">
              <a:lnSpc>
                <a:spcPct val="90000"/>
              </a:lnSpc>
              <a:spcBef>
                <a:spcPts val="2000"/>
              </a:spcBef>
              <a:buFont typeface="Arial" panose="020B0604020202020204" pitchFamily="34" charset="0"/>
              <a:buNone/>
              <a:defRPr sz="8000" b="1" kern="1200">
                <a:solidFill>
                  <a:schemeClr val="tx2"/>
                </a:solidFill>
                <a:latin typeface="Amiri" pitchFamily="2" charset="-78"/>
                <a:ea typeface="Amiri" pitchFamily="2" charset="-78"/>
                <a:cs typeface="Amiri" pitchFamily="2" charset="-78"/>
              </a:defRPr>
            </a:lvl1pPr>
            <a:lvl2pPr marL="1371257" indent="-457086" algn="l" defTabSz="1828343" rtl="0" eaLnBrk="1" latinLnBrk="0" hangingPunct="1">
              <a:lnSpc>
                <a:spcPct val="90000"/>
              </a:lnSpc>
              <a:spcBef>
                <a:spcPts val="1000"/>
              </a:spcBef>
              <a:buFont typeface="Arial" panose="020B0604020202020204" pitchFamily="34" charset="0"/>
              <a:buChar char="•"/>
              <a:defRPr sz="4799" kern="1200">
                <a:solidFill>
                  <a:schemeClr val="tx1"/>
                </a:solidFill>
                <a:latin typeface="+mn-lt"/>
                <a:ea typeface="+mn-ea"/>
                <a:cs typeface="+mn-cs"/>
              </a:defRPr>
            </a:lvl2pPr>
            <a:lvl3pPr marL="2285429" indent="-457086" algn="l" defTabSz="1828343" rtl="0" eaLnBrk="1" latinLnBrk="0" hangingPunct="1">
              <a:lnSpc>
                <a:spcPct val="90000"/>
              </a:lnSpc>
              <a:spcBef>
                <a:spcPts val="1000"/>
              </a:spcBef>
              <a:buFont typeface="Arial" panose="020B0604020202020204" pitchFamily="34" charset="0"/>
              <a:buChar char="•"/>
              <a:defRPr sz="3999" kern="1200">
                <a:solidFill>
                  <a:schemeClr val="tx1"/>
                </a:solidFill>
                <a:latin typeface="+mn-lt"/>
                <a:ea typeface="+mn-ea"/>
                <a:cs typeface="+mn-cs"/>
              </a:defRPr>
            </a:lvl3pPr>
            <a:lvl4pPr marL="3199600"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4pPr>
            <a:lvl5pPr marL="4113771"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gn="dist"/>
            <a:r>
              <a:rPr lang="zh-CN" altLang="en-US" sz="1600" b="0" dirty="0">
                <a:solidFill>
                  <a:srgbClr val="044BC9"/>
                </a:solidFill>
                <a:latin typeface="思源黑体 CN Light" panose="020B0300000000000000" pitchFamily="34" charset="-122"/>
                <a:ea typeface="思源黑体 CN Light" panose="020B0300000000000000" pitchFamily="34" charset="-122"/>
              </a:rPr>
              <a:t>这里输入您的公司</a:t>
            </a:r>
            <a:r>
              <a:rPr lang="en-US" altLang="zh-CN" sz="1600" b="0" dirty="0">
                <a:solidFill>
                  <a:srgbClr val="044BC9"/>
                </a:solidFill>
                <a:latin typeface="思源黑体 CN Light" panose="020B0300000000000000" pitchFamily="34" charset="-122"/>
                <a:ea typeface="思源黑体 CN Light" panose="020B0300000000000000" pitchFamily="34" charset="-122"/>
              </a:rPr>
              <a:t>/</a:t>
            </a:r>
            <a:r>
              <a:rPr lang="zh-CN" altLang="en-US" sz="1600" b="0" dirty="0">
                <a:solidFill>
                  <a:srgbClr val="044BC9"/>
                </a:solidFill>
                <a:latin typeface="思源黑体 CN Light" panose="020B0300000000000000" pitchFamily="34" charset="-122"/>
                <a:ea typeface="思源黑体 CN Light" panose="020B0300000000000000" pitchFamily="34" charset="-122"/>
              </a:rPr>
              <a:t>组织名称</a:t>
            </a:r>
            <a:endParaRPr lang="en-ID" sz="1600" b="0" dirty="0">
              <a:solidFill>
                <a:srgbClr val="044BC9"/>
              </a:solidFill>
              <a:latin typeface="思源黑体 CN Light" panose="020B0300000000000000" pitchFamily="34" charset="-122"/>
              <a:ea typeface="思源黑体 CN Light" panose="020B0300000000000000" pitchFamily="34" charset="-122"/>
            </a:endParaRPr>
          </a:p>
        </p:txBody>
      </p:sp>
      <p:sp>
        <p:nvSpPr>
          <p:cNvPr id="16" name="文本框 15"/>
          <p:cNvSpPr txBox="1"/>
          <p:nvPr/>
        </p:nvSpPr>
        <p:spPr>
          <a:xfrm>
            <a:off x="4375878" y="2126329"/>
            <a:ext cx="3440242" cy="1015663"/>
          </a:xfrm>
          <a:prstGeom prst="rect">
            <a:avLst/>
          </a:prstGeom>
          <a:noFill/>
        </p:spPr>
        <p:txBody>
          <a:bodyPr wrap="square" rtlCol="0">
            <a:spAutoFit/>
          </a:bodyPr>
          <a:lstStyle/>
          <a:p>
            <a:pPr algn="dist"/>
            <a:r>
              <a:rPr lang="zh-CN" altLang="en-US" sz="6000" b="1" dirty="0">
                <a:ln w="12700">
                  <a:noFill/>
                </a:ln>
                <a:gradFill>
                  <a:gsLst>
                    <a:gs pos="0">
                      <a:srgbClr val="044BC9"/>
                    </a:gs>
                    <a:gs pos="100000">
                      <a:srgbClr val="23A2E4"/>
                    </a:gs>
                  </a:gsLst>
                  <a:lin ang="0" scaled="0"/>
                </a:gradFill>
                <a:latin typeface="Aa黑体 (非商业使用)" panose="02010600010101010101" pitchFamily="2" charset="-122"/>
                <a:ea typeface="Aa黑体 (非商业使用)" panose="02010600010101010101" pitchFamily="2" charset="-122"/>
                <a:sym typeface="思源黑体" panose="020B0500000000000000" pitchFamily="34" charset="-122"/>
              </a:rPr>
              <a:t>过程分析</a:t>
            </a:r>
          </a:p>
        </p:txBody>
      </p:sp>
      <p:sp>
        <p:nvSpPr>
          <p:cNvPr id="18" name="矩形 17">
            <a:extLst>
              <a:ext uri="{FF2B5EF4-FFF2-40B4-BE49-F238E27FC236}">
                <a16:creationId xmlns:a16="http://schemas.microsoft.com/office/drawing/2014/main" id="{535883B3-EF7F-4DF1-A1E7-9EAA262A8946}"/>
              </a:ext>
            </a:extLst>
          </p:cNvPr>
          <p:cNvSpPr/>
          <p:nvPr/>
        </p:nvSpPr>
        <p:spPr>
          <a:xfrm>
            <a:off x="2541328" y="3497499"/>
            <a:ext cx="7109342" cy="812530"/>
          </a:xfrm>
          <a:prstGeom prst="rect">
            <a:avLst/>
          </a:prstGeom>
        </p:spPr>
        <p:txBody>
          <a:bodyPr wrap="square">
            <a:spAutoFit/>
          </a:bodyPr>
          <a:lstStyle/>
          <a:p>
            <a:pPr algn="ctr">
              <a:lnSpc>
                <a:spcPct val="130000"/>
              </a:lnSpc>
              <a:spcBef>
                <a:spcPts val="600"/>
              </a:spcBef>
              <a:spcAft>
                <a:spcPts val="600"/>
              </a:spcAft>
              <a:defRPr/>
            </a:pPr>
            <a:r>
              <a:rPr lang="en-US" altLang="zh-CN" sz="1200" dirty="0">
                <a:solidFill>
                  <a:srgbClr val="044BC9"/>
                </a:solidFill>
                <a:latin typeface="Aa黑体 (非商业使用)" panose="02010600010101010101" pitchFamily="2" charset="-122"/>
                <a:ea typeface="Aa黑体 (非商业使用)" panose="02010600010101010101" pitchFamily="2" charset="-122"/>
              </a:rPr>
              <a:t>Please replace text, click add relevant headline, modify the text content, also can copy your. Please replace text, click add relevant headline, modify the text content, Please replace text, click add relevant headline, modify the text content, also can copy your. Please replace text.</a:t>
            </a:r>
          </a:p>
        </p:txBody>
      </p:sp>
      <p:grpSp>
        <p:nvGrpSpPr>
          <p:cNvPr id="22" name="组合 21"/>
          <p:cNvGrpSpPr/>
          <p:nvPr/>
        </p:nvGrpSpPr>
        <p:grpSpPr>
          <a:xfrm>
            <a:off x="4184571" y="3286874"/>
            <a:ext cx="3822856" cy="0"/>
            <a:chOff x="3746190" y="2146300"/>
            <a:chExt cx="3822856" cy="0"/>
          </a:xfrm>
        </p:grpSpPr>
        <p:cxnSp>
          <p:nvCxnSpPr>
            <p:cNvPr id="23" name="直接连接符 22"/>
            <p:cNvCxnSpPr/>
            <p:nvPr/>
          </p:nvCxnSpPr>
          <p:spPr>
            <a:xfrm>
              <a:off x="3746190" y="2146300"/>
              <a:ext cx="3822856" cy="0"/>
            </a:xfrm>
            <a:prstGeom prst="line">
              <a:avLst/>
            </a:prstGeom>
            <a:ln>
              <a:solidFill>
                <a:srgbClr val="044BC9"/>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746190" y="2146300"/>
              <a:ext cx="914710" cy="0"/>
            </a:xfrm>
            <a:prstGeom prst="line">
              <a:avLst/>
            </a:prstGeom>
            <a:ln w="57150">
              <a:solidFill>
                <a:srgbClr val="044BC9"/>
              </a:solidFill>
            </a:ln>
          </p:spPr>
          <p:style>
            <a:lnRef idx="1">
              <a:schemeClr val="accent1"/>
            </a:lnRef>
            <a:fillRef idx="0">
              <a:schemeClr val="accent1"/>
            </a:fillRef>
            <a:effectRef idx="0">
              <a:schemeClr val="accent1"/>
            </a:effectRef>
            <a:fontRef idx="minor">
              <a:schemeClr val="tx1"/>
            </a:fontRef>
          </p:style>
        </p:cxnSp>
      </p:grpSp>
      <p:sp>
        <p:nvSpPr>
          <p:cNvPr id="26" name="矩形 25"/>
          <p:cNvSpPr/>
          <p:nvPr/>
        </p:nvSpPr>
        <p:spPr>
          <a:xfrm>
            <a:off x="8457078" y="949528"/>
            <a:ext cx="3405842" cy="769441"/>
          </a:xfrm>
          <a:prstGeom prst="rect">
            <a:avLst/>
          </a:prstGeom>
          <a:noFill/>
        </p:spPr>
        <p:txBody>
          <a:bodyPr wrap="square" rtlCol="0">
            <a:spAutoFit/>
          </a:bodyPr>
          <a:lstStyle/>
          <a:p>
            <a:pPr algn="ctr"/>
            <a:r>
              <a:rPr lang="en-US" altLang="zh-CN" sz="4400" b="1" dirty="0">
                <a:ln w="12700">
                  <a:noFill/>
                </a:ln>
                <a:gradFill>
                  <a:gsLst>
                    <a:gs pos="0">
                      <a:srgbClr val="044BC9"/>
                    </a:gs>
                    <a:gs pos="100000">
                      <a:srgbClr val="23A2E4"/>
                    </a:gs>
                  </a:gsLst>
                  <a:lin ang="5400000" scaled="0"/>
                </a:gradFill>
                <a:latin typeface="Aa黑体 (非商业使用)" panose="02010600010101010101" pitchFamily="2" charset="-122"/>
                <a:ea typeface="Aa黑体 (非商业使用)" panose="02010600010101010101" pitchFamily="2" charset="-122"/>
              </a:rPr>
              <a:t>PART 03</a:t>
            </a:r>
            <a:endParaRPr lang="zh-CN" altLang="en-US" sz="4400" b="1" dirty="0">
              <a:ln w="12700">
                <a:noFill/>
              </a:ln>
              <a:gradFill>
                <a:gsLst>
                  <a:gs pos="0">
                    <a:srgbClr val="044BC9"/>
                  </a:gs>
                  <a:gs pos="100000">
                    <a:srgbClr val="23A2E4"/>
                  </a:gs>
                </a:gsLst>
                <a:lin ang="5400000" scaled="0"/>
              </a:gradFill>
              <a:latin typeface="Aa黑体 (非商业使用)" panose="02010600010101010101" pitchFamily="2" charset="-122"/>
              <a:ea typeface="Aa黑体 (非商业使用)" panose="02010600010101010101" pitchFamily="2" charset="-122"/>
            </a:endParaRPr>
          </a:p>
        </p:txBody>
      </p:sp>
    </p:spTree>
    <p:extLst>
      <p:ext uri="{BB962C8B-B14F-4D97-AF65-F5344CB8AC3E}">
        <p14:creationId xmlns:p14="http://schemas.microsoft.com/office/powerpoint/2010/main" val="16778032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4000">
        <p15:prstTrans prst="airplane"/>
      </p:transition>
    </mc:Choice>
    <mc:Fallback xmlns:p14="http://schemas.microsoft.com/office/powerpoint/2010/main" xmlns:a16="http://schemas.microsoft.com/office/drawing/2014/main" xmlns="">
      <p:transition spd="slow" advTm="4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randombar(horizontal)">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41" presetClass="entr" presetSubtype="0" fill="hold" grpId="0" nodeType="clickEffect">
                                  <p:stCondLst>
                                    <p:cond delay="0"/>
                                  </p:stCondLst>
                                  <p:iterate type="lt">
                                    <p:tmPct val="10000"/>
                                  </p:iterate>
                                  <p:childTnLst>
                                    <p:set>
                                      <p:cBhvr>
                                        <p:cTn id="11" dur="1" fill="hold">
                                          <p:stCondLst>
                                            <p:cond delay="0"/>
                                          </p:stCondLst>
                                        </p:cTn>
                                        <p:tgtEl>
                                          <p:spTgt spid="16"/>
                                        </p:tgtEl>
                                        <p:attrNameLst>
                                          <p:attrName>style.visibility</p:attrName>
                                        </p:attrNameLst>
                                      </p:cBhvr>
                                      <p:to>
                                        <p:strVal val="visible"/>
                                      </p:to>
                                    </p:set>
                                    <p:anim calcmode="lin" valueType="num">
                                      <p:cBhvr>
                                        <p:cTn id="12"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16"/>
                                        </p:tgtEl>
                                        <p:attrNameLst>
                                          <p:attrName>ppt_y</p:attrName>
                                        </p:attrNameLst>
                                      </p:cBhvr>
                                      <p:tavLst>
                                        <p:tav tm="0">
                                          <p:val>
                                            <p:strVal val="#ppt_y"/>
                                          </p:val>
                                        </p:tav>
                                        <p:tav tm="100000">
                                          <p:val>
                                            <p:strVal val="#ppt_y"/>
                                          </p:val>
                                        </p:tav>
                                      </p:tavLst>
                                    </p:anim>
                                    <p:anim calcmode="lin" valueType="num">
                                      <p:cBhvr>
                                        <p:cTn id="14"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left)">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randombar(horizontal)">
                                      <p:cBhvr>
                                        <p:cTn id="2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3423744"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任务实施过程</a:t>
            </a:r>
          </a:p>
        </p:txBody>
      </p:sp>
      <p:graphicFrame>
        <p:nvGraphicFramePr>
          <p:cNvPr id="6" name="图表 5">
            <a:extLst>
              <a:ext uri="{FF2B5EF4-FFF2-40B4-BE49-F238E27FC236}">
                <a16:creationId xmlns:a16="http://schemas.microsoft.com/office/drawing/2014/main" id="{5E65E22B-5FF5-4970-9DD9-C89DCF7DDCE3}"/>
              </a:ext>
            </a:extLst>
          </p:cNvPr>
          <p:cNvGraphicFramePr/>
          <p:nvPr>
            <p:extLst>
              <p:ext uri="{D42A27DB-BD31-4B8C-83A1-F6EECF244321}">
                <p14:modId xmlns:p14="http://schemas.microsoft.com/office/powerpoint/2010/main" val="3466257981"/>
              </p:ext>
            </p:extLst>
          </p:nvPr>
        </p:nvGraphicFramePr>
        <p:xfrm>
          <a:off x="6096000" y="1640125"/>
          <a:ext cx="5077890" cy="4606355"/>
        </p:xfrm>
        <a:graphic>
          <a:graphicData uri="http://schemas.openxmlformats.org/drawingml/2006/chart">
            <c:chart xmlns:c="http://schemas.openxmlformats.org/drawingml/2006/chart" xmlns:r="http://schemas.openxmlformats.org/officeDocument/2006/relationships" r:id="R492effefa2e7446b"/>
          </a:graphicData>
        </a:graphic>
      </p:graphicFrame>
      <p:cxnSp>
        <p:nvCxnSpPr>
          <p:cNvPr id="7" name="直接连接符 6"/>
          <p:cNvCxnSpPr/>
          <p:nvPr/>
        </p:nvCxnSpPr>
        <p:spPr>
          <a:xfrm>
            <a:off x="6096000" y="1735256"/>
            <a:ext cx="0" cy="4195644"/>
          </a:xfrm>
          <a:prstGeom prst="line">
            <a:avLst/>
          </a:prstGeom>
          <a:solidFill>
            <a:srgbClr val="346290"/>
          </a:solidFill>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椭圆 8"/>
          <p:cNvSpPr/>
          <p:nvPr/>
        </p:nvSpPr>
        <p:spPr>
          <a:xfrm>
            <a:off x="1468981" y="2125767"/>
            <a:ext cx="487680" cy="487680"/>
          </a:xfrm>
          <a:prstGeom prst="ellips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bg1"/>
              </a:solidFill>
              <a:latin typeface="Source Han Sans K Normal" panose="020B0400000000000000" pitchFamily="34" charset="-128"/>
              <a:ea typeface="Source Han Sans K Normal" panose="020B0400000000000000" pitchFamily="34" charset="-128"/>
            </a:endParaRPr>
          </a:p>
        </p:txBody>
      </p:sp>
      <p:sp>
        <p:nvSpPr>
          <p:cNvPr id="10" name="文本框 2"/>
          <p:cNvSpPr txBox="1"/>
          <p:nvPr/>
        </p:nvSpPr>
        <p:spPr>
          <a:xfrm>
            <a:off x="958263" y="2138775"/>
            <a:ext cx="460382" cy="400110"/>
          </a:xfrm>
          <a:prstGeom prst="rect">
            <a:avLst/>
          </a:prstGeom>
          <a:noFill/>
        </p:spPr>
        <p:txBody>
          <a:bodyPr wrap="none" rtlCol="0">
            <a:spAutoFit/>
          </a:bodyPr>
          <a:lstStyle/>
          <a:p>
            <a:pPr algn="r"/>
            <a:r>
              <a:rPr lang="en-US" altLang="zh-CN" sz="2000" b="1" dirty="0">
                <a:latin typeface="Source Han Sans K Normal" panose="020B0400000000000000" pitchFamily="34" charset="-128"/>
                <a:ea typeface="Source Han Sans K Normal" panose="020B0400000000000000" pitchFamily="34" charset="-128"/>
              </a:rPr>
              <a:t>01</a:t>
            </a:r>
            <a:endParaRPr lang="zh-CN" altLang="en-US" sz="2000" b="1" dirty="0">
              <a:latin typeface="Source Han Sans K Normal" panose="020B0400000000000000" pitchFamily="34" charset="-128"/>
              <a:ea typeface="Source Han Sans K Normal" panose="020B0400000000000000" pitchFamily="34" charset="-128"/>
            </a:endParaRPr>
          </a:p>
        </p:txBody>
      </p:sp>
      <p:cxnSp>
        <p:nvCxnSpPr>
          <p:cNvPr id="11" name="直接连接符 10"/>
          <p:cNvCxnSpPr/>
          <p:nvPr/>
        </p:nvCxnSpPr>
        <p:spPr>
          <a:xfrm>
            <a:off x="1954959" y="2339571"/>
            <a:ext cx="259080"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1462309" y="3085890"/>
            <a:ext cx="487680" cy="487680"/>
          </a:xfrm>
          <a:prstGeom prst="ellipse">
            <a:avLst/>
          </a:prstGeom>
          <a:solidFill>
            <a:srgbClr val="23A2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bg1"/>
              </a:solidFill>
              <a:latin typeface="Source Han Sans K Normal" panose="020B0400000000000000" pitchFamily="34" charset="-128"/>
              <a:ea typeface="Source Han Sans K Normal" panose="020B0400000000000000" pitchFamily="34" charset="-128"/>
            </a:endParaRPr>
          </a:p>
        </p:txBody>
      </p:sp>
      <p:sp>
        <p:nvSpPr>
          <p:cNvPr id="16" name="文本框 21"/>
          <p:cNvSpPr txBox="1"/>
          <p:nvPr/>
        </p:nvSpPr>
        <p:spPr>
          <a:xfrm>
            <a:off x="951591" y="3098898"/>
            <a:ext cx="460382" cy="400110"/>
          </a:xfrm>
          <a:prstGeom prst="rect">
            <a:avLst/>
          </a:prstGeom>
          <a:noFill/>
        </p:spPr>
        <p:txBody>
          <a:bodyPr wrap="none" rtlCol="0">
            <a:spAutoFit/>
          </a:bodyPr>
          <a:lstStyle/>
          <a:p>
            <a:pPr algn="r"/>
            <a:r>
              <a:rPr lang="en-US" altLang="zh-CN" sz="2000" b="1" dirty="0">
                <a:latin typeface="Source Han Sans K Normal" panose="020B0400000000000000" pitchFamily="34" charset="-128"/>
                <a:ea typeface="Source Han Sans K Normal" panose="020B0400000000000000" pitchFamily="34" charset="-128"/>
              </a:rPr>
              <a:t>02</a:t>
            </a:r>
            <a:endParaRPr lang="zh-CN" altLang="en-US" sz="2000" b="1" dirty="0">
              <a:latin typeface="Source Han Sans K Normal" panose="020B0400000000000000" pitchFamily="34" charset="-128"/>
              <a:ea typeface="Source Han Sans K Normal" panose="020B0400000000000000" pitchFamily="34" charset="-128"/>
            </a:endParaRPr>
          </a:p>
        </p:txBody>
      </p:sp>
      <p:cxnSp>
        <p:nvCxnSpPr>
          <p:cNvPr id="18" name="直接连接符 17"/>
          <p:cNvCxnSpPr/>
          <p:nvPr/>
        </p:nvCxnSpPr>
        <p:spPr>
          <a:xfrm>
            <a:off x="1954959" y="3299694"/>
            <a:ext cx="259080"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9" name="椭圆 18"/>
          <p:cNvSpPr/>
          <p:nvPr/>
        </p:nvSpPr>
        <p:spPr>
          <a:xfrm>
            <a:off x="1471927" y="4046013"/>
            <a:ext cx="487680" cy="487680"/>
          </a:xfrm>
          <a:prstGeom prst="ellips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bg1"/>
              </a:solidFill>
              <a:latin typeface="Source Han Sans K Normal" panose="020B0400000000000000" pitchFamily="34" charset="-128"/>
              <a:ea typeface="Source Han Sans K Normal" panose="020B0400000000000000" pitchFamily="34" charset="-128"/>
            </a:endParaRPr>
          </a:p>
        </p:txBody>
      </p:sp>
      <p:sp>
        <p:nvSpPr>
          <p:cNvPr id="20" name="文本框 26"/>
          <p:cNvSpPr txBox="1"/>
          <p:nvPr/>
        </p:nvSpPr>
        <p:spPr>
          <a:xfrm>
            <a:off x="961209" y="4059021"/>
            <a:ext cx="460382" cy="400110"/>
          </a:xfrm>
          <a:prstGeom prst="rect">
            <a:avLst/>
          </a:prstGeom>
          <a:noFill/>
        </p:spPr>
        <p:txBody>
          <a:bodyPr wrap="none" rtlCol="0">
            <a:spAutoFit/>
          </a:bodyPr>
          <a:lstStyle/>
          <a:p>
            <a:pPr algn="r"/>
            <a:r>
              <a:rPr lang="en-US" altLang="zh-CN" sz="2000" b="1" dirty="0">
                <a:latin typeface="Source Han Sans K Normal" panose="020B0400000000000000" pitchFamily="34" charset="-128"/>
                <a:ea typeface="Source Han Sans K Normal" panose="020B0400000000000000" pitchFamily="34" charset="-128"/>
              </a:rPr>
              <a:t>03</a:t>
            </a:r>
            <a:endParaRPr lang="zh-CN" altLang="en-US" sz="2000" b="1" dirty="0">
              <a:latin typeface="Source Han Sans K Normal" panose="020B0400000000000000" pitchFamily="34" charset="-128"/>
              <a:ea typeface="Source Han Sans K Normal" panose="020B0400000000000000" pitchFamily="34" charset="-128"/>
            </a:endParaRPr>
          </a:p>
        </p:txBody>
      </p:sp>
      <p:cxnSp>
        <p:nvCxnSpPr>
          <p:cNvPr id="21" name="直接连接符 20"/>
          <p:cNvCxnSpPr/>
          <p:nvPr/>
        </p:nvCxnSpPr>
        <p:spPr>
          <a:xfrm>
            <a:off x="1954959" y="4259817"/>
            <a:ext cx="259080"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2" name="椭圆 21"/>
          <p:cNvSpPr/>
          <p:nvPr/>
        </p:nvSpPr>
        <p:spPr>
          <a:xfrm>
            <a:off x="1462309" y="5006136"/>
            <a:ext cx="487680" cy="487680"/>
          </a:xfrm>
          <a:prstGeom prst="ellipse">
            <a:avLst/>
          </a:prstGeom>
          <a:solidFill>
            <a:srgbClr val="23A2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bg1"/>
              </a:solidFill>
              <a:latin typeface="Source Han Sans K Normal" panose="020B0400000000000000" pitchFamily="34" charset="-128"/>
              <a:ea typeface="Source Han Sans K Normal" panose="020B0400000000000000" pitchFamily="34" charset="-128"/>
            </a:endParaRPr>
          </a:p>
        </p:txBody>
      </p:sp>
      <p:sp>
        <p:nvSpPr>
          <p:cNvPr id="23" name="文本框 31"/>
          <p:cNvSpPr txBox="1"/>
          <p:nvPr/>
        </p:nvSpPr>
        <p:spPr>
          <a:xfrm>
            <a:off x="951591" y="5019144"/>
            <a:ext cx="460382" cy="400110"/>
          </a:xfrm>
          <a:prstGeom prst="rect">
            <a:avLst/>
          </a:prstGeom>
          <a:noFill/>
        </p:spPr>
        <p:txBody>
          <a:bodyPr wrap="none" rtlCol="0">
            <a:spAutoFit/>
          </a:bodyPr>
          <a:lstStyle/>
          <a:p>
            <a:pPr algn="r"/>
            <a:r>
              <a:rPr lang="en-US" altLang="zh-CN" sz="2000" b="1" dirty="0">
                <a:latin typeface="Source Han Sans K Normal" panose="020B0400000000000000" pitchFamily="34" charset="-128"/>
                <a:ea typeface="Source Han Sans K Normal" panose="020B0400000000000000" pitchFamily="34" charset="-128"/>
              </a:rPr>
              <a:t>04</a:t>
            </a:r>
            <a:endParaRPr lang="zh-CN" altLang="en-US" sz="2000" b="1" dirty="0">
              <a:latin typeface="Source Han Sans K Normal" panose="020B0400000000000000" pitchFamily="34" charset="-128"/>
              <a:ea typeface="Source Han Sans K Normal" panose="020B0400000000000000" pitchFamily="34" charset="-128"/>
            </a:endParaRPr>
          </a:p>
        </p:txBody>
      </p:sp>
      <p:cxnSp>
        <p:nvCxnSpPr>
          <p:cNvPr id="24" name="直接连接符 23"/>
          <p:cNvCxnSpPr/>
          <p:nvPr/>
        </p:nvCxnSpPr>
        <p:spPr>
          <a:xfrm>
            <a:off x="1954959" y="5219940"/>
            <a:ext cx="259080"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1640594" y="2641601"/>
            <a:ext cx="0" cy="338892"/>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640594" y="4568061"/>
            <a:ext cx="0" cy="338892"/>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640594" y="3604831"/>
            <a:ext cx="0" cy="338892"/>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8" name="Content Placeholder 2"/>
          <p:cNvSpPr txBox="1">
            <a:spLocks/>
          </p:cNvSpPr>
          <p:nvPr/>
        </p:nvSpPr>
        <p:spPr>
          <a:xfrm>
            <a:off x="2352261" y="2000275"/>
            <a:ext cx="3296477" cy="738664"/>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a:t>
            </a:r>
          </a:p>
        </p:txBody>
      </p:sp>
      <p:sp>
        <p:nvSpPr>
          <p:cNvPr id="29" name="Content Placeholder 2"/>
          <p:cNvSpPr txBox="1">
            <a:spLocks/>
          </p:cNvSpPr>
          <p:nvPr/>
        </p:nvSpPr>
        <p:spPr>
          <a:xfrm>
            <a:off x="2352261" y="2929621"/>
            <a:ext cx="3296477" cy="738664"/>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a:t>
            </a:r>
          </a:p>
        </p:txBody>
      </p:sp>
      <p:sp>
        <p:nvSpPr>
          <p:cNvPr id="30" name="Content Placeholder 2"/>
          <p:cNvSpPr txBox="1">
            <a:spLocks/>
          </p:cNvSpPr>
          <p:nvPr/>
        </p:nvSpPr>
        <p:spPr>
          <a:xfrm>
            <a:off x="2352261" y="3858967"/>
            <a:ext cx="3296477" cy="738664"/>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a:t>
            </a:r>
          </a:p>
        </p:txBody>
      </p:sp>
      <p:sp>
        <p:nvSpPr>
          <p:cNvPr id="31" name="Content Placeholder 2"/>
          <p:cNvSpPr txBox="1">
            <a:spLocks/>
          </p:cNvSpPr>
          <p:nvPr/>
        </p:nvSpPr>
        <p:spPr>
          <a:xfrm>
            <a:off x="2352261" y="4788313"/>
            <a:ext cx="3296477" cy="738664"/>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a:t>
            </a:r>
          </a:p>
        </p:txBody>
      </p:sp>
    </p:spTree>
    <p:extLst>
      <p:ext uri="{BB962C8B-B14F-4D97-AF65-F5344CB8AC3E}">
        <p14:creationId xmlns:p14="http://schemas.microsoft.com/office/powerpoint/2010/main" val="3518493658"/>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Effect transition="in" filter="fade">
                                      <p:cBhvr>
                                        <p:cTn id="9" dur="10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8"/>
                                        </p:tgtEl>
                                        <p:attrNameLst>
                                          <p:attrName>style.visibility</p:attrName>
                                        </p:attrNameLst>
                                      </p:cBhvr>
                                      <p:to>
                                        <p:strVal val="visible"/>
                                      </p:to>
                                    </p:set>
                                    <p:anim calcmode="lin" valueType="num">
                                      <p:cBhvr additive="base">
                                        <p:cTn id="14" dur="500" fill="hold"/>
                                        <p:tgtEl>
                                          <p:spTgt spid="28"/>
                                        </p:tgtEl>
                                        <p:attrNameLst>
                                          <p:attrName>ppt_x</p:attrName>
                                        </p:attrNameLst>
                                      </p:cBhvr>
                                      <p:tavLst>
                                        <p:tav tm="0">
                                          <p:val>
                                            <p:strVal val="#ppt_x"/>
                                          </p:val>
                                        </p:tav>
                                        <p:tav tm="100000">
                                          <p:val>
                                            <p:strVal val="#ppt_x"/>
                                          </p:val>
                                        </p:tav>
                                      </p:tavLst>
                                    </p:anim>
                                    <p:anim calcmode="lin" valueType="num">
                                      <p:cBhvr additive="base">
                                        <p:cTn id="15" dur="500" fill="hold"/>
                                        <p:tgtEl>
                                          <p:spTgt spid="28"/>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29"/>
                                        </p:tgtEl>
                                        <p:attrNameLst>
                                          <p:attrName>style.visibility</p:attrName>
                                        </p:attrNameLst>
                                      </p:cBhvr>
                                      <p:to>
                                        <p:strVal val="visible"/>
                                      </p:to>
                                    </p:set>
                                    <p:anim calcmode="lin" valueType="num">
                                      <p:cBhvr additive="base">
                                        <p:cTn id="18" dur="500" fill="hold"/>
                                        <p:tgtEl>
                                          <p:spTgt spid="29"/>
                                        </p:tgtEl>
                                        <p:attrNameLst>
                                          <p:attrName>ppt_x</p:attrName>
                                        </p:attrNameLst>
                                      </p:cBhvr>
                                      <p:tavLst>
                                        <p:tav tm="0">
                                          <p:val>
                                            <p:strVal val="#ppt_x"/>
                                          </p:val>
                                        </p:tav>
                                        <p:tav tm="100000">
                                          <p:val>
                                            <p:strVal val="#ppt_x"/>
                                          </p:val>
                                        </p:tav>
                                      </p:tavLst>
                                    </p:anim>
                                    <p:anim calcmode="lin" valueType="num">
                                      <p:cBhvr additive="base">
                                        <p:cTn id="19" dur="500" fill="hold"/>
                                        <p:tgtEl>
                                          <p:spTgt spid="29"/>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 calcmode="lin" valueType="num">
                                      <p:cBhvr additive="base">
                                        <p:cTn id="22" dur="500" fill="hold"/>
                                        <p:tgtEl>
                                          <p:spTgt spid="30"/>
                                        </p:tgtEl>
                                        <p:attrNameLst>
                                          <p:attrName>ppt_x</p:attrName>
                                        </p:attrNameLst>
                                      </p:cBhvr>
                                      <p:tavLst>
                                        <p:tav tm="0">
                                          <p:val>
                                            <p:strVal val="#ppt_x"/>
                                          </p:val>
                                        </p:tav>
                                        <p:tav tm="100000">
                                          <p:val>
                                            <p:strVal val="#ppt_x"/>
                                          </p:val>
                                        </p:tav>
                                      </p:tavLst>
                                    </p:anim>
                                    <p:anim calcmode="lin" valueType="num">
                                      <p:cBhvr additive="base">
                                        <p:cTn id="23" dur="500" fill="hold"/>
                                        <p:tgtEl>
                                          <p:spTgt spid="30"/>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31"/>
                                        </p:tgtEl>
                                        <p:attrNameLst>
                                          <p:attrName>style.visibility</p:attrName>
                                        </p:attrNameLst>
                                      </p:cBhvr>
                                      <p:to>
                                        <p:strVal val="visible"/>
                                      </p:to>
                                    </p:set>
                                    <p:anim calcmode="lin" valueType="num">
                                      <p:cBhvr additive="base">
                                        <p:cTn id="26" dur="500" fill="hold"/>
                                        <p:tgtEl>
                                          <p:spTgt spid="31"/>
                                        </p:tgtEl>
                                        <p:attrNameLst>
                                          <p:attrName>ppt_x</p:attrName>
                                        </p:attrNameLst>
                                      </p:cBhvr>
                                      <p:tavLst>
                                        <p:tav tm="0">
                                          <p:val>
                                            <p:strVal val="#ppt_x"/>
                                          </p:val>
                                        </p:tav>
                                        <p:tav tm="100000">
                                          <p:val>
                                            <p:strVal val="#ppt_x"/>
                                          </p:val>
                                        </p:tav>
                                      </p:tavLst>
                                    </p:anim>
                                    <p:anim calcmode="lin" valueType="num">
                                      <p:cBhvr additive="base">
                                        <p:cTn id="27" dur="500" fill="hold"/>
                                        <p:tgtEl>
                                          <p:spTgt spid="31"/>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ppt_x"/>
                                          </p:val>
                                        </p:tav>
                                        <p:tav tm="100000">
                                          <p:val>
                                            <p:strVal val="#ppt_x"/>
                                          </p:val>
                                        </p:tav>
                                      </p:tavLst>
                                    </p:anim>
                                    <p:anim calcmode="lin" valueType="num">
                                      <p:cBhvr additive="base">
                                        <p:cTn id="31" dur="500" fill="hold"/>
                                        <p:tgtEl>
                                          <p:spTgt spid="9"/>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ppt_x"/>
                                          </p:val>
                                        </p:tav>
                                        <p:tav tm="100000">
                                          <p:val>
                                            <p:strVal val="#ppt_x"/>
                                          </p:val>
                                        </p:tav>
                                      </p:tavLst>
                                    </p:anim>
                                    <p:anim calcmode="lin" valueType="num">
                                      <p:cBhvr additive="base">
                                        <p:cTn id="39" dur="500" fill="hold"/>
                                        <p:tgtEl>
                                          <p:spTgt spid="11"/>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 calcmode="lin" valueType="num">
                                      <p:cBhvr additive="base">
                                        <p:cTn id="46" dur="500" fill="hold"/>
                                        <p:tgtEl>
                                          <p:spTgt spid="16"/>
                                        </p:tgtEl>
                                        <p:attrNameLst>
                                          <p:attrName>ppt_x</p:attrName>
                                        </p:attrNameLst>
                                      </p:cBhvr>
                                      <p:tavLst>
                                        <p:tav tm="0">
                                          <p:val>
                                            <p:strVal val="#ppt_x"/>
                                          </p:val>
                                        </p:tav>
                                        <p:tav tm="100000">
                                          <p:val>
                                            <p:strVal val="#ppt_x"/>
                                          </p:val>
                                        </p:tav>
                                      </p:tavLst>
                                    </p:anim>
                                    <p:anim calcmode="lin" valueType="num">
                                      <p:cBhvr additive="base">
                                        <p:cTn id="47" dur="500" fill="hold"/>
                                        <p:tgtEl>
                                          <p:spTgt spid="16"/>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 calcmode="lin" valueType="num">
                                      <p:cBhvr additive="base">
                                        <p:cTn id="50" dur="500" fill="hold"/>
                                        <p:tgtEl>
                                          <p:spTgt spid="18"/>
                                        </p:tgtEl>
                                        <p:attrNameLst>
                                          <p:attrName>ppt_x</p:attrName>
                                        </p:attrNameLst>
                                      </p:cBhvr>
                                      <p:tavLst>
                                        <p:tav tm="0">
                                          <p:val>
                                            <p:strVal val="#ppt_x"/>
                                          </p:val>
                                        </p:tav>
                                        <p:tav tm="100000">
                                          <p:val>
                                            <p:strVal val="#ppt_x"/>
                                          </p:val>
                                        </p:tav>
                                      </p:tavLst>
                                    </p:anim>
                                    <p:anim calcmode="lin" valueType="num">
                                      <p:cBhvr additive="base">
                                        <p:cTn id="51" dur="500" fill="hold"/>
                                        <p:tgtEl>
                                          <p:spTgt spid="18"/>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 calcmode="lin" valueType="num">
                                      <p:cBhvr additive="base">
                                        <p:cTn id="54" dur="500" fill="hold"/>
                                        <p:tgtEl>
                                          <p:spTgt spid="19"/>
                                        </p:tgtEl>
                                        <p:attrNameLst>
                                          <p:attrName>ppt_x</p:attrName>
                                        </p:attrNameLst>
                                      </p:cBhvr>
                                      <p:tavLst>
                                        <p:tav tm="0">
                                          <p:val>
                                            <p:strVal val="#ppt_x"/>
                                          </p:val>
                                        </p:tav>
                                        <p:tav tm="100000">
                                          <p:val>
                                            <p:strVal val="#ppt_x"/>
                                          </p:val>
                                        </p:tav>
                                      </p:tavLst>
                                    </p:anim>
                                    <p:anim calcmode="lin" valueType="num">
                                      <p:cBhvr additive="base">
                                        <p:cTn id="55" dur="500" fill="hold"/>
                                        <p:tgtEl>
                                          <p:spTgt spid="19"/>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 calcmode="lin" valueType="num">
                                      <p:cBhvr additive="base">
                                        <p:cTn id="58" dur="500" fill="hold"/>
                                        <p:tgtEl>
                                          <p:spTgt spid="20"/>
                                        </p:tgtEl>
                                        <p:attrNameLst>
                                          <p:attrName>ppt_x</p:attrName>
                                        </p:attrNameLst>
                                      </p:cBhvr>
                                      <p:tavLst>
                                        <p:tav tm="0">
                                          <p:val>
                                            <p:strVal val="#ppt_x"/>
                                          </p:val>
                                        </p:tav>
                                        <p:tav tm="100000">
                                          <p:val>
                                            <p:strVal val="#ppt_x"/>
                                          </p:val>
                                        </p:tav>
                                      </p:tavLst>
                                    </p:anim>
                                    <p:anim calcmode="lin" valueType="num">
                                      <p:cBhvr additive="base">
                                        <p:cTn id="59" dur="500" fill="hold"/>
                                        <p:tgtEl>
                                          <p:spTgt spid="20"/>
                                        </p:tgtEl>
                                        <p:attrNameLst>
                                          <p:attrName>ppt_y</p:attrName>
                                        </p:attrNameLst>
                                      </p:cBhvr>
                                      <p:tavLst>
                                        <p:tav tm="0">
                                          <p:val>
                                            <p:strVal val="1+#ppt_h/2"/>
                                          </p:val>
                                        </p:tav>
                                        <p:tav tm="100000">
                                          <p:val>
                                            <p:strVal val="#ppt_y"/>
                                          </p:val>
                                        </p:tav>
                                      </p:tavLst>
                                    </p:anim>
                                  </p:childTnLst>
                                </p:cTn>
                              </p:par>
                              <p:par>
                                <p:cTn id="60" presetID="2" presetClass="entr" presetSubtype="4"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 calcmode="lin" valueType="num">
                                      <p:cBhvr additive="base">
                                        <p:cTn id="62" dur="500" fill="hold"/>
                                        <p:tgtEl>
                                          <p:spTgt spid="21"/>
                                        </p:tgtEl>
                                        <p:attrNameLst>
                                          <p:attrName>ppt_x</p:attrName>
                                        </p:attrNameLst>
                                      </p:cBhvr>
                                      <p:tavLst>
                                        <p:tav tm="0">
                                          <p:val>
                                            <p:strVal val="#ppt_x"/>
                                          </p:val>
                                        </p:tav>
                                        <p:tav tm="100000">
                                          <p:val>
                                            <p:strVal val="#ppt_x"/>
                                          </p:val>
                                        </p:tav>
                                      </p:tavLst>
                                    </p:anim>
                                    <p:anim calcmode="lin" valueType="num">
                                      <p:cBhvr additive="base">
                                        <p:cTn id="63" dur="500" fill="hold"/>
                                        <p:tgtEl>
                                          <p:spTgt spid="21"/>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 calcmode="lin" valueType="num">
                                      <p:cBhvr additive="base">
                                        <p:cTn id="66" dur="500" fill="hold"/>
                                        <p:tgtEl>
                                          <p:spTgt spid="22"/>
                                        </p:tgtEl>
                                        <p:attrNameLst>
                                          <p:attrName>ppt_x</p:attrName>
                                        </p:attrNameLst>
                                      </p:cBhvr>
                                      <p:tavLst>
                                        <p:tav tm="0">
                                          <p:val>
                                            <p:strVal val="#ppt_x"/>
                                          </p:val>
                                        </p:tav>
                                        <p:tav tm="100000">
                                          <p:val>
                                            <p:strVal val="#ppt_x"/>
                                          </p:val>
                                        </p:tav>
                                      </p:tavLst>
                                    </p:anim>
                                    <p:anim calcmode="lin" valueType="num">
                                      <p:cBhvr additive="base">
                                        <p:cTn id="67" dur="500" fill="hold"/>
                                        <p:tgtEl>
                                          <p:spTgt spid="22"/>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 calcmode="lin" valueType="num">
                                      <p:cBhvr additive="base">
                                        <p:cTn id="70" dur="500" fill="hold"/>
                                        <p:tgtEl>
                                          <p:spTgt spid="23"/>
                                        </p:tgtEl>
                                        <p:attrNameLst>
                                          <p:attrName>ppt_x</p:attrName>
                                        </p:attrNameLst>
                                      </p:cBhvr>
                                      <p:tavLst>
                                        <p:tav tm="0">
                                          <p:val>
                                            <p:strVal val="#ppt_x"/>
                                          </p:val>
                                        </p:tav>
                                        <p:tav tm="100000">
                                          <p:val>
                                            <p:strVal val="#ppt_x"/>
                                          </p:val>
                                        </p:tav>
                                      </p:tavLst>
                                    </p:anim>
                                    <p:anim calcmode="lin" valueType="num">
                                      <p:cBhvr additive="base">
                                        <p:cTn id="71" dur="500" fill="hold"/>
                                        <p:tgtEl>
                                          <p:spTgt spid="23"/>
                                        </p:tgtEl>
                                        <p:attrNameLst>
                                          <p:attrName>ppt_y</p:attrName>
                                        </p:attrNameLst>
                                      </p:cBhvr>
                                      <p:tavLst>
                                        <p:tav tm="0">
                                          <p:val>
                                            <p:strVal val="1+#ppt_h/2"/>
                                          </p:val>
                                        </p:tav>
                                        <p:tav tm="100000">
                                          <p:val>
                                            <p:strVal val="#ppt_y"/>
                                          </p:val>
                                        </p:tav>
                                      </p:tavLst>
                                    </p:anim>
                                  </p:childTnLst>
                                </p:cTn>
                              </p:par>
                              <p:par>
                                <p:cTn id="72" presetID="2" presetClass="entr" presetSubtype="4" fill="hold" nodeType="withEffect">
                                  <p:stCondLst>
                                    <p:cond delay="0"/>
                                  </p:stCondLst>
                                  <p:childTnLst>
                                    <p:set>
                                      <p:cBhvr>
                                        <p:cTn id="73" dur="1" fill="hold">
                                          <p:stCondLst>
                                            <p:cond delay="0"/>
                                          </p:stCondLst>
                                        </p:cTn>
                                        <p:tgtEl>
                                          <p:spTgt spid="24"/>
                                        </p:tgtEl>
                                        <p:attrNameLst>
                                          <p:attrName>style.visibility</p:attrName>
                                        </p:attrNameLst>
                                      </p:cBhvr>
                                      <p:to>
                                        <p:strVal val="visible"/>
                                      </p:to>
                                    </p:set>
                                    <p:anim calcmode="lin" valueType="num">
                                      <p:cBhvr additive="base">
                                        <p:cTn id="74" dur="500" fill="hold"/>
                                        <p:tgtEl>
                                          <p:spTgt spid="24"/>
                                        </p:tgtEl>
                                        <p:attrNameLst>
                                          <p:attrName>ppt_x</p:attrName>
                                        </p:attrNameLst>
                                      </p:cBhvr>
                                      <p:tavLst>
                                        <p:tav tm="0">
                                          <p:val>
                                            <p:strVal val="#ppt_x"/>
                                          </p:val>
                                        </p:tav>
                                        <p:tav tm="100000">
                                          <p:val>
                                            <p:strVal val="#ppt_x"/>
                                          </p:val>
                                        </p:tav>
                                      </p:tavLst>
                                    </p:anim>
                                    <p:anim calcmode="lin" valueType="num">
                                      <p:cBhvr additive="base">
                                        <p:cTn id="75" dur="500" fill="hold"/>
                                        <p:tgtEl>
                                          <p:spTgt spid="24"/>
                                        </p:tgtEl>
                                        <p:attrNameLst>
                                          <p:attrName>ppt_y</p:attrName>
                                        </p:attrNameLst>
                                      </p:cBhvr>
                                      <p:tavLst>
                                        <p:tav tm="0">
                                          <p:val>
                                            <p:strVal val="1+#ppt_h/2"/>
                                          </p:val>
                                        </p:tav>
                                        <p:tav tm="100000">
                                          <p:val>
                                            <p:strVal val="#ppt_y"/>
                                          </p:val>
                                        </p:tav>
                                      </p:tavLst>
                                    </p:anim>
                                  </p:childTnLst>
                                </p:cTn>
                              </p:par>
                              <p:par>
                                <p:cTn id="76" presetID="2" presetClass="entr" presetSubtype="4" fill="hold" nodeType="withEffect">
                                  <p:stCondLst>
                                    <p:cond delay="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ppt_x"/>
                                          </p:val>
                                        </p:tav>
                                        <p:tav tm="100000">
                                          <p:val>
                                            <p:strVal val="#ppt_x"/>
                                          </p:val>
                                        </p:tav>
                                      </p:tavLst>
                                    </p:anim>
                                    <p:anim calcmode="lin" valueType="num">
                                      <p:cBhvr additive="base">
                                        <p:cTn id="79" dur="500" fill="hold"/>
                                        <p:tgtEl>
                                          <p:spTgt spid="25"/>
                                        </p:tgtEl>
                                        <p:attrNameLst>
                                          <p:attrName>ppt_y</p:attrName>
                                        </p:attrNameLst>
                                      </p:cBhvr>
                                      <p:tavLst>
                                        <p:tav tm="0">
                                          <p:val>
                                            <p:strVal val="1+#ppt_h/2"/>
                                          </p:val>
                                        </p:tav>
                                        <p:tav tm="100000">
                                          <p:val>
                                            <p:strVal val="#ppt_y"/>
                                          </p:val>
                                        </p:tav>
                                      </p:tavLst>
                                    </p:anim>
                                  </p:childTnLst>
                                </p:cTn>
                              </p:par>
                              <p:par>
                                <p:cTn id="80" presetID="2" presetClass="entr" presetSubtype="4" fill="hold" nodeType="withEffect">
                                  <p:stCondLst>
                                    <p:cond delay="0"/>
                                  </p:stCondLst>
                                  <p:childTnLst>
                                    <p:set>
                                      <p:cBhvr>
                                        <p:cTn id="81" dur="1" fill="hold">
                                          <p:stCondLst>
                                            <p:cond delay="0"/>
                                          </p:stCondLst>
                                        </p:cTn>
                                        <p:tgtEl>
                                          <p:spTgt spid="26"/>
                                        </p:tgtEl>
                                        <p:attrNameLst>
                                          <p:attrName>style.visibility</p:attrName>
                                        </p:attrNameLst>
                                      </p:cBhvr>
                                      <p:to>
                                        <p:strVal val="visible"/>
                                      </p:to>
                                    </p:set>
                                    <p:anim calcmode="lin" valueType="num">
                                      <p:cBhvr additive="base">
                                        <p:cTn id="82" dur="500" fill="hold"/>
                                        <p:tgtEl>
                                          <p:spTgt spid="26"/>
                                        </p:tgtEl>
                                        <p:attrNameLst>
                                          <p:attrName>ppt_x</p:attrName>
                                        </p:attrNameLst>
                                      </p:cBhvr>
                                      <p:tavLst>
                                        <p:tav tm="0">
                                          <p:val>
                                            <p:strVal val="#ppt_x"/>
                                          </p:val>
                                        </p:tav>
                                        <p:tav tm="100000">
                                          <p:val>
                                            <p:strVal val="#ppt_x"/>
                                          </p:val>
                                        </p:tav>
                                      </p:tavLst>
                                    </p:anim>
                                    <p:anim calcmode="lin" valueType="num">
                                      <p:cBhvr additive="base">
                                        <p:cTn id="83" dur="500" fill="hold"/>
                                        <p:tgtEl>
                                          <p:spTgt spid="26"/>
                                        </p:tgtEl>
                                        <p:attrNameLst>
                                          <p:attrName>ppt_y</p:attrName>
                                        </p:attrNameLst>
                                      </p:cBhvr>
                                      <p:tavLst>
                                        <p:tav tm="0">
                                          <p:val>
                                            <p:strVal val="1+#ppt_h/2"/>
                                          </p:val>
                                        </p:tav>
                                        <p:tav tm="100000">
                                          <p:val>
                                            <p:strVal val="#ppt_y"/>
                                          </p:val>
                                        </p:tav>
                                      </p:tavLst>
                                    </p:anim>
                                  </p:childTnLst>
                                </p:cTn>
                              </p:par>
                              <p:par>
                                <p:cTn id="84" presetID="2" presetClass="entr" presetSubtype="4" fill="hold" nodeType="withEffect">
                                  <p:stCondLst>
                                    <p:cond delay="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9" grpId="0" animBg="1"/>
      <p:bldP spid="10" grpId="0"/>
      <p:bldP spid="15" grpId="0" animBg="1"/>
      <p:bldP spid="16" grpId="0"/>
      <p:bldP spid="19" grpId="0" animBg="1"/>
      <p:bldP spid="20" grpId="0"/>
      <p:bldP spid="22" grpId="0" animBg="1"/>
      <p:bldP spid="23" grpId="0"/>
      <p:bldP spid="28" grpId="0"/>
      <p:bldP spid="29" grpId="0"/>
      <p:bldP spid="30" grpId="0"/>
      <p:bldP spid="3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3423744"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任务实施过程</a:t>
            </a:r>
          </a:p>
        </p:txBody>
      </p:sp>
      <p:sp>
        <p:nvSpPr>
          <p:cNvPr id="6" name="Freeform 365"/>
          <p:cNvSpPr/>
          <p:nvPr/>
        </p:nvSpPr>
        <p:spPr bwMode="auto">
          <a:xfrm>
            <a:off x="6980014" y="3124566"/>
            <a:ext cx="1838675" cy="1638725"/>
          </a:xfrm>
          <a:custGeom>
            <a:avLst/>
            <a:gdLst>
              <a:gd name="T0" fmla="*/ 495 w 495"/>
              <a:gd name="T1" fmla="*/ 173 h 434"/>
              <a:gd name="T2" fmla="*/ 400 w 495"/>
              <a:gd name="T3" fmla="*/ 173 h 434"/>
              <a:gd name="T4" fmla="*/ 400 w 495"/>
              <a:gd name="T5" fmla="*/ 34 h 434"/>
              <a:gd name="T6" fmla="*/ 366 w 495"/>
              <a:gd name="T7" fmla="*/ 0 h 434"/>
              <a:gd name="T8" fmla="*/ 128 w 495"/>
              <a:gd name="T9" fmla="*/ 0 h 434"/>
              <a:gd name="T10" fmla="*/ 94 w 495"/>
              <a:gd name="T11" fmla="*/ 34 h 434"/>
              <a:gd name="T12" fmla="*/ 94 w 495"/>
              <a:gd name="T13" fmla="*/ 173 h 434"/>
              <a:gd name="T14" fmla="*/ 0 w 495"/>
              <a:gd name="T15" fmla="*/ 173 h 434"/>
              <a:gd name="T16" fmla="*/ 247 w 495"/>
              <a:gd name="T17" fmla="*/ 434 h 434"/>
              <a:gd name="T18" fmla="*/ 495 w 495"/>
              <a:gd name="T19" fmla="*/ 173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5" h="434">
                <a:moveTo>
                  <a:pt x="495" y="173"/>
                </a:moveTo>
                <a:cubicBezTo>
                  <a:pt x="400" y="173"/>
                  <a:pt x="400" y="173"/>
                  <a:pt x="400" y="173"/>
                </a:cubicBezTo>
                <a:cubicBezTo>
                  <a:pt x="400" y="34"/>
                  <a:pt x="400" y="34"/>
                  <a:pt x="400" y="34"/>
                </a:cubicBezTo>
                <a:cubicBezTo>
                  <a:pt x="400" y="16"/>
                  <a:pt x="385" y="0"/>
                  <a:pt x="366" y="0"/>
                </a:cubicBezTo>
                <a:cubicBezTo>
                  <a:pt x="128" y="0"/>
                  <a:pt x="128" y="0"/>
                  <a:pt x="128" y="0"/>
                </a:cubicBezTo>
                <a:cubicBezTo>
                  <a:pt x="110" y="0"/>
                  <a:pt x="94" y="16"/>
                  <a:pt x="94" y="34"/>
                </a:cubicBezTo>
                <a:cubicBezTo>
                  <a:pt x="94" y="173"/>
                  <a:pt x="94" y="173"/>
                  <a:pt x="94" y="173"/>
                </a:cubicBezTo>
                <a:cubicBezTo>
                  <a:pt x="0" y="173"/>
                  <a:pt x="0" y="173"/>
                  <a:pt x="0" y="173"/>
                </a:cubicBezTo>
                <a:cubicBezTo>
                  <a:pt x="247" y="434"/>
                  <a:pt x="247" y="434"/>
                  <a:pt x="247" y="434"/>
                </a:cubicBezTo>
                <a:lnTo>
                  <a:pt x="495" y="173"/>
                </a:lnTo>
                <a:close/>
              </a:path>
            </a:pathLst>
          </a:custGeom>
          <a:solidFill>
            <a:srgbClr val="23A2E4"/>
          </a:solidFill>
          <a:ln>
            <a:noFill/>
          </a:ln>
        </p:spPr>
        <p:txBody>
          <a:bodyPr vert="horz" wrap="square" lIns="91440" tIns="45720" rIns="91440" bIns="45720" numCol="1" anchor="t" anchorCtr="0" compatLnSpc="1"/>
          <a:lstStyle/>
          <a:p>
            <a:endParaRPr lang="en-US"/>
          </a:p>
        </p:txBody>
      </p:sp>
      <p:sp>
        <p:nvSpPr>
          <p:cNvPr id="7" name="Freeform 366"/>
          <p:cNvSpPr/>
          <p:nvPr/>
        </p:nvSpPr>
        <p:spPr bwMode="auto">
          <a:xfrm>
            <a:off x="7682763" y="4646239"/>
            <a:ext cx="435035" cy="275638"/>
          </a:xfrm>
          <a:custGeom>
            <a:avLst/>
            <a:gdLst>
              <a:gd name="T0" fmla="*/ 234 w 234"/>
              <a:gd name="T1" fmla="*/ 22 h 146"/>
              <a:gd name="T2" fmla="*/ 234 w 234"/>
              <a:gd name="T3" fmla="*/ 0 h 146"/>
              <a:gd name="T4" fmla="*/ 116 w 234"/>
              <a:gd name="T5" fmla="*/ 122 h 146"/>
              <a:gd name="T6" fmla="*/ 0 w 234"/>
              <a:gd name="T7" fmla="*/ 0 h 146"/>
              <a:gd name="T8" fmla="*/ 0 w 234"/>
              <a:gd name="T9" fmla="*/ 22 h 146"/>
              <a:gd name="T10" fmla="*/ 116 w 234"/>
              <a:gd name="T11" fmla="*/ 146 h 146"/>
              <a:gd name="T12" fmla="*/ 234 w 234"/>
              <a:gd name="T13" fmla="*/ 22 h 146"/>
            </a:gdLst>
            <a:ahLst/>
            <a:cxnLst>
              <a:cxn ang="0">
                <a:pos x="T0" y="T1"/>
              </a:cxn>
              <a:cxn ang="0">
                <a:pos x="T2" y="T3"/>
              </a:cxn>
              <a:cxn ang="0">
                <a:pos x="T4" y="T5"/>
              </a:cxn>
              <a:cxn ang="0">
                <a:pos x="T6" y="T7"/>
              </a:cxn>
              <a:cxn ang="0">
                <a:pos x="T8" y="T9"/>
              </a:cxn>
              <a:cxn ang="0">
                <a:pos x="T10" y="T11"/>
              </a:cxn>
              <a:cxn ang="0">
                <a:pos x="T12" y="T13"/>
              </a:cxn>
            </a:cxnLst>
            <a:rect l="0" t="0" r="r" b="b"/>
            <a:pathLst>
              <a:path w="234" h="146">
                <a:moveTo>
                  <a:pt x="234" y="22"/>
                </a:moveTo>
                <a:lnTo>
                  <a:pt x="234" y="0"/>
                </a:lnTo>
                <a:lnTo>
                  <a:pt x="116" y="122"/>
                </a:lnTo>
                <a:lnTo>
                  <a:pt x="0" y="0"/>
                </a:lnTo>
                <a:lnTo>
                  <a:pt x="0" y="22"/>
                </a:lnTo>
                <a:lnTo>
                  <a:pt x="116" y="146"/>
                </a:lnTo>
                <a:lnTo>
                  <a:pt x="234" y="22"/>
                </a:lnTo>
                <a:close/>
              </a:path>
            </a:pathLst>
          </a:custGeom>
          <a:solidFill>
            <a:srgbClr val="23A2E4"/>
          </a:solidFill>
          <a:ln>
            <a:noFill/>
          </a:ln>
        </p:spPr>
        <p:txBody>
          <a:bodyPr vert="horz" wrap="square" lIns="91440" tIns="45720" rIns="91440" bIns="45720" numCol="1" anchor="t" anchorCtr="0" compatLnSpc="1"/>
          <a:lstStyle/>
          <a:p>
            <a:endParaRPr lang="en-US"/>
          </a:p>
        </p:txBody>
      </p:sp>
      <p:sp>
        <p:nvSpPr>
          <p:cNvPr id="8" name="Freeform 367"/>
          <p:cNvSpPr/>
          <p:nvPr/>
        </p:nvSpPr>
        <p:spPr bwMode="auto">
          <a:xfrm>
            <a:off x="7682763" y="4782170"/>
            <a:ext cx="435035" cy="275638"/>
          </a:xfrm>
          <a:custGeom>
            <a:avLst/>
            <a:gdLst>
              <a:gd name="T0" fmla="*/ 234 w 234"/>
              <a:gd name="T1" fmla="*/ 24 h 146"/>
              <a:gd name="T2" fmla="*/ 234 w 234"/>
              <a:gd name="T3" fmla="*/ 0 h 146"/>
              <a:gd name="T4" fmla="*/ 116 w 234"/>
              <a:gd name="T5" fmla="*/ 124 h 146"/>
              <a:gd name="T6" fmla="*/ 0 w 234"/>
              <a:gd name="T7" fmla="*/ 0 h 146"/>
              <a:gd name="T8" fmla="*/ 0 w 234"/>
              <a:gd name="T9" fmla="*/ 24 h 146"/>
              <a:gd name="T10" fmla="*/ 116 w 234"/>
              <a:gd name="T11" fmla="*/ 146 h 146"/>
              <a:gd name="T12" fmla="*/ 234 w 234"/>
              <a:gd name="T13" fmla="*/ 24 h 146"/>
            </a:gdLst>
            <a:ahLst/>
            <a:cxnLst>
              <a:cxn ang="0">
                <a:pos x="T0" y="T1"/>
              </a:cxn>
              <a:cxn ang="0">
                <a:pos x="T2" y="T3"/>
              </a:cxn>
              <a:cxn ang="0">
                <a:pos x="T4" y="T5"/>
              </a:cxn>
              <a:cxn ang="0">
                <a:pos x="T6" y="T7"/>
              </a:cxn>
              <a:cxn ang="0">
                <a:pos x="T8" y="T9"/>
              </a:cxn>
              <a:cxn ang="0">
                <a:pos x="T10" y="T11"/>
              </a:cxn>
              <a:cxn ang="0">
                <a:pos x="T12" y="T13"/>
              </a:cxn>
            </a:cxnLst>
            <a:rect l="0" t="0" r="r" b="b"/>
            <a:pathLst>
              <a:path w="234" h="146">
                <a:moveTo>
                  <a:pt x="234" y="24"/>
                </a:moveTo>
                <a:lnTo>
                  <a:pt x="234" y="0"/>
                </a:lnTo>
                <a:lnTo>
                  <a:pt x="116" y="124"/>
                </a:lnTo>
                <a:lnTo>
                  <a:pt x="0" y="0"/>
                </a:lnTo>
                <a:lnTo>
                  <a:pt x="0" y="24"/>
                </a:lnTo>
                <a:lnTo>
                  <a:pt x="116" y="146"/>
                </a:lnTo>
                <a:lnTo>
                  <a:pt x="234" y="24"/>
                </a:lnTo>
                <a:close/>
              </a:path>
            </a:pathLst>
          </a:custGeom>
          <a:solidFill>
            <a:srgbClr val="23A2E4"/>
          </a:solidFill>
          <a:ln>
            <a:noFill/>
          </a:ln>
        </p:spPr>
        <p:txBody>
          <a:bodyPr vert="horz" wrap="square" lIns="91440" tIns="45720" rIns="91440" bIns="45720" numCol="1" anchor="t" anchorCtr="0" compatLnSpc="1"/>
          <a:lstStyle/>
          <a:p>
            <a:endParaRPr lang="en-US"/>
          </a:p>
        </p:txBody>
      </p:sp>
      <p:sp>
        <p:nvSpPr>
          <p:cNvPr id="9" name="Freeform 368"/>
          <p:cNvSpPr>
            <a:spLocks noEditPoints="1"/>
          </p:cNvSpPr>
          <p:nvPr/>
        </p:nvSpPr>
        <p:spPr bwMode="auto">
          <a:xfrm>
            <a:off x="7864957" y="2784738"/>
            <a:ext cx="70647" cy="354931"/>
          </a:xfrm>
          <a:custGeom>
            <a:avLst/>
            <a:gdLst>
              <a:gd name="T0" fmla="*/ 9 w 19"/>
              <a:gd name="T1" fmla="*/ 72 h 94"/>
              <a:gd name="T2" fmla="*/ 5 w 19"/>
              <a:gd name="T3" fmla="*/ 76 h 94"/>
              <a:gd name="T4" fmla="*/ 9 w 19"/>
              <a:gd name="T5" fmla="*/ 80 h 94"/>
              <a:gd name="T6" fmla="*/ 13 w 19"/>
              <a:gd name="T7" fmla="*/ 76 h 94"/>
              <a:gd name="T8" fmla="*/ 9 w 19"/>
              <a:gd name="T9" fmla="*/ 72 h 94"/>
              <a:gd name="T10" fmla="*/ 9 w 19"/>
              <a:gd name="T11" fmla="*/ 0 h 94"/>
              <a:gd name="T12" fmla="*/ 0 w 19"/>
              <a:gd name="T13" fmla="*/ 10 h 94"/>
              <a:gd name="T14" fmla="*/ 9 w 19"/>
              <a:gd name="T15" fmla="*/ 20 h 94"/>
              <a:gd name="T16" fmla="*/ 19 w 19"/>
              <a:gd name="T17" fmla="*/ 10 h 94"/>
              <a:gd name="T18" fmla="*/ 9 w 19"/>
              <a:gd name="T19" fmla="*/ 0 h 94"/>
              <a:gd name="T20" fmla="*/ 9 w 19"/>
              <a:gd name="T21" fmla="*/ 57 h 94"/>
              <a:gd name="T22" fmla="*/ 5 w 19"/>
              <a:gd name="T23" fmla="*/ 61 h 94"/>
              <a:gd name="T24" fmla="*/ 9 w 19"/>
              <a:gd name="T25" fmla="*/ 65 h 94"/>
              <a:gd name="T26" fmla="*/ 13 w 19"/>
              <a:gd name="T27" fmla="*/ 61 h 94"/>
              <a:gd name="T28" fmla="*/ 9 w 19"/>
              <a:gd name="T29" fmla="*/ 57 h 94"/>
              <a:gd name="T30" fmla="*/ 7 w 19"/>
              <a:gd name="T31" fmla="*/ 88 h 94"/>
              <a:gd name="T32" fmla="*/ 5 w 19"/>
              <a:gd name="T33" fmla="*/ 90 h 94"/>
              <a:gd name="T34" fmla="*/ 7 w 19"/>
              <a:gd name="T35" fmla="*/ 93 h 94"/>
              <a:gd name="T36" fmla="*/ 9 w 19"/>
              <a:gd name="T37" fmla="*/ 94 h 94"/>
              <a:gd name="T38" fmla="*/ 12 w 19"/>
              <a:gd name="T39" fmla="*/ 93 h 94"/>
              <a:gd name="T40" fmla="*/ 13 w 19"/>
              <a:gd name="T41" fmla="*/ 90 h 94"/>
              <a:gd name="T42" fmla="*/ 12 w 19"/>
              <a:gd name="T43" fmla="*/ 88 h 94"/>
              <a:gd name="T44" fmla="*/ 7 w 19"/>
              <a:gd name="T45" fmla="*/ 88 h 94"/>
              <a:gd name="T46" fmla="*/ 9 w 19"/>
              <a:gd name="T47" fmla="*/ 27 h 94"/>
              <a:gd name="T48" fmla="*/ 5 w 19"/>
              <a:gd name="T49" fmla="*/ 31 h 94"/>
              <a:gd name="T50" fmla="*/ 9 w 19"/>
              <a:gd name="T51" fmla="*/ 35 h 94"/>
              <a:gd name="T52" fmla="*/ 13 w 19"/>
              <a:gd name="T53" fmla="*/ 31 h 94"/>
              <a:gd name="T54" fmla="*/ 9 w 19"/>
              <a:gd name="T55" fmla="*/ 27 h 94"/>
              <a:gd name="T56" fmla="*/ 9 w 19"/>
              <a:gd name="T57" fmla="*/ 42 h 94"/>
              <a:gd name="T58" fmla="*/ 5 w 19"/>
              <a:gd name="T59" fmla="*/ 46 h 94"/>
              <a:gd name="T60" fmla="*/ 9 w 19"/>
              <a:gd name="T61" fmla="*/ 50 h 94"/>
              <a:gd name="T62" fmla="*/ 13 w 19"/>
              <a:gd name="T63" fmla="*/ 46 h 94"/>
              <a:gd name="T64" fmla="*/ 9 w 19"/>
              <a:gd name="T65" fmla="*/ 42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 h="94">
                <a:moveTo>
                  <a:pt x="9" y="72"/>
                </a:moveTo>
                <a:cubicBezTo>
                  <a:pt x="7" y="72"/>
                  <a:pt x="5" y="73"/>
                  <a:pt x="5" y="76"/>
                </a:cubicBezTo>
                <a:cubicBezTo>
                  <a:pt x="5" y="78"/>
                  <a:pt x="7" y="80"/>
                  <a:pt x="9" y="80"/>
                </a:cubicBezTo>
                <a:cubicBezTo>
                  <a:pt x="12" y="80"/>
                  <a:pt x="13" y="78"/>
                  <a:pt x="13" y="76"/>
                </a:cubicBezTo>
                <a:cubicBezTo>
                  <a:pt x="13" y="73"/>
                  <a:pt x="12" y="72"/>
                  <a:pt x="9" y="72"/>
                </a:cubicBezTo>
                <a:close/>
                <a:moveTo>
                  <a:pt x="9" y="0"/>
                </a:moveTo>
                <a:cubicBezTo>
                  <a:pt x="4" y="0"/>
                  <a:pt x="0" y="5"/>
                  <a:pt x="0" y="10"/>
                </a:cubicBezTo>
                <a:cubicBezTo>
                  <a:pt x="0" y="16"/>
                  <a:pt x="4" y="20"/>
                  <a:pt x="9" y="20"/>
                </a:cubicBezTo>
                <a:cubicBezTo>
                  <a:pt x="15" y="20"/>
                  <a:pt x="19" y="16"/>
                  <a:pt x="19" y="10"/>
                </a:cubicBezTo>
                <a:cubicBezTo>
                  <a:pt x="19" y="5"/>
                  <a:pt x="15" y="0"/>
                  <a:pt x="9" y="0"/>
                </a:cubicBezTo>
                <a:close/>
                <a:moveTo>
                  <a:pt x="9" y="57"/>
                </a:moveTo>
                <a:cubicBezTo>
                  <a:pt x="7" y="57"/>
                  <a:pt x="5" y="58"/>
                  <a:pt x="5" y="61"/>
                </a:cubicBezTo>
                <a:cubicBezTo>
                  <a:pt x="5" y="63"/>
                  <a:pt x="7" y="65"/>
                  <a:pt x="9" y="65"/>
                </a:cubicBezTo>
                <a:cubicBezTo>
                  <a:pt x="12" y="65"/>
                  <a:pt x="13" y="63"/>
                  <a:pt x="13" y="61"/>
                </a:cubicBezTo>
                <a:cubicBezTo>
                  <a:pt x="13" y="58"/>
                  <a:pt x="12" y="57"/>
                  <a:pt x="9" y="57"/>
                </a:cubicBezTo>
                <a:close/>
                <a:moveTo>
                  <a:pt x="7" y="88"/>
                </a:moveTo>
                <a:cubicBezTo>
                  <a:pt x="6" y="88"/>
                  <a:pt x="5" y="89"/>
                  <a:pt x="5" y="90"/>
                </a:cubicBezTo>
                <a:cubicBezTo>
                  <a:pt x="5" y="92"/>
                  <a:pt x="6" y="93"/>
                  <a:pt x="7" y="93"/>
                </a:cubicBezTo>
                <a:cubicBezTo>
                  <a:pt x="7" y="94"/>
                  <a:pt x="8" y="94"/>
                  <a:pt x="9" y="94"/>
                </a:cubicBezTo>
                <a:cubicBezTo>
                  <a:pt x="10" y="94"/>
                  <a:pt x="11" y="94"/>
                  <a:pt x="12" y="93"/>
                </a:cubicBezTo>
                <a:cubicBezTo>
                  <a:pt x="13" y="93"/>
                  <a:pt x="13" y="92"/>
                  <a:pt x="13" y="90"/>
                </a:cubicBezTo>
                <a:cubicBezTo>
                  <a:pt x="13" y="89"/>
                  <a:pt x="13" y="88"/>
                  <a:pt x="12" y="88"/>
                </a:cubicBezTo>
                <a:cubicBezTo>
                  <a:pt x="11" y="86"/>
                  <a:pt x="8" y="86"/>
                  <a:pt x="7" y="88"/>
                </a:cubicBezTo>
                <a:close/>
                <a:moveTo>
                  <a:pt x="9" y="27"/>
                </a:moveTo>
                <a:cubicBezTo>
                  <a:pt x="7" y="27"/>
                  <a:pt x="5" y="29"/>
                  <a:pt x="5" y="31"/>
                </a:cubicBezTo>
                <a:cubicBezTo>
                  <a:pt x="5" y="33"/>
                  <a:pt x="7" y="35"/>
                  <a:pt x="9" y="35"/>
                </a:cubicBezTo>
                <a:cubicBezTo>
                  <a:pt x="12" y="35"/>
                  <a:pt x="13" y="33"/>
                  <a:pt x="13" y="31"/>
                </a:cubicBezTo>
                <a:cubicBezTo>
                  <a:pt x="13" y="29"/>
                  <a:pt x="12" y="27"/>
                  <a:pt x="9" y="27"/>
                </a:cubicBezTo>
                <a:close/>
                <a:moveTo>
                  <a:pt x="9" y="42"/>
                </a:moveTo>
                <a:cubicBezTo>
                  <a:pt x="7" y="42"/>
                  <a:pt x="5" y="44"/>
                  <a:pt x="5" y="46"/>
                </a:cubicBezTo>
                <a:cubicBezTo>
                  <a:pt x="5" y="48"/>
                  <a:pt x="7" y="50"/>
                  <a:pt x="9" y="50"/>
                </a:cubicBezTo>
                <a:cubicBezTo>
                  <a:pt x="12" y="50"/>
                  <a:pt x="13" y="48"/>
                  <a:pt x="13" y="46"/>
                </a:cubicBezTo>
                <a:cubicBezTo>
                  <a:pt x="13" y="44"/>
                  <a:pt x="12" y="42"/>
                  <a:pt x="9" y="42"/>
                </a:cubicBezTo>
                <a:close/>
              </a:path>
            </a:pathLst>
          </a:custGeom>
          <a:solidFill>
            <a:srgbClr val="23A2E4"/>
          </a:solidFill>
          <a:ln>
            <a:noFill/>
          </a:ln>
        </p:spPr>
        <p:txBody>
          <a:bodyPr vert="horz" wrap="square" lIns="91440" tIns="45720" rIns="91440" bIns="45720" numCol="1" anchor="t" anchorCtr="0" compatLnSpc="1"/>
          <a:lstStyle/>
          <a:p>
            <a:endParaRPr lang="en-US"/>
          </a:p>
        </p:txBody>
      </p:sp>
      <p:sp>
        <p:nvSpPr>
          <p:cNvPr id="10" name="Freeform 369"/>
          <p:cNvSpPr/>
          <p:nvPr/>
        </p:nvSpPr>
        <p:spPr bwMode="auto">
          <a:xfrm>
            <a:off x="3304524" y="3124566"/>
            <a:ext cx="1838675" cy="1638725"/>
          </a:xfrm>
          <a:custGeom>
            <a:avLst/>
            <a:gdLst>
              <a:gd name="T0" fmla="*/ 495 w 495"/>
              <a:gd name="T1" fmla="*/ 173 h 434"/>
              <a:gd name="T2" fmla="*/ 401 w 495"/>
              <a:gd name="T3" fmla="*/ 173 h 434"/>
              <a:gd name="T4" fmla="*/ 401 w 495"/>
              <a:gd name="T5" fmla="*/ 34 h 434"/>
              <a:gd name="T6" fmla="*/ 367 w 495"/>
              <a:gd name="T7" fmla="*/ 0 h 434"/>
              <a:gd name="T8" fmla="*/ 129 w 495"/>
              <a:gd name="T9" fmla="*/ 0 h 434"/>
              <a:gd name="T10" fmla="*/ 95 w 495"/>
              <a:gd name="T11" fmla="*/ 34 h 434"/>
              <a:gd name="T12" fmla="*/ 95 w 495"/>
              <a:gd name="T13" fmla="*/ 173 h 434"/>
              <a:gd name="T14" fmla="*/ 0 w 495"/>
              <a:gd name="T15" fmla="*/ 173 h 434"/>
              <a:gd name="T16" fmla="*/ 248 w 495"/>
              <a:gd name="T17" fmla="*/ 434 h 434"/>
              <a:gd name="T18" fmla="*/ 495 w 495"/>
              <a:gd name="T19" fmla="*/ 173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5" h="434">
                <a:moveTo>
                  <a:pt x="495" y="173"/>
                </a:moveTo>
                <a:cubicBezTo>
                  <a:pt x="401" y="173"/>
                  <a:pt x="401" y="173"/>
                  <a:pt x="401" y="173"/>
                </a:cubicBezTo>
                <a:cubicBezTo>
                  <a:pt x="401" y="34"/>
                  <a:pt x="401" y="34"/>
                  <a:pt x="401" y="34"/>
                </a:cubicBezTo>
                <a:cubicBezTo>
                  <a:pt x="401" y="16"/>
                  <a:pt x="386" y="0"/>
                  <a:pt x="367" y="0"/>
                </a:cubicBezTo>
                <a:cubicBezTo>
                  <a:pt x="129" y="0"/>
                  <a:pt x="129" y="0"/>
                  <a:pt x="129" y="0"/>
                </a:cubicBezTo>
                <a:cubicBezTo>
                  <a:pt x="110" y="0"/>
                  <a:pt x="95" y="16"/>
                  <a:pt x="95" y="34"/>
                </a:cubicBezTo>
                <a:cubicBezTo>
                  <a:pt x="95" y="173"/>
                  <a:pt x="95" y="173"/>
                  <a:pt x="95" y="173"/>
                </a:cubicBezTo>
                <a:cubicBezTo>
                  <a:pt x="0" y="173"/>
                  <a:pt x="0" y="173"/>
                  <a:pt x="0" y="173"/>
                </a:cubicBezTo>
                <a:cubicBezTo>
                  <a:pt x="248" y="434"/>
                  <a:pt x="248" y="434"/>
                  <a:pt x="248" y="434"/>
                </a:cubicBezTo>
                <a:lnTo>
                  <a:pt x="495" y="173"/>
                </a:lnTo>
                <a:close/>
              </a:path>
            </a:pathLst>
          </a:custGeom>
          <a:solidFill>
            <a:srgbClr val="23A2E4"/>
          </a:solidFill>
          <a:ln>
            <a:noFill/>
          </a:ln>
        </p:spPr>
        <p:txBody>
          <a:bodyPr vert="horz" wrap="square" lIns="91440" tIns="45720" rIns="91440" bIns="45720" numCol="1" anchor="t" anchorCtr="0" compatLnSpc="1"/>
          <a:lstStyle/>
          <a:p>
            <a:endParaRPr lang="en-US"/>
          </a:p>
        </p:txBody>
      </p:sp>
      <p:sp>
        <p:nvSpPr>
          <p:cNvPr id="11" name="Freeform 370"/>
          <p:cNvSpPr/>
          <p:nvPr/>
        </p:nvSpPr>
        <p:spPr bwMode="auto">
          <a:xfrm>
            <a:off x="4005415" y="4646239"/>
            <a:ext cx="435035" cy="275638"/>
          </a:xfrm>
          <a:custGeom>
            <a:avLst/>
            <a:gdLst>
              <a:gd name="T0" fmla="*/ 234 w 234"/>
              <a:gd name="T1" fmla="*/ 22 h 146"/>
              <a:gd name="T2" fmla="*/ 234 w 234"/>
              <a:gd name="T3" fmla="*/ 0 h 146"/>
              <a:gd name="T4" fmla="*/ 118 w 234"/>
              <a:gd name="T5" fmla="*/ 122 h 146"/>
              <a:gd name="T6" fmla="*/ 0 w 234"/>
              <a:gd name="T7" fmla="*/ 0 h 146"/>
              <a:gd name="T8" fmla="*/ 0 w 234"/>
              <a:gd name="T9" fmla="*/ 22 h 146"/>
              <a:gd name="T10" fmla="*/ 118 w 234"/>
              <a:gd name="T11" fmla="*/ 146 h 146"/>
              <a:gd name="T12" fmla="*/ 234 w 234"/>
              <a:gd name="T13" fmla="*/ 22 h 146"/>
            </a:gdLst>
            <a:ahLst/>
            <a:cxnLst>
              <a:cxn ang="0">
                <a:pos x="T0" y="T1"/>
              </a:cxn>
              <a:cxn ang="0">
                <a:pos x="T2" y="T3"/>
              </a:cxn>
              <a:cxn ang="0">
                <a:pos x="T4" y="T5"/>
              </a:cxn>
              <a:cxn ang="0">
                <a:pos x="T6" y="T7"/>
              </a:cxn>
              <a:cxn ang="0">
                <a:pos x="T8" y="T9"/>
              </a:cxn>
              <a:cxn ang="0">
                <a:pos x="T10" y="T11"/>
              </a:cxn>
              <a:cxn ang="0">
                <a:pos x="T12" y="T13"/>
              </a:cxn>
            </a:cxnLst>
            <a:rect l="0" t="0" r="r" b="b"/>
            <a:pathLst>
              <a:path w="234" h="146">
                <a:moveTo>
                  <a:pt x="234" y="22"/>
                </a:moveTo>
                <a:lnTo>
                  <a:pt x="234" y="0"/>
                </a:lnTo>
                <a:lnTo>
                  <a:pt x="118" y="122"/>
                </a:lnTo>
                <a:lnTo>
                  <a:pt x="0" y="0"/>
                </a:lnTo>
                <a:lnTo>
                  <a:pt x="0" y="22"/>
                </a:lnTo>
                <a:lnTo>
                  <a:pt x="118" y="146"/>
                </a:lnTo>
                <a:lnTo>
                  <a:pt x="234" y="22"/>
                </a:lnTo>
                <a:close/>
              </a:path>
            </a:pathLst>
          </a:custGeom>
          <a:solidFill>
            <a:srgbClr val="23A2E4"/>
          </a:solidFill>
          <a:ln>
            <a:noFill/>
          </a:ln>
        </p:spPr>
        <p:txBody>
          <a:bodyPr vert="horz" wrap="square" lIns="91440" tIns="45720" rIns="91440" bIns="45720" numCol="1" anchor="t" anchorCtr="0" compatLnSpc="1"/>
          <a:lstStyle/>
          <a:p>
            <a:endParaRPr lang="en-US"/>
          </a:p>
        </p:txBody>
      </p:sp>
      <p:sp>
        <p:nvSpPr>
          <p:cNvPr id="15" name="Freeform 371"/>
          <p:cNvSpPr/>
          <p:nvPr/>
        </p:nvSpPr>
        <p:spPr bwMode="auto">
          <a:xfrm>
            <a:off x="4005415" y="4782170"/>
            <a:ext cx="435035" cy="275638"/>
          </a:xfrm>
          <a:custGeom>
            <a:avLst/>
            <a:gdLst>
              <a:gd name="T0" fmla="*/ 234 w 234"/>
              <a:gd name="T1" fmla="*/ 24 h 146"/>
              <a:gd name="T2" fmla="*/ 234 w 234"/>
              <a:gd name="T3" fmla="*/ 0 h 146"/>
              <a:gd name="T4" fmla="*/ 118 w 234"/>
              <a:gd name="T5" fmla="*/ 124 h 146"/>
              <a:gd name="T6" fmla="*/ 0 w 234"/>
              <a:gd name="T7" fmla="*/ 0 h 146"/>
              <a:gd name="T8" fmla="*/ 0 w 234"/>
              <a:gd name="T9" fmla="*/ 24 h 146"/>
              <a:gd name="T10" fmla="*/ 118 w 234"/>
              <a:gd name="T11" fmla="*/ 146 h 146"/>
              <a:gd name="T12" fmla="*/ 234 w 234"/>
              <a:gd name="T13" fmla="*/ 24 h 146"/>
            </a:gdLst>
            <a:ahLst/>
            <a:cxnLst>
              <a:cxn ang="0">
                <a:pos x="T0" y="T1"/>
              </a:cxn>
              <a:cxn ang="0">
                <a:pos x="T2" y="T3"/>
              </a:cxn>
              <a:cxn ang="0">
                <a:pos x="T4" y="T5"/>
              </a:cxn>
              <a:cxn ang="0">
                <a:pos x="T6" y="T7"/>
              </a:cxn>
              <a:cxn ang="0">
                <a:pos x="T8" y="T9"/>
              </a:cxn>
              <a:cxn ang="0">
                <a:pos x="T10" y="T11"/>
              </a:cxn>
              <a:cxn ang="0">
                <a:pos x="T12" y="T13"/>
              </a:cxn>
            </a:cxnLst>
            <a:rect l="0" t="0" r="r" b="b"/>
            <a:pathLst>
              <a:path w="234" h="146">
                <a:moveTo>
                  <a:pt x="234" y="24"/>
                </a:moveTo>
                <a:lnTo>
                  <a:pt x="234" y="0"/>
                </a:lnTo>
                <a:lnTo>
                  <a:pt x="118" y="124"/>
                </a:lnTo>
                <a:lnTo>
                  <a:pt x="0" y="0"/>
                </a:lnTo>
                <a:lnTo>
                  <a:pt x="0" y="24"/>
                </a:lnTo>
                <a:lnTo>
                  <a:pt x="118" y="146"/>
                </a:lnTo>
                <a:lnTo>
                  <a:pt x="234" y="24"/>
                </a:lnTo>
                <a:close/>
              </a:path>
            </a:pathLst>
          </a:custGeom>
          <a:solidFill>
            <a:srgbClr val="23A2E4"/>
          </a:solidFill>
          <a:ln>
            <a:noFill/>
          </a:ln>
        </p:spPr>
        <p:txBody>
          <a:bodyPr vert="horz" wrap="square" lIns="91440" tIns="45720" rIns="91440" bIns="45720" numCol="1" anchor="t" anchorCtr="0" compatLnSpc="1"/>
          <a:lstStyle/>
          <a:p>
            <a:endParaRPr lang="en-US"/>
          </a:p>
        </p:txBody>
      </p:sp>
      <p:sp>
        <p:nvSpPr>
          <p:cNvPr id="16" name="Freeform 372"/>
          <p:cNvSpPr>
            <a:spLocks noEditPoints="1"/>
          </p:cNvSpPr>
          <p:nvPr/>
        </p:nvSpPr>
        <p:spPr bwMode="auto">
          <a:xfrm>
            <a:off x="9699913" y="4412136"/>
            <a:ext cx="70647" cy="358707"/>
          </a:xfrm>
          <a:custGeom>
            <a:avLst/>
            <a:gdLst>
              <a:gd name="T0" fmla="*/ 10 w 19"/>
              <a:gd name="T1" fmla="*/ 24 h 95"/>
              <a:gd name="T2" fmla="*/ 14 w 19"/>
              <a:gd name="T3" fmla="*/ 20 h 95"/>
              <a:gd name="T4" fmla="*/ 10 w 19"/>
              <a:gd name="T5" fmla="*/ 16 h 95"/>
              <a:gd name="T6" fmla="*/ 6 w 19"/>
              <a:gd name="T7" fmla="*/ 20 h 95"/>
              <a:gd name="T8" fmla="*/ 10 w 19"/>
              <a:gd name="T9" fmla="*/ 24 h 95"/>
              <a:gd name="T10" fmla="*/ 10 w 19"/>
              <a:gd name="T11" fmla="*/ 39 h 95"/>
              <a:gd name="T12" fmla="*/ 14 w 19"/>
              <a:gd name="T13" fmla="*/ 35 h 95"/>
              <a:gd name="T14" fmla="*/ 10 w 19"/>
              <a:gd name="T15" fmla="*/ 31 h 95"/>
              <a:gd name="T16" fmla="*/ 6 w 19"/>
              <a:gd name="T17" fmla="*/ 35 h 95"/>
              <a:gd name="T18" fmla="*/ 10 w 19"/>
              <a:gd name="T19" fmla="*/ 39 h 95"/>
              <a:gd name="T20" fmla="*/ 10 w 19"/>
              <a:gd name="T21" fmla="*/ 9 h 95"/>
              <a:gd name="T22" fmla="*/ 13 w 19"/>
              <a:gd name="T23" fmla="*/ 8 h 95"/>
              <a:gd name="T24" fmla="*/ 14 w 19"/>
              <a:gd name="T25" fmla="*/ 5 h 95"/>
              <a:gd name="T26" fmla="*/ 13 w 19"/>
              <a:gd name="T27" fmla="*/ 2 h 95"/>
              <a:gd name="T28" fmla="*/ 7 w 19"/>
              <a:gd name="T29" fmla="*/ 2 h 95"/>
              <a:gd name="T30" fmla="*/ 6 w 19"/>
              <a:gd name="T31" fmla="*/ 5 h 95"/>
              <a:gd name="T32" fmla="*/ 7 w 19"/>
              <a:gd name="T33" fmla="*/ 8 h 95"/>
              <a:gd name="T34" fmla="*/ 10 w 19"/>
              <a:gd name="T35" fmla="*/ 9 h 95"/>
              <a:gd name="T36" fmla="*/ 10 w 19"/>
              <a:gd name="T37" fmla="*/ 75 h 95"/>
              <a:gd name="T38" fmla="*/ 0 w 19"/>
              <a:gd name="T39" fmla="*/ 85 h 95"/>
              <a:gd name="T40" fmla="*/ 10 w 19"/>
              <a:gd name="T41" fmla="*/ 95 h 95"/>
              <a:gd name="T42" fmla="*/ 19 w 19"/>
              <a:gd name="T43" fmla="*/ 85 h 95"/>
              <a:gd name="T44" fmla="*/ 10 w 19"/>
              <a:gd name="T45" fmla="*/ 75 h 95"/>
              <a:gd name="T46" fmla="*/ 10 w 19"/>
              <a:gd name="T47" fmla="*/ 68 h 95"/>
              <a:gd name="T48" fmla="*/ 14 w 19"/>
              <a:gd name="T49" fmla="*/ 64 h 95"/>
              <a:gd name="T50" fmla="*/ 10 w 19"/>
              <a:gd name="T51" fmla="*/ 60 h 95"/>
              <a:gd name="T52" fmla="*/ 6 w 19"/>
              <a:gd name="T53" fmla="*/ 64 h 95"/>
              <a:gd name="T54" fmla="*/ 10 w 19"/>
              <a:gd name="T55" fmla="*/ 68 h 95"/>
              <a:gd name="T56" fmla="*/ 10 w 19"/>
              <a:gd name="T57" fmla="*/ 54 h 95"/>
              <a:gd name="T58" fmla="*/ 14 w 19"/>
              <a:gd name="T59" fmla="*/ 50 h 95"/>
              <a:gd name="T60" fmla="*/ 10 w 19"/>
              <a:gd name="T61" fmla="*/ 46 h 95"/>
              <a:gd name="T62" fmla="*/ 6 w 19"/>
              <a:gd name="T63" fmla="*/ 50 h 95"/>
              <a:gd name="T64" fmla="*/ 10 w 19"/>
              <a:gd name="T65" fmla="*/ 54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 h="95">
                <a:moveTo>
                  <a:pt x="10" y="24"/>
                </a:moveTo>
                <a:cubicBezTo>
                  <a:pt x="12" y="24"/>
                  <a:pt x="14" y="22"/>
                  <a:pt x="14" y="20"/>
                </a:cubicBezTo>
                <a:cubicBezTo>
                  <a:pt x="14" y="17"/>
                  <a:pt x="12" y="16"/>
                  <a:pt x="10" y="16"/>
                </a:cubicBezTo>
                <a:cubicBezTo>
                  <a:pt x="8" y="16"/>
                  <a:pt x="6" y="17"/>
                  <a:pt x="6" y="20"/>
                </a:cubicBezTo>
                <a:cubicBezTo>
                  <a:pt x="6" y="22"/>
                  <a:pt x="8" y="24"/>
                  <a:pt x="10" y="24"/>
                </a:cubicBezTo>
                <a:close/>
                <a:moveTo>
                  <a:pt x="10" y="39"/>
                </a:moveTo>
                <a:cubicBezTo>
                  <a:pt x="12" y="39"/>
                  <a:pt x="14" y="37"/>
                  <a:pt x="14" y="35"/>
                </a:cubicBezTo>
                <a:cubicBezTo>
                  <a:pt x="14" y="32"/>
                  <a:pt x="12" y="31"/>
                  <a:pt x="10" y="31"/>
                </a:cubicBezTo>
                <a:cubicBezTo>
                  <a:pt x="8" y="31"/>
                  <a:pt x="6" y="32"/>
                  <a:pt x="6" y="35"/>
                </a:cubicBezTo>
                <a:cubicBezTo>
                  <a:pt x="6" y="37"/>
                  <a:pt x="8" y="39"/>
                  <a:pt x="10" y="39"/>
                </a:cubicBezTo>
                <a:close/>
                <a:moveTo>
                  <a:pt x="10" y="9"/>
                </a:moveTo>
                <a:cubicBezTo>
                  <a:pt x="11" y="9"/>
                  <a:pt x="12" y="8"/>
                  <a:pt x="13" y="8"/>
                </a:cubicBezTo>
                <a:cubicBezTo>
                  <a:pt x="13" y="7"/>
                  <a:pt x="14" y="6"/>
                  <a:pt x="14" y="5"/>
                </a:cubicBezTo>
                <a:cubicBezTo>
                  <a:pt x="14" y="4"/>
                  <a:pt x="13" y="3"/>
                  <a:pt x="13" y="2"/>
                </a:cubicBezTo>
                <a:cubicBezTo>
                  <a:pt x="11" y="0"/>
                  <a:pt x="8" y="0"/>
                  <a:pt x="7" y="2"/>
                </a:cubicBezTo>
                <a:cubicBezTo>
                  <a:pt x="6" y="3"/>
                  <a:pt x="6" y="4"/>
                  <a:pt x="6" y="5"/>
                </a:cubicBezTo>
                <a:cubicBezTo>
                  <a:pt x="6" y="6"/>
                  <a:pt x="6" y="7"/>
                  <a:pt x="7" y="8"/>
                </a:cubicBezTo>
                <a:cubicBezTo>
                  <a:pt x="8" y="8"/>
                  <a:pt x="9" y="9"/>
                  <a:pt x="10" y="9"/>
                </a:cubicBezTo>
                <a:close/>
                <a:moveTo>
                  <a:pt x="10" y="75"/>
                </a:moveTo>
                <a:cubicBezTo>
                  <a:pt x="4" y="75"/>
                  <a:pt x="0" y="80"/>
                  <a:pt x="0" y="85"/>
                </a:cubicBezTo>
                <a:cubicBezTo>
                  <a:pt x="0" y="90"/>
                  <a:pt x="4" y="95"/>
                  <a:pt x="10" y="95"/>
                </a:cubicBezTo>
                <a:cubicBezTo>
                  <a:pt x="15" y="95"/>
                  <a:pt x="19" y="90"/>
                  <a:pt x="19" y="85"/>
                </a:cubicBezTo>
                <a:cubicBezTo>
                  <a:pt x="19" y="80"/>
                  <a:pt x="15" y="75"/>
                  <a:pt x="10" y="75"/>
                </a:cubicBezTo>
                <a:close/>
                <a:moveTo>
                  <a:pt x="10" y="68"/>
                </a:moveTo>
                <a:cubicBezTo>
                  <a:pt x="12" y="68"/>
                  <a:pt x="14" y="67"/>
                  <a:pt x="14" y="64"/>
                </a:cubicBezTo>
                <a:cubicBezTo>
                  <a:pt x="14" y="62"/>
                  <a:pt x="12" y="60"/>
                  <a:pt x="10" y="60"/>
                </a:cubicBezTo>
                <a:cubicBezTo>
                  <a:pt x="8" y="60"/>
                  <a:pt x="6" y="62"/>
                  <a:pt x="6" y="64"/>
                </a:cubicBezTo>
                <a:cubicBezTo>
                  <a:pt x="6" y="67"/>
                  <a:pt x="8" y="68"/>
                  <a:pt x="10" y="68"/>
                </a:cubicBezTo>
                <a:close/>
                <a:moveTo>
                  <a:pt x="10" y="54"/>
                </a:moveTo>
                <a:cubicBezTo>
                  <a:pt x="12" y="54"/>
                  <a:pt x="14" y="52"/>
                  <a:pt x="14" y="50"/>
                </a:cubicBezTo>
                <a:cubicBezTo>
                  <a:pt x="14" y="47"/>
                  <a:pt x="12" y="46"/>
                  <a:pt x="10" y="46"/>
                </a:cubicBezTo>
                <a:cubicBezTo>
                  <a:pt x="8" y="46"/>
                  <a:pt x="6" y="47"/>
                  <a:pt x="6" y="50"/>
                </a:cubicBezTo>
                <a:cubicBezTo>
                  <a:pt x="6" y="52"/>
                  <a:pt x="8" y="54"/>
                  <a:pt x="10" y="54"/>
                </a:cubicBezTo>
                <a:close/>
              </a:path>
            </a:pathLst>
          </a:custGeom>
          <a:solidFill>
            <a:srgbClr val="044BC9"/>
          </a:solidFill>
          <a:ln>
            <a:noFill/>
          </a:ln>
        </p:spPr>
        <p:txBody>
          <a:bodyPr vert="horz" wrap="square" lIns="91440" tIns="45720" rIns="91440" bIns="45720" numCol="1" anchor="t" anchorCtr="0" compatLnSpc="1"/>
          <a:lstStyle/>
          <a:p>
            <a:endParaRPr lang="en-US"/>
          </a:p>
        </p:txBody>
      </p:sp>
      <p:sp>
        <p:nvSpPr>
          <p:cNvPr id="18" name="Freeform 373"/>
          <p:cNvSpPr/>
          <p:nvPr/>
        </p:nvSpPr>
        <p:spPr bwMode="auto">
          <a:xfrm>
            <a:off x="8818688" y="2792290"/>
            <a:ext cx="1836815" cy="1638725"/>
          </a:xfrm>
          <a:custGeom>
            <a:avLst/>
            <a:gdLst>
              <a:gd name="T0" fmla="*/ 494 w 494"/>
              <a:gd name="T1" fmla="*/ 261 h 434"/>
              <a:gd name="T2" fmla="*/ 400 w 494"/>
              <a:gd name="T3" fmla="*/ 261 h 434"/>
              <a:gd name="T4" fmla="*/ 400 w 494"/>
              <a:gd name="T5" fmla="*/ 400 h 434"/>
              <a:gd name="T6" fmla="*/ 366 w 494"/>
              <a:gd name="T7" fmla="*/ 434 h 434"/>
              <a:gd name="T8" fmla="*/ 128 w 494"/>
              <a:gd name="T9" fmla="*/ 434 h 434"/>
              <a:gd name="T10" fmla="*/ 94 w 494"/>
              <a:gd name="T11" fmla="*/ 400 h 434"/>
              <a:gd name="T12" fmla="*/ 94 w 494"/>
              <a:gd name="T13" fmla="*/ 261 h 434"/>
              <a:gd name="T14" fmla="*/ 0 w 494"/>
              <a:gd name="T15" fmla="*/ 261 h 434"/>
              <a:gd name="T16" fmla="*/ 247 w 494"/>
              <a:gd name="T17" fmla="*/ 0 h 434"/>
              <a:gd name="T18" fmla="*/ 494 w 494"/>
              <a:gd name="T19" fmla="*/ 261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4" h="434">
                <a:moveTo>
                  <a:pt x="494" y="261"/>
                </a:moveTo>
                <a:cubicBezTo>
                  <a:pt x="400" y="261"/>
                  <a:pt x="400" y="261"/>
                  <a:pt x="400" y="261"/>
                </a:cubicBezTo>
                <a:cubicBezTo>
                  <a:pt x="400" y="400"/>
                  <a:pt x="400" y="400"/>
                  <a:pt x="400" y="400"/>
                </a:cubicBezTo>
                <a:cubicBezTo>
                  <a:pt x="400" y="419"/>
                  <a:pt x="385" y="434"/>
                  <a:pt x="366" y="434"/>
                </a:cubicBezTo>
                <a:cubicBezTo>
                  <a:pt x="128" y="434"/>
                  <a:pt x="128" y="434"/>
                  <a:pt x="128" y="434"/>
                </a:cubicBezTo>
                <a:cubicBezTo>
                  <a:pt x="109" y="434"/>
                  <a:pt x="94" y="419"/>
                  <a:pt x="94" y="400"/>
                </a:cubicBezTo>
                <a:cubicBezTo>
                  <a:pt x="94" y="261"/>
                  <a:pt x="94" y="261"/>
                  <a:pt x="94" y="261"/>
                </a:cubicBezTo>
                <a:cubicBezTo>
                  <a:pt x="0" y="261"/>
                  <a:pt x="0" y="261"/>
                  <a:pt x="0" y="261"/>
                </a:cubicBezTo>
                <a:cubicBezTo>
                  <a:pt x="247" y="0"/>
                  <a:pt x="247" y="0"/>
                  <a:pt x="247" y="0"/>
                </a:cubicBezTo>
                <a:lnTo>
                  <a:pt x="494" y="261"/>
                </a:lnTo>
                <a:close/>
              </a:path>
            </a:pathLst>
          </a:custGeom>
          <a:solidFill>
            <a:srgbClr val="044BC9"/>
          </a:solidFill>
          <a:ln>
            <a:noFill/>
          </a:ln>
        </p:spPr>
        <p:txBody>
          <a:bodyPr vert="horz" wrap="square" lIns="91440" tIns="45720" rIns="91440" bIns="45720" numCol="1" anchor="t" anchorCtr="0" compatLnSpc="1"/>
          <a:lstStyle/>
          <a:p>
            <a:endParaRPr lang="en-US"/>
          </a:p>
        </p:txBody>
      </p:sp>
      <p:sp>
        <p:nvSpPr>
          <p:cNvPr id="19" name="Freeform 374"/>
          <p:cNvSpPr/>
          <p:nvPr/>
        </p:nvSpPr>
        <p:spPr bwMode="auto">
          <a:xfrm>
            <a:off x="9517718" y="2633704"/>
            <a:ext cx="435035" cy="275638"/>
          </a:xfrm>
          <a:custGeom>
            <a:avLst/>
            <a:gdLst>
              <a:gd name="T0" fmla="*/ 234 w 234"/>
              <a:gd name="T1" fmla="*/ 124 h 146"/>
              <a:gd name="T2" fmla="*/ 234 w 234"/>
              <a:gd name="T3" fmla="*/ 146 h 146"/>
              <a:gd name="T4" fmla="*/ 118 w 234"/>
              <a:gd name="T5" fmla="*/ 24 h 146"/>
              <a:gd name="T6" fmla="*/ 0 w 234"/>
              <a:gd name="T7" fmla="*/ 146 h 146"/>
              <a:gd name="T8" fmla="*/ 0 w 234"/>
              <a:gd name="T9" fmla="*/ 124 h 146"/>
              <a:gd name="T10" fmla="*/ 118 w 234"/>
              <a:gd name="T11" fmla="*/ 0 h 146"/>
              <a:gd name="T12" fmla="*/ 234 w 234"/>
              <a:gd name="T13" fmla="*/ 124 h 146"/>
            </a:gdLst>
            <a:ahLst/>
            <a:cxnLst>
              <a:cxn ang="0">
                <a:pos x="T0" y="T1"/>
              </a:cxn>
              <a:cxn ang="0">
                <a:pos x="T2" y="T3"/>
              </a:cxn>
              <a:cxn ang="0">
                <a:pos x="T4" y="T5"/>
              </a:cxn>
              <a:cxn ang="0">
                <a:pos x="T6" y="T7"/>
              </a:cxn>
              <a:cxn ang="0">
                <a:pos x="T8" y="T9"/>
              </a:cxn>
              <a:cxn ang="0">
                <a:pos x="T10" y="T11"/>
              </a:cxn>
              <a:cxn ang="0">
                <a:pos x="T12" y="T13"/>
              </a:cxn>
            </a:cxnLst>
            <a:rect l="0" t="0" r="r" b="b"/>
            <a:pathLst>
              <a:path w="234" h="146">
                <a:moveTo>
                  <a:pt x="234" y="124"/>
                </a:moveTo>
                <a:lnTo>
                  <a:pt x="234" y="146"/>
                </a:lnTo>
                <a:lnTo>
                  <a:pt x="118" y="24"/>
                </a:lnTo>
                <a:lnTo>
                  <a:pt x="0" y="146"/>
                </a:lnTo>
                <a:lnTo>
                  <a:pt x="0" y="124"/>
                </a:lnTo>
                <a:lnTo>
                  <a:pt x="118" y="0"/>
                </a:lnTo>
                <a:lnTo>
                  <a:pt x="234" y="124"/>
                </a:lnTo>
                <a:close/>
              </a:path>
            </a:pathLst>
          </a:custGeom>
          <a:solidFill>
            <a:srgbClr val="044BC9"/>
          </a:solidFill>
          <a:ln>
            <a:noFill/>
          </a:ln>
        </p:spPr>
        <p:txBody>
          <a:bodyPr vert="horz" wrap="square" lIns="91440" tIns="45720" rIns="91440" bIns="45720" numCol="1" anchor="t" anchorCtr="0" compatLnSpc="1"/>
          <a:lstStyle/>
          <a:p>
            <a:endParaRPr lang="en-US"/>
          </a:p>
        </p:txBody>
      </p:sp>
      <p:sp>
        <p:nvSpPr>
          <p:cNvPr id="20" name="Freeform 375"/>
          <p:cNvSpPr/>
          <p:nvPr/>
        </p:nvSpPr>
        <p:spPr bwMode="auto">
          <a:xfrm>
            <a:off x="9517718" y="2497773"/>
            <a:ext cx="435035" cy="275638"/>
          </a:xfrm>
          <a:custGeom>
            <a:avLst/>
            <a:gdLst>
              <a:gd name="T0" fmla="*/ 234 w 234"/>
              <a:gd name="T1" fmla="*/ 122 h 146"/>
              <a:gd name="T2" fmla="*/ 234 w 234"/>
              <a:gd name="T3" fmla="*/ 146 h 146"/>
              <a:gd name="T4" fmla="*/ 118 w 234"/>
              <a:gd name="T5" fmla="*/ 24 h 146"/>
              <a:gd name="T6" fmla="*/ 0 w 234"/>
              <a:gd name="T7" fmla="*/ 146 h 146"/>
              <a:gd name="T8" fmla="*/ 0 w 234"/>
              <a:gd name="T9" fmla="*/ 122 h 146"/>
              <a:gd name="T10" fmla="*/ 118 w 234"/>
              <a:gd name="T11" fmla="*/ 0 h 146"/>
              <a:gd name="T12" fmla="*/ 234 w 234"/>
              <a:gd name="T13" fmla="*/ 122 h 146"/>
            </a:gdLst>
            <a:ahLst/>
            <a:cxnLst>
              <a:cxn ang="0">
                <a:pos x="T0" y="T1"/>
              </a:cxn>
              <a:cxn ang="0">
                <a:pos x="T2" y="T3"/>
              </a:cxn>
              <a:cxn ang="0">
                <a:pos x="T4" y="T5"/>
              </a:cxn>
              <a:cxn ang="0">
                <a:pos x="T6" y="T7"/>
              </a:cxn>
              <a:cxn ang="0">
                <a:pos x="T8" y="T9"/>
              </a:cxn>
              <a:cxn ang="0">
                <a:pos x="T10" y="T11"/>
              </a:cxn>
              <a:cxn ang="0">
                <a:pos x="T12" y="T13"/>
              </a:cxn>
            </a:cxnLst>
            <a:rect l="0" t="0" r="r" b="b"/>
            <a:pathLst>
              <a:path w="234" h="146">
                <a:moveTo>
                  <a:pt x="234" y="122"/>
                </a:moveTo>
                <a:lnTo>
                  <a:pt x="234" y="146"/>
                </a:lnTo>
                <a:lnTo>
                  <a:pt x="118" y="24"/>
                </a:lnTo>
                <a:lnTo>
                  <a:pt x="0" y="146"/>
                </a:lnTo>
                <a:lnTo>
                  <a:pt x="0" y="122"/>
                </a:lnTo>
                <a:lnTo>
                  <a:pt x="118" y="0"/>
                </a:lnTo>
                <a:lnTo>
                  <a:pt x="234" y="122"/>
                </a:lnTo>
                <a:close/>
              </a:path>
            </a:pathLst>
          </a:custGeom>
          <a:solidFill>
            <a:srgbClr val="044BC9"/>
          </a:solidFill>
          <a:ln>
            <a:noFill/>
          </a:ln>
        </p:spPr>
        <p:txBody>
          <a:bodyPr vert="horz" wrap="square" lIns="91440" tIns="45720" rIns="91440" bIns="45720" numCol="1" anchor="t" anchorCtr="0" compatLnSpc="1"/>
          <a:lstStyle/>
          <a:p>
            <a:endParaRPr lang="en-US"/>
          </a:p>
        </p:txBody>
      </p:sp>
      <p:sp>
        <p:nvSpPr>
          <p:cNvPr id="21" name="Freeform 376"/>
          <p:cNvSpPr>
            <a:spLocks noEditPoints="1"/>
          </p:cNvSpPr>
          <p:nvPr/>
        </p:nvSpPr>
        <p:spPr bwMode="auto">
          <a:xfrm>
            <a:off x="6024424" y="4412136"/>
            <a:ext cx="74365" cy="358707"/>
          </a:xfrm>
          <a:custGeom>
            <a:avLst/>
            <a:gdLst>
              <a:gd name="T0" fmla="*/ 10 w 20"/>
              <a:gd name="T1" fmla="*/ 24 h 95"/>
              <a:gd name="T2" fmla="*/ 14 w 20"/>
              <a:gd name="T3" fmla="*/ 20 h 95"/>
              <a:gd name="T4" fmla="*/ 10 w 20"/>
              <a:gd name="T5" fmla="*/ 16 h 95"/>
              <a:gd name="T6" fmla="*/ 6 w 20"/>
              <a:gd name="T7" fmla="*/ 20 h 95"/>
              <a:gd name="T8" fmla="*/ 10 w 20"/>
              <a:gd name="T9" fmla="*/ 24 h 95"/>
              <a:gd name="T10" fmla="*/ 10 w 20"/>
              <a:gd name="T11" fmla="*/ 9 h 95"/>
              <a:gd name="T12" fmla="*/ 13 w 20"/>
              <a:gd name="T13" fmla="*/ 8 h 95"/>
              <a:gd name="T14" fmla="*/ 14 w 20"/>
              <a:gd name="T15" fmla="*/ 5 h 95"/>
              <a:gd name="T16" fmla="*/ 13 w 20"/>
              <a:gd name="T17" fmla="*/ 2 h 95"/>
              <a:gd name="T18" fmla="*/ 7 w 20"/>
              <a:gd name="T19" fmla="*/ 2 h 95"/>
              <a:gd name="T20" fmla="*/ 6 w 20"/>
              <a:gd name="T21" fmla="*/ 5 h 95"/>
              <a:gd name="T22" fmla="*/ 7 w 20"/>
              <a:gd name="T23" fmla="*/ 8 h 95"/>
              <a:gd name="T24" fmla="*/ 10 w 20"/>
              <a:gd name="T25" fmla="*/ 9 h 95"/>
              <a:gd name="T26" fmla="*/ 10 w 20"/>
              <a:gd name="T27" fmla="*/ 39 h 95"/>
              <a:gd name="T28" fmla="*/ 14 w 20"/>
              <a:gd name="T29" fmla="*/ 35 h 95"/>
              <a:gd name="T30" fmla="*/ 10 w 20"/>
              <a:gd name="T31" fmla="*/ 31 h 95"/>
              <a:gd name="T32" fmla="*/ 6 w 20"/>
              <a:gd name="T33" fmla="*/ 35 h 95"/>
              <a:gd name="T34" fmla="*/ 10 w 20"/>
              <a:gd name="T35" fmla="*/ 39 h 95"/>
              <a:gd name="T36" fmla="*/ 10 w 20"/>
              <a:gd name="T37" fmla="*/ 68 h 95"/>
              <a:gd name="T38" fmla="*/ 14 w 20"/>
              <a:gd name="T39" fmla="*/ 64 h 95"/>
              <a:gd name="T40" fmla="*/ 10 w 20"/>
              <a:gd name="T41" fmla="*/ 60 h 95"/>
              <a:gd name="T42" fmla="*/ 6 w 20"/>
              <a:gd name="T43" fmla="*/ 64 h 95"/>
              <a:gd name="T44" fmla="*/ 10 w 20"/>
              <a:gd name="T45" fmla="*/ 68 h 95"/>
              <a:gd name="T46" fmla="*/ 10 w 20"/>
              <a:gd name="T47" fmla="*/ 54 h 95"/>
              <a:gd name="T48" fmla="*/ 14 w 20"/>
              <a:gd name="T49" fmla="*/ 50 h 95"/>
              <a:gd name="T50" fmla="*/ 10 w 20"/>
              <a:gd name="T51" fmla="*/ 46 h 95"/>
              <a:gd name="T52" fmla="*/ 6 w 20"/>
              <a:gd name="T53" fmla="*/ 50 h 95"/>
              <a:gd name="T54" fmla="*/ 10 w 20"/>
              <a:gd name="T55" fmla="*/ 54 h 95"/>
              <a:gd name="T56" fmla="*/ 10 w 20"/>
              <a:gd name="T57" fmla="*/ 75 h 95"/>
              <a:gd name="T58" fmla="*/ 0 w 20"/>
              <a:gd name="T59" fmla="*/ 85 h 95"/>
              <a:gd name="T60" fmla="*/ 10 w 20"/>
              <a:gd name="T61" fmla="*/ 95 h 95"/>
              <a:gd name="T62" fmla="*/ 20 w 20"/>
              <a:gd name="T63" fmla="*/ 85 h 95"/>
              <a:gd name="T64" fmla="*/ 10 w 20"/>
              <a:gd name="T65" fmla="*/ 7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 h="95">
                <a:moveTo>
                  <a:pt x="10" y="24"/>
                </a:moveTo>
                <a:cubicBezTo>
                  <a:pt x="12" y="24"/>
                  <a:pt x="14" y="22"/>
                  <a:pt x="14" y="20"/>
                </a:cubicBezTo>
                <a:cubicBezTo>
                  <a:pt x="14" y="17"/>
                  <a:pt x="12" y="16"/>
                  <a:pt x="10" y="16"/>
                </a:cubicBezTo>
                <a:cubicBezTo>
                  <a:pt x="8" y="16"/>
                  <a:pt x="6" y="17"/>
                  <a:pt x="6" y="20"/>
                </a:cubicBezTo>
                <a:cubicBezTo>
                  <a:pt x="6" y="22"/>
                  <a:pt x="8" y="24"/>
                  <a:pt x="10" y="24"/>
                </a:cubicBezTo>
                <a:close/>
                <a:moveTo>
                  <a:pt x="10" y="9"/>
                </a:moveTo>
                <a:cubicBezTo>
                  <a:pt x="11" y="9"/>
                  <a:pt x="12" y="8"/>
                  <a:pt x="13" y="8"/>
                </a:cubicBezTo>
                <a:cubicBezTo>
                  <a:pt x="14" y="7"/>
                  <a:pt x="14" y="6"/>
                  <a:pt x="14" y="5"/>
                </a:cubicBezTo>
                <a:cubicBezTo>
                  <a:pt x="14" y="4"/>
                  <a:pt x="14" y="3"/>
                  <a:pt x="13" y="2"/>
                </a:cubicBezTo>
                <a:cubicBezTo>
                  <a:pt x="11" y="0"/>
                  <a:pt x="9" y="0"/>
                  <a:pt x="7" y="2"/>
                </a:cubicBezTo>
                <a:cubicBezTo>
                  <a:pt x="6" y="3"/>
                  <a:pt x="6" y="4"/>
                  <a:pt x="6" y="5"/>
                </a:cubicBezTo>
                <a:cubicBezTo>
                  <a:pt x="6" y="6"/>
                  <a:pt x="6" y="7"/>
                  <a:pt x="7" y="8"/>
                </a:cubicBezTo>
                <a:cubicBezTo>
                  <a:pt x="8" y="8"/>
                  <a:pt x="9" y="9"/>
                  <a:pt x="10" y="9"/>
                </a:cubicBezTo>
                <a:close/>
                <a:moveTo>
                  <a:pt x="10" y="39"/>
                </a:moveTo>
                <a:cubicBezTo>
                  <a:pt x="12" y="39"/>
                  <a:pt x="14" y="37"/>
                  <a:pt x="14" y="35"/>
                </a:cubicBezTo>
                <a:cubicBezTo>
                  <a:pt x="14" y="32"/>
                  <a:pt x="12" y="31"/>
                  <a:pt x="10" y="31"/>
                </a:cubicBezTo>
                <a:cubicBezTo>
                  <a:pt x="8" y="31"/>
                  <a:pt x="6" y="32"/>
                  <a:pt x="6" y="35"/>
                </a:cubicBezTo>
                <a:cubicBezTo>
                  <a:pt x="6" y="37"/>
                  <a:pt x="8" y="39"/>
                  <a:pt x="10" y="39"/>
                </a:cubicBezTo>
                <a:close/>
                <a:moveTo>
                  <a:pt x="10" y="68"/>
                </a:moveTo>
                <a:cubicBezTo>
                  <a:pt x="12" y="68"/>
                  <a:pt x="14" y="67"/>
                  <a:pt x="14" y="64"/>
                </a:cubicBezTo>
                <a:cubicBezTo>
                  <a:pt x="14" y="62"/>
                  <a:pt x="12" y="60"/>
                  <a:pt x="10" y="60"/>
                </a:cubicBezTo>
                <a:cubicBezTo>
                  <a:pt x="8" y="60"/>
                  <a:pt x="6" y="62"/>
                  <a:pt x="6" y="64"/>
                </a:cubicBezTo>
                <a:cubicBezTo>
                  <a:pt x="6" y="67"/>
                  <a:pt x="8" y="68"/>
                  <a:pt x="10" y="68"/>
                </a:cubicBezTo>
                <a:close/>
                <a:moveTo>
                  <a:pt x="10" y="54"/>
                </a:moveTo>
                <a:cubicBezTo>
                  <a:pt x="12" y="54"/>
                  <a:pt x="14" y="52"/>
                  <a:pt x="14" y="50"/>
                </a:cubicBezTo>
                <a:cubicBezTo>
                  <a:pt x="14" y="47"/>
                  <a:pt x="12" y="46"/>
                  <a:pt x="10" y="46"/>
                </a:cubicBezTo>
                <a:cubicBezTo>
                  <a:pt x="8" y="46"/>
                  <a:pt x="6" y="47"/>
                  <a:pt x="6" y="50"/>
                </a:cubicBezTo>
                <a:cubicBezTo>
                  <a:pt x="6" y="52"/>
                  <a:pt x="8" y="54"/>
                  <a:pt x="10" y="54"/>
                </a:cubicBezTo>
                <a:close/>
                <a:moveTo>
                  <a:pt x="10" y="75"/>
                </a:moveTo>
                <a:cubicBezTo>
                  <a:pt x="5" y="75"/>
                  <a:pt x="0" y="80"/>
                  <a:pt x="0" y="85"/>
                </a:cubicBezTo>
                <a:cubicBezTo>
                  <a:pt x="0" y="90"/>
                  <a:pt x="5" y="95"/>
                  <a:pt x="10" y="95"/>
                </a:cubicBezTo>
                <a:cubicBezTo>
                  <a:pt x="15" y="95"/>
                  <a:pt x="20" y="90"/>
                  <a:pt x="20" y="85"/>
                </a:cubicBezTo>
                <a:cubicBezTo>
                  <a:pt x="20" y="80"/>
                  <a:pt x="15" y="75"/>
                  <a:pt x="10" y="75"/>
                </a:cubicBezTo>
                <a:close/>
              </a:path>
            </a:pathLst>
          </a:custGeom>
          <a:solidFill>
            <a:srgbClr val="044BC9"/>
          </a:solidFill>
          <a:ln>
            <a:noFill/>
          </a:ln>
        </p:spPr>
        <p:txBody>
          <a:bodyPr vert="horz" wrap="square" lIns="91440" tIns="45720" rIns="91440" bIns="45720" numCol="1" anchor="t" anchorCtr="0" compatLnSpc="1"/>
          <a:lstStyle/>
          <a:p>
            <a:endParaRPr lang="en-US"/>
          </a:p>
        </p:txBody>
      </p:sp>
      <p:sp>
        <p:nvSpPr>
          <p:cNvPr id="22" name="Freeform 377"/>
          <p:cNvSpPr/>
          <p:nvPr/>
        </p:nvSpPr>
        <p:spPr bwMode="auto">
          <a:xfrm>
            <a:off x="5143199" y="2792290"/>
            <a:ext cx="1836815" cy="1638725"/>
          </a:xfrm>
          <a:custGeom>
            <a:avLst/>
            <a:gdLst>
              <a:gd name="T0" fmla="*/ 494 w 494"/>
              <a:gd name="T1" fmla="*/ 261 h 434"/>
              <a:gd name="T2" fmla="*/ 400 w 494"/>
              <a:gd name="T3" fmla="*/ 261 h 434"/>
              <a:gd name="T4" fmla="*/ 400 w 494"/>
              <a:gd name="T5" fmla="*/ 400 h 434"/>
              <a:gd name="T6" fmla="*/ 366 w 494"/>
              <a:gd name="T7" fmla="*/ 434 h 434"/>
              <a:gd name="T8" fmla="*/ 128 w 494"/>
              <a:gd name="T9" fmla="*/ 434 h 434"/>
              <a:gd name="T10" fmla="*/ 94 w 494"/>
              <a:gd name="T11" fmla="*/ 400 h 434"/>
              <a:gd name="T12" fmla="*/ 94 w 494"/>
              <a:gd name="T13" fmla="*/ 261 h 434"/>
              <a:gd name="T14" fmla="*/ 0 w 494"/>
              <a:gd name="T15" fmla="*/ 261 h 434"/>
              <a:gd name="T16" fmla="*/ 247 w 494"/>
              <a:gd name="T17" fmla="*/ 0 h 434"/>
              <a:gd name="T18" fmla="*/ 494 w 494"/>
              <a:gd name="T19" fmla="*/ 261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4" h="434">
                <a:moveTo>
                  <a:pt x="494" y="261"/>
                </a:moveTo>
                <a:cubicBezTo>
                  <a:pt x="400" y="261"/>
                  <a:pt x="400" y="261"/>
                  <a:pt x="400" y="261"/>
                </a:cubicBezTo>
                <a:cubicBezTo>
                  <a:pt x="400" y="400"/>
                  <a:pt x="400" y="400"/>
                  <a:pt x="400" y="400"/>
                </a:cubicBezTo>
                <a:cubicBezTo>
                  <a:pt x="400" y="419"/>
                  <a:pt x="385" y="434"/>
                  <a:pt x="366" y="434"/>
                </a:cubicBezTo>
                <a:cubicBezTo>
                  <a:pt x="128" y="434"/>
                  <a:pt x="128" y="434"/>
                  <a:pt x="128" y="434"/>
                </a:cubicBezTo>
                <a:cubicBezTo>
                  <a:pt x="109" y="434"/>
                  <a:pt x="94" y="419"/>
                  <a:pt x="94" y="400"/>
                </a:cubicBezTo>
                <a:cubicBezTo>
                  <a:pt x="94" y="261"/>
                  <a:pt x="94" y="261"/>
                  <a:pt x="94" y="261"/>
                </a:cubicBezTo>
                <a:cubicBezTo>
                  <a:pt x="0" y="261"/>
                  <a:pt x="0" y="261"/>
                  <a:pt x="0" y="261"/>
                </a:cubicBezTo>
                <a:cubicBezTo>
                  <a:pt x="247" y="0"/>
                  <a:pt x="247" y="0"/>
                  <a:pt x="247" y="0"/>
                </a:cubicBezTo>
                <a:lnTo>
                  <a:pt x="494" y="261"/>
                </a:lnTo>
                <a:close/>
              </a:path>
            </a:pathLst>
          </a:custGeom>
          <a:solidFill>
            <a:srgbClr val="044BC9"/>
          </a:solidFill>
          <a:ln>
            <a:noFill/>
          </a:ln>
        </p:spPr>
        <p:txBody>
          <a:bodyPr vert="horz" wrap="square" lIns="91440" tIns="45720" rIns="91440" bIns="45720" numCol="1" anchor="t" anchorCtr="0" compatLnSpc="1"/>
          <a:lstStyle/>
          <a:p>
            <a:endParaRPr lang="en-US"/>
          </a:p>
        </p:txBody>
      </p:sp>
      <p:sp>
        <p:nvSpPr>
          <p:cNvPr id="23" name="Freeform 378"/>
          <p:cNvSpPr/>
          <p:nvPr/>
        </p:nvSpPr>
        <p:spPr bwMode="auto">
          <a:xfrm>
            <a:off x="5845948" y="2633704"/>
            <a:ext cx="431317" cy="275638"/>
          </a:xfrm>
          <a:custGeom>
            <a:avLst/>
            <a:gdLst>
              <a:gd name="T0" fmla="*/ 232 w 232"/>
              <a:gd name="T1" fmla="*/ 124 h 146"/>
              <a:gd name="T2" fmla="*/ 232 w 232"/>
              <a:gd name="T3" fmla="*/ 146 h 146"/>
              <a:gd name="T4" fmla="*/ 116 w 232"/>
              <a:gd name="T5" fmla="*/ 24 h 146"/>
              <a:gd name="T6" fmla="*/ 0 w 232"/>
              <a:gd name="T7" fmla="*/ 146 h 146"/>
              <a:gd name="T8" fmla="*/ 0 w 232"/>
              <a:gd name="T9" fmla="*/ 124 h 146"/>
              <a:gd name="T10" fmla="*/ 116 w 232"/>
              <a:gd name="T11" fmla="*/ 0 h 146"/>
              <a:gd name="T12" fmla="*/ 232 w 232"/>
              <a:gd name="T13" fmla="*/ 124 h 146"/>
            </a:gdLst>
            <a:ahLst/>
            <a:cxnLst>
              <a:cxn ang="0">
                <a:pos x="T0" y="T1"/>
              </a:cxn>
              <a:cxn ang="0">
                <a:pos x="T2" y="T3"/>
              </a:cxn>
              <a:cxn ang="0">
                <a:pos x="T4" y="T5"/>
              </a:cxn>
              <a:cxn ang="0">
                <a:pos x="T6" y="T7"/>
              </a:cxn>
              <a:cxn ang="0">
                <a:pos x="T8" y="T9"/>
              </a:cxn>
              <a:cxn ang="0">
                <a:pos x="T10" y="T11"/>
              </a:cxn>
              <a:cxn ang="0">
                <a:pos x="T12" y="T13"/>
              </a:cxn>
            </a:cxnLst>
            <a:rect l="0" t="0" r="r" b="b"/>
            <a:pathLst>
              <a:path w="232" h="146">
                <a:moveTo>
                  <a:pt x="232" y="124"/>
                </a:moveTo>
                <a:lnTo>
                  <a:pt x="232" y="146"/>
                </a:lnTo>
                <a:lnTo>
                  <a:pt x="116" y="24"/>
                </a:lnTo>
                <a:lnTo>
                  <a:pt x="0" y="146"/>
                </a:lnTo>
                <a:lnTo>
                  <a:pt x="0" y="124"/>
                </a:lnTo>
                <a:lnTo>
                  <a:pt x="116" y="0"/>
                </a:lnTo>
                <a:lnTo>
                  <a:pt x="232" y="124"/>
                </a:lnTo>
                <a:close/>
              </a:path>
            </a:pathLst>
          </a:custGeom>
          <a:solidFill>
            <a:srgbClr val="044BC9"/>
          </a:solidFill>
          <a:ln>
            <a:noFill/>
          </a:ln>
        </p:spPr>
        <p:txBody>
          <a:bodyPr vert="horz" wrap="square" lIns="91440" tIns="45720" rIns="91440" bIns="45720" numCol="1" anchor="t" anchorCtr="0" compatLnSpc="1"/>
          <a:lstStyle/>
          <a:p>
            <a:endParaRPr lang="en-US"/>
          </a:p>
        </p:txBody>
      </p:sp>
      <p:sp>
        <p:nvSpPr>
          <p:cNvPr id="24" name="Freeform 379"/>
          <p:cNvSpPr/>
          <p:nvPr/>
        </p:nvSpPr>
        <p:spPr bwMode="auto">
          <a:xfrm>
            <a:off x="5845948" y="2497773"/>
            <a:ext cx="431317" cy="275638"/>
          </a:xfrm>
          <a:custGeom>
            <a:avLst/>
            <a:gdLst>
              <a:gd name="T0" fmla="*/ 232 w 232"/>
              <a:gd name="T1" fmla="*/ 122 h 146"/>
              <a:gd name="T2" fmla="*/ 232 w 232"/>
              <a:gd name="T3" fmla="*/ 146 h 146"/>
              <a:gd name="T4" fmla="*/ 116 w 232"/>
              <a:gd name="T5" fmla="*/ 24 h 146"/>
              <a:gd name="T6" fmla="*/ 0 w 232"/>
              <a:gd name="T7" fmla="*/ 146 h 146"/>
              <a:gd name="T8" fmla="*/ 0 w 232"/>
              <a:gd name="T9" fmla="*/ 122 h 146"/>
              <a:gd name="T10" fmla="*/ 116 w 232"/>
              <a:gd name="T11" fmla="*/ 0 h 146"/>
              <a:gd name="T12" fmla="*/ 232 w 232"/>
              <a:gd name="T13" fmla="*/ 122 h 146"/>
            </a:gdLst>
            <a:ahLst/>
            <a:cxnLst>
              <a:cxn ang="0">
                <a:pos x="T0" y="T1"/>
              </a:cxn>
              <a:cxn ang="0">
                <a:pos x="T2" y="T3"/>
              </a:cxn>
              <a:cxn ang="0">
                <a:pos x="T4" y="T5"/>
              </a:cxn>
              <a:cxn ang="0">
                <a:pos x="T6" y="T7"/>
              </a:cxn>
              <a:cxn ang="0">
                <a:pos x="T8" y="T9"/>
              </a:cxn>
              <a:cxn ang="0">
                <a:pos x="T10" y="T11"/>
              </a:cxn>
              <a:cxn ang="0">
                <a:pos x="T12" y="T13"/>
              </a:cxn>
            </a:cxnLst>
            <a:rect l="0" t="0" r="r" b="b"/>
            <a:pathLst>
              <a:path w="232" h="146">
                <a:moveTo>
                  <a:pt x="232" y="122"/>
                </a:moveTo>
                <a:lnTo>
                  <a:pt x="232" y="146"/>
                </a:lnTo>
                <a:lnTo>
                  <a:pt x="116" y="24"/>
                </a:lnTo>
                <a:lnTo>
                  <a:pt x="0" y="146"/>
                </a:lnTo>
                <a:lnTo>
                  <a:pt x="0" y="122"/>
                </a:lnTo>
                <a:lnTo>
                  <a:pt x="116" y="0"/>
                </a:lnTo>
                <a:lnTo>
                  <a:pt x="232" y="122"/>
                </a:lnTo>
                <a:close/>
              </a:path>
            </a:pathLst>
          </a:custGeom>
          <a:solidFill>
            <a:srgbClr val="044BC9"/>
          </a:solidFill>
          <a:ln>
            <a:noFill/>
          </a:ln>
        </p:spPr>
        <p:txBody>
          <a:bodyPr vert="horz" wrap="square" lIns="91440" tIns="45720" rIns="91440" bIns="45720" numCol="1" anchor="t" anchorCtr="0" compatLnSpc="1"/>
          <a:lstStyle/>
          <a:p>
            <a:endParaRPr lang="en-US"/>
          </a:p>
        </p:txBody>
      </p:sp>
      <p:sp>
        <p:nvSpPr>
          <p:cNvPr id="25" name="Freeform 380"/>
          <p:cNvSpPr>
            <a:spLocks noEditPoints="1"/>
          </p:cNvSpPr>
          <p:nvPr/>
        </p:nvSpPr>
        <p:spPr bwMode="auto">
          <a:xfrm>
            <a:off x="4187609" y="2784738"/>
            <a:ext cx="70647" cy="354931"/>
          </a:xfrm>
          <a:custGeom>
            <a:avLst/>
            <a:gdLst>
              <a:gd name="T0" fmla="*/ 10 w 19"/>
              <a:gd name="T1" fmla="*/ 72 h 94"/>
              <a:gd name="T2" fmla="*/ 6 w 19"/>
              <a:gd name="T3" fmla="*/ 76 h 94"/>
              <a:gd name="T4" fmla="*/ 10 w 19"/>
              <a:gd name="T5" fmla="*/ 80 h 94"/>
              <a:gd name="T6" fmla="*/ 14 w 19"/>
              <a:gd name="T7" fmla="*/ 76 h 94"/>
              <a:gd name="T8" fmla="*/ 10 w 19"/>
              <a:gd name="T9" fmla="*/ 72 h 94"/>
              <a:gd name="T10" fmla="*/ 10 w 19"/>
              <a:gd name="T11" fmla="*/ 57 h 94"/>
              <a:gd name="T12" fmla="*/ 6 w 19"/>
              <a:gd name="T13" fmla="*/ 61 h 94"/>
              <a:gd name="T14" fmla="*/ 10 w 19"/>
              <a:gd name="T15" fmla="*/ 65 h 94"/>
              <a:gd name="T16" fmla="*/ 14 w 19"/>
              <a:gd name="T17" fmla="*/ 61 h 94"/>
              <a:gd name="T18" fmla="*/ 10 w 19"/>
              <a:gd name="T19" fmla="*/ 57 h 94"/>
              <a:gd name="T20" fmla="*/ 7 w 19"/>
              <a:gd name="T21" fmla="*/ 88 h 94"/>
              <a:gd name="T22" fmla="*/ 6 w 19"/>
              <a:gd name="T23" fmla="*/ 90 h 94"/>
              <a:gd name="T24" fmla="*/ 7 w 19"/>
              <a:gd name="T25" fmla="*/ 93 h 94"/>
              <a:gd name="T26" fmla="*/ 10 w 19"/>
              <a:gd name="T27" fmla="*/ 94 h 94"/>
              <a:gd name="T28" fmla="*/ 12 w 19"/>
              <a:gd name="T29" fmla="*/ 93 h 94"/>
              <a:gd name="T30" fmla="*/ 14 w 19"/>
              <a:gd name="T31" fmla="*/ 90 h 94"/>
              <a:gd name="T32" fmla="*/ 12 w 19"/>
              <a:gd name="T33" fmla="*/ 88 h 94"/>
              <a:gd name="T34" fmla="*/ 7 w 19"/>
              <a:gd name="T35" fmla="*/ 88 h 94"/>
              <a:gd name="T36" fmla="*/ 10 w 19"/>
              <a:gd name="T37" fmla="*/ 0 h 94"/>
              <a:gd name="T38" fmla="*/ 0 w 19"/>
              <a:gd name="T39" fmla="*/ 10 h 94"/>
              <a:gd name="T40" fmla="*/ 10 w 19"/>
              <a:gd name="T41" fmla="*/ 20 h 94"/>
              <a:gd name="T42" fmla="*/ 19 w 19"/>
              <a:gd name="T43" fmla="*/ 10 h 94"/>
              <a:gd name="T44" fmla="*/ 10 w 19"/>
              <a:gd name="T45" fmla="*/ 0 h 94"/>
              <a:gd name="T46" fmla="*/ 10 w 19"/>
              <a:gd name="T47" fmla="*/ 27 h 94"/>
              <a:gd name="T48" fmla="*/ 6 w 19"/>
              <a:gd name="T49" fmla="*/ 31 h 94"/>
              <a:gd name="T50" fmla="*/ 10 w 19"/>
              <a:gd name="T51" fmla="*/ 35 h 94"/>
              <a:gd name="T52" fmla="*/ 14 w 19"/>
              <a:gd name="T53" fmla="*/ 31 h 94"/>
              <a:gd name="T54" fmla="*/ 10 w 19"/>
              <a:gd name="T55" fmla="*/ 27 h 94"/>
              <a:gd name="T56" fmla="*/ 10 w 19"/>
              <a:gd name="T57" fmla="*/ 42 h 94"/>
              <a:gd name="T58" fmla="*/ 6 w 19"/>
              <a:gd name="T59" fmla="*/ 46 h 94"/>
              <a:gd name="T60" fmla="*/ 10 w 19"/>
              <a:gd name="T61" fmla="*/ 50 h 94"/>
              <a:gd name="T62" fmla="*/ 14 w 19"/>
              <a:gd name="T63" fmla="*/ 46 h 94"/>
              <a:gd name="T64" fmla="*/ 10 w 19"/>
              <a:gd name="T65" fmla="*/ 42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 h="94">
                <a:moveTo>
                  <a:pt x="10" y="72"/>
                </a:moveTo>
                <a:cubicBezTo>
                  <a:pt x="7" y="72"/>
                  <a:pt x="6" y="73"/>
                  <a:pt x="6" y="76"/>
                </a:cubicBezTo>
                <a:cubicBezTo>
                  <a:pt x="6" y="78"/>
                  <a:pt x="7" y="80"/>
                  <a:pt x="10" y="80"/>
                </a:cubicBezTo>
                <a:cubicBezTo>
                  <a:pt x="12" y="80"/>
                  <a:pt x="14" y="78"/>
                  <a:pt x="14" y="76"/>
                </a:cubicBezTo>
                <a:cubicBezTo>
                  <a:pt x="14" y="73"/>
                  <a:pt x="12" y="72"/>
                  <a:pt x="10" y="72"/>
                </a:cubicBezTo>
                <a:close/>
                <a:moveTo>
                  <a:pt x="10" y="57"/>
                </a:moveTo>
                <a:cubicBezTo>
                  <a:pt x="7" y="57"/>
                  <a:pt x="6" y="58"/>
                  <a:pt x="6" y="61"/>
                </a:cubicBezTo>
                <a:cubicBezTo>
                  <a:pt x="6" y="63"/>
                  <a:pt x="7" y="65"/>
                  <a:pt x="10" y="65"/>
                </a:cubicBezTo>
                <a:cubicBezTo>
                  <a:pt x="12" y="65"/>
                  <a:pt x="14" y="63"/>
                  <a:pt x="14" y="61"/>
                </a:cubicBezTo>
                <a:cubicBezTo>
                  <a:pt x="14" y="58"/>
                  <a:pt x="12" y="57"/>
                  <a:pt x="10" y="57"/>
                </a:cubicBezTo>
                <a:close/>
                <a:moveTo>
                  <a:pt x="7" y="88"/>
                </a:moveTo>
                <a:cubicBezTo>
                  <a:pt x="6" y="88"/>
                  <a:pt x="6" y="89"/>
                  <a:pt x="6" y="90"/>
                </a:cubicBezTo>
                <a:cubicBezTo>
                  <a:pt x="6" y="92"/>
                  <a:pt x="6" y="93"/>
                  <a:pt x="7" y="93"/>
                </a:cubicBezTo>
                <a:cubicBezTo>
                  <a:pt x="8" y="94"/>
                  <a:pt x="9" y="94"/>
                  <a:pt x="10" y="94"/>
                </a:cubicBezTo>
                <a:cubicBezTo>
                  <a:pt x="11" y="94"/>
                  <a:pt x="12" y="94"/>
                  <a:pt x="12" y="93"/>
                </a:cubicBezTo>
                <a:cubicBezTo>
                  <a:pt x="13" y="93"/>
                  <a:pt x="14" y="92"/>
                  <a:pt x="14" y="90"/>
                </a:cubicBezTo>
                <a:cubicBezTo>
                  <a:pt x="14" y="89"/>
                  <a:pt x="13" y="88"/>
                  <a:pt x="12" y="88"/>
                </a:cubicBezTo>
                <a:cubicBezTo>
                  <a:pt x="11" y="86"/>
                  <a:pt x="8" y="86"/>
                  <a:pt x="7" y="88"/>
                </a:cubicBezTo>
                <a:close/>
                <a:moveTo>
                  <a:pt x="10" y="0"/>
                </a:moveTo>
                <a:cubicBezTo>
                  <a:pt x="4" y="0"/>
                  <a:pt x="0" y="5"/>
                  <a:pt x="0" y="10"/>
                </a:cubicBezTo>
                <a:cubicBezTo>
                  <a:pt x="0" y="16"/>
                  <a:pt x="4" y="20"/>
                  <a:pt x="10" y="20"/>
                </a:cubicBezTo>
                <a:cubicBezTo>
                  <a:pt x="15" y="20"/>
                  <a:pt x="19" y="16"/>
                  <a:pt x="19" y="10"/>
                </a:cubicBezTo>
                <a:cubicBezTo>
                  <a:pt x="19" y="5"/>
                  <a:pt x="15" y="0"/>
                  <a:pt x="10" y="0"/>
                </a:cubicBezTo>
                <a:close/>
                <a:moveTo>
                  <a:pt x="10" y="27"/>
                </a:moveTo>
                <a:cubicBezTo>
                  <a:pt x="7" y="27"/>
                  <a:pt x="6" y="29"/>
                  <a:pt x="6" y="31"/>
                </a:cubicBezTo>
                <a:cubicBezTo>
                  <a:pt x="6" y="33"/>
                  <a:pt x="7" y="35"/>
                  <a:pt x="10" y="35"/>
                </a:cubicBezTo>
                <a:cubicBezTo>
                  <a:pt x="12" y="35"/>
                  <a:pt x="14" y="33"/>
                  <a:pt x="14" y="31"/>
                </a:cubicBezTo>
                <a:cubicBezTo>
                  <a:pt x="14" y="29"/>
                  <a:pt x="12" y="27"/>
                  <a:pt x="10" y="27"/>
                </a:cubicBezTo>
                <a:close/>
                <a:moveTo>
                  <a:pt x="10" y="42"/>
                </a:moveTo>
                <a:cubicBezTo>
                  <a:pt x="7" y="42"/>
                  <a:pt x="6" y="44"/>
                  <a:pt x="6" y="46"/>
                </a:cubicBezTo>
                <a:cubicBezTo>
                  <a:pt x="6" y="48"/>
                  <a:pt x="7" y="50"/>
                  <a:pt x="10" y="50"/>
                </a:cubicBezTo>
                <a:cubicBezTo>
                  <a:pt x="12" y="50"/>
                  <a:pt x="14" y="48"/>
                  <a:pt x="14" y="46"/>
                </a:cubicBezTo>
                <a:cubicBezTo>
                  <a:pt x="14" y="44"/>
                  <a:pt x="12" y="42"/>
                  <a:pt x="10" y="42"/>
                </a:cubicBezTo>
                <a:close/>
              </a:path>
            </a:pathLst>
          </a:custGeom>
          <a:solidFill>
            <a:srgbClr val="23A2E4"/>
          </a:solidFill>
          <a:ln>
            <a:noFill/>
          </a:ln>
        </p:spPr>
        <p:txBody>
          <a:bodyPr vert="horz" wrap="square" lIns="91440" tIns="45720" rIns="91440" bIns="45720" numCol="1" anchor="t" anchorCtr="0" compatLnSpc="1"/>
          <a:lstStyle/>
          <a:p>
            <a:endParaRPr lang="en-US"/>
          </a:p>
        </p:txBody>
      </p:sp>
      <p:sp>
        <p:nvSpPr>
          <p:cNvPr id="26" name="Freeform 381"/>
          <p:cNvSpPr>
            <a:spLocks noEditPoints="1"/>
          </p:cNvSpPr>
          <p:nvPr/>
        </p:nvSpPr>
        <p:spPr bwMode="auto">
          <a:xfrm>
            <a:off x="2352652" y="4412136"/>
            <a:ext cx="70647" cy="358707"/>
          </a:xfrm>
          <a:custGeom>
            <a:avLst/>
            <a:gdLst>
              <a:gd name="T0" fmla="*/ 9 w 19"/>
              <a:gd name="T1" fmla="*/ 24 h 95"/>
              <a:gd name="T2" fmla="*/ 13 w 19"/>
              <a:gd name="T3" fmla="*/ 20 h 95"/>
              <a:gd name="T4" fmla="*/ 9 w 19"/>
              <a:gd name="T5" fmla="*/ 16 h 95"/>
              <a:gd name="T6" fmla="*/ 5 w 19"/>
              <a:gd name="T7" fmla="*/ 20 h 95"/>
              <a:gd name="T8" fmla="*/ 9 w 19"/>
              <a:gd name="T9" fmla="*/ 24 h 95"/>
              <a:gd name="T10" fmla="*/ 9 w 19"/>
              <a:gd name="T11" fmla="*/ 39 h 95"/>
              <a:gd name="T12" fmla="*/ 13 w 19"/>
              <a:gd name="T13" fmla="*/ 35 h 95"/>
              <a:gd name="T14" fmla="*/ 9 w 19"/>
              <a:gd name="T15" fmla="*/ 31 h 95"/>
              <a:gd name="T16" fmla="*/ 5 w 19"/>
              <a:gd name="T17" fmla="*/ 35 h 95"/>
              <a:gd name="T18" fmla="*/ 9 w 19"/>
              <a:gd name="T19" fmla="*/ 39 h 95"/>
              <a:gd name="T20" fmla="*/ 9 w 19"/>
              <a:gd name="T21" fmla="*/ 9 h 95"/>
              <a:gd name="T22" fmla="*/ 12 w 19"/>
              <a:gd name="T23" fmla="*/ 8 h 95"/>
              <a:gd name="T24" fmla="*/ 13 w 19"/>
              <a:gd name="T25" fmla="*/ 5 h 95"/>
              <a:gd name="T26" fmla="*/ 12 w 19"/>
              <a:gd name="T27" fmla="*/ 2 h 95"/>
              <a:gd name="T28" fmla="*/ 6 w 19"/>
              <a:gd name="T29" fmla="*/ 2 h 95"/>
              <a:gd name="T30" fmla="*/ 5 w 19"/>
              <a:gd name="T31" fmla="*/ 5 h 95"/>
              <a:gd name="T32" fmla="*/ 6 w 19"/>
              <a:gd name="T33" fmla="*/ 8 h 95"/>
              <a:gd name="T34" fmla="*/ 9 w 19"/>
              <a:gd name="T35" fmla="*/ 9 h 95"/>
              <a:gd name="T36" fmla="*/ 9 w 19"/>
              <a:gd name="T37" fmla="*/ 68 h 95"/>
              <a:gd name="T38" fmla="*/ 13 w 19"/>
              <a:gd name="T39" fmla="*/ 64 h 95"/>
              <a:gd name="T40" fmla="*/ 9 w 19"/>
              <a:gd name="T41" fmla="*/ 60 h 95"/>
              <a:gd name="T42" fmla="*/ 5 w 19"/>
              <a:gd name="T43" fmla="*/ 64 h 95"/>
              <a:gd name="T44" fmla="*/ 9 w 19"/>
              <a:gd name="T45" fmla="*/ 68 h 95"/>
              <a:gd name="T46" fmla="*/ 9 w 19"/>
              <a:gd name="T47" fmla="*/ 54 h 95"/>
              <a:gd name="T48" fmla="*/ 13 w 19"/>
              <a:gd name="T49" fmla="*/ 50 h 95"/>
              <a:gd name="T50" fmla="*/ 9 w 19"/>
              <a:gd name="T51" fmla="*/ 46 h 95"/>
              <a:gd name="T52" fmla="*/ 5 w 19"/>
              <a:gd name="T53" fmla="*/ 50 h 95"/>
              <a:gd name="T54" fmla="*/ 9 w 19"/>
              <a:gd name="T55" fmla="*/ 54 h 95"/>
              <a:gd name="T56" fmla="*/ 9 w 19"/>
              <a:gd name="T57" fmla="*/ 75 h 95"/>
              <a:gd name="T58" fmla="*/ 0 w 19"/>
              <a:gd name="T59" fmla="*/ 85 h 95"/>
              <a:gd name="T60" fmla="*/ 9 w 19"/>
              <a:gd name="T61" fmla="*/ 95 h 95"/>
              <a:gd name="T62" fmla="*/ 19 w 19"/>
              <a:gd name="T63" fmla="*/ 85 h 95"/>
              <a:gd name="T64" fmla="*/ 9 w 19"/>
              <a:gd name="T65" fmla="*/ 7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 h="95">
                <a:moveTo>
                  <a:pt x="9" y="24"/>
                </a:moveTo>
                <a:cubicBezTo>
                  <a:pt x="11" y="24"/>
                  <a:pt x="13" y="22"/>
                  <a:pt x="13" y="20"/>
                </a:cubicBezTo>
                <a:cubicBezTo>
                  <a:pt x="13" y="17"/>
                  <a:pt x="11" y="16"/>
                  <a:pt x="9" y="16"/>
                </a:cubicBezTo>
                <a:cubicBezTo>
                  <a:pt x="7" y="16"/>
                  <a:pt x="5" y="17"/>
                  <a:pt x="5" y="20"/>
                </a:cubicBezTo>
                <a:cubicBezTo>
                  <a:pt x="5" y="22"/>
                  <a:pt x="7" y="24"/>
                  <a:pt x="9" y="24"/>
                </a:cubicBezTo>
                <a:close/>
                <a:moveTo>
                  <a:pt x="9" y="39"/>
                </a:moveTo>
                <a:cubicBezTo>
                  <a:pt x="11" y="39"/>
                  <a:pt x="13" y="37"/>
                  <a:pt x="13" y="35"/>
                </a:cubicBezTo>
                <a:cubicBezTo>
                  <a:pt x="13" y="32"/>
                  <a:pt x="11" y="31"/>
                  <a:pt x="9" y="31"/>
                </a:cubicBezTo>
                <a:cubicBezTo>
                  <a:pt x="7" y="31"/>
                  <a:pt x="5" y="32"/>
                  <a:pt x="5" y="35"/>
                </a:cubicBezTo>
                <a:cubicBezTo>
                  <a:pt x="5" y="37"/>
                  <a:pt x="7" y="39"/>
                  <a:pt x="9" y="39"/>
                </a:cubicBezTo>
                <a:close/>
                <a:moveTo>
                  <a:pt x="9" y="9"/>
                </a:moveTo>
                <a:cubicBezTo>
                  <a:pt x="10" y="9"/>
                  <a:pt x="11" y="8"/>
                  <a:pt x="12" y="8"/>
                </a:cubicBezTo>
                <a:cubicBezTo>
                  <a:pt x="13" y="7"/>
                  <a:pt x="13" y="6"/>
                  <a:pt x="13" y="5"/>
                </a:cubicBezTo>
                <a:cubicBezTo>
                  <a:pt x="13" y="4"/>
                  <a:pt x="13" y="3"/>
                  <a:pt x="12" y="2"/>
                </a:cubicBezTo>
                <a:cubicBezTo>
                  <a:pt x="11" y="0"/>
                  <a:pt x="8" y="0"/>
                  <a:pt x="6" y="2"/>
                </a:cubicBezTo>
                <a:cubicBezTo>
                  <a:pt x="6" y="3"/>
                  <a:pt x="5" y="4"/>
                  <a:pt x="5" y="5"/>
                </a:cubicBezTo>
                <a:cubicBezTo>
                  <a:pt x="5" y="6"/>
                  <a:pt x="6" y="7"/>
                  <a:pt x="6" y="8"/>
                </a:cubicBezTo>
                <a:cubicBezTo>
                  <a:pt x="7" y="8"/>
                  <a:pt x="8" y="9"/>
                  <a:pt x="9" y="9"/>
                </a:cubicBezTo>
                <a:close/>
                <a:moveTo>
                  <a:pt x="9" y="68"/>
                </a:moveTo>
                <a:cubicBezTo>
                  <a:pt x="11" y="68"/>
                  <a:pt x="13" y="67"/>
                  <a:pt x="13" y="64"/>
                </a:cubicBezTo>
                <a:cubicBezTo>
                  <a:pt x="13" y="62"/>
                  <a:pt x="11" y="60"/>
                  <a:pt x="9" y="60"/>
                </a:cubicBezTo>
                <a:cubicBezTo>
                  <a:pt x="7" y="60"/>
                  <a:pt x="5" y="62"/>
                  <a:pt x="5" y="64"/>
                </a:cubicBezTo>
                <a:cubicBezTo>
                  <a:pt x="5" y="67"/>
                  <a:pt x="7" y="68"/>
                  <a:pt x="9" y="68"/>
                </a:cubicBezTo>
                <a:close/>
                <a:moveTo>
                  <a:pt x="9" y="54"/>
                </a:moveTo>
                <a:cubicBezTo>
                  <a:pt x="11" y="54"/>
                  <a:pt x="13" y="52"/>
                  <a:pt x="13" y="50"/>
                </a:cubicBezTo>
                <a:cubicBezTo>
                  <a:pt x="13" y="47"/>
                  <a:pt x="11" y="46"/>
                  <a:pt x="9" y="46"/>
                </a:cubicBezTo>
                <a:cubicBezTo>
                  <a:pt x="7" y="46"/>
                  <a:pt x="5" y="47"/>
                  <a:pt x="5" y="50"/>
                </a:cubicBezTo>
                <a:cubicBezTo>
                  <a:pt x="5" y="52"/>
                  <a:pt x="7" y="54"/>
                  <a:pt x="9" y="54"/>
                </a:cubicBezTo>
                <a:close/>
                <a:moveTo>
                  <a:pt x="9" y="75"/>
                </a:moveTo>
                <a:cubicBezTo>
                  <a:pt x="4" y="75"/>
                  <a:pt x="0" y="80"/>
                  <a:pt x="0" y="85"/>
                </a:cubicBezTo>
                <a:cubicBezTo>
                  <a:pt x="0" y="90"/>
                  <a:pt x="4" y="95"/>
                  <a:pt x="9" y="95"/>
                </a:cubicBezTo>
                <a:cubicBezTo>
                  <a:pt x="15" y="95"/>
                  <a:pt x="19" y="90"/>
                  <a:pt x="19" y="85"/>
                </a:cubicBezTo>
                <a:cubicBezTo>
                  <a:pt x="19" y="80"/>
                  <a:pt x="15" y="75"/>
                  <a:pt x="9" y="75"/>
                </a:cubicBezTo>
                <a:close/>
              </a:path>
            </a:pathLst>
          </a:custGeom>
          <a:solidFill>
            <a:srgbClr val="044BC9"/>
          </a:solidFill>
          <a:ln>
            <a:noFill/>
          </a:ln>
        </p:spPr>
        <p:txBody>
          <a:bodyPr vert="horz" wrap="square" lIns="91440" tIns="45720" rIns="91440" bIns="45720" numCol="1" anchor="t" anchorCtr="0" compatLnSpc="1"/>
          <a:lstStyle/>
          <a:p>
            <a:endParaRPr lang="en-US"/>
          </a:p>
        </p:txBody>
      </p:sp>
      <p:sp>
        <p:nvSpPr>
          <p:cNvPr id="27" name="Freeform 382"/>
          <p:cNvSpPr/>
          <p:nvPr/>
        </p:nvSpPr>
        <p:spPr bwMode="auto">
          <a:xfrm>
            <a:off x="1467709" y="2792290"/>
            <a:ext cx="1836815" cy="1638725"/>
          </a:xfrm>
          <a:custGeom>
            <a:avLst/>
            <a:gdLst>
              <a:gd name="T0" fmla="*/ 494 w 494"/>
              <a:gd name="T1" fmla="*/ 261 h 434"/>
              <a:gd name="T2" fmla="*/ 400 w 494"/>
              <a:gd name="T3" fmla="*/ 261 h 434"/>
              <a:gd name="T4" fmla="*/ 400 w 494"/>
              <a:gd name="T5" fmla="*/ 400 h 434"/>
              <a:gd name="T6" fmla="*/ 366 w 494"/>
              <a:gd name="T7" fmla="*/ 434 h 434"/>
              <a:gd name="T8" fmla="*/ 128 w 494"/>
              <a:gd name="T9" fmla="*/ 434 h 434"/>
              <a:gd name="T10" fmla="*/ 94 w 494"/>
              <a:gd name="T11" fmla="*/ 400 h 434"/>
              <a:gd name="T12" fmla="*/ 94 w 494"/>
              <a:gd name="T13" fmla="*/ 261 h 434"/>
              <a:gd name="T14" fmla="*/ 0 w 494"/>
              <a:gd name="T15" fmla="*/ 261 h 434"/>
              <a:gd name="T16" fmla="*/ 247 w 494"/>
              <a:gd name="T17" fmla="*/ 0 h 434"/>
              <a:gd name="T18" fmla="*/ 494 w 494"/>
              <a:gd name="T19" fmla="*/ 261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4" h="434">
                <a:moveTo>
                  <a:pt x="494" y="261"/>
                </a:moveTo>
                <a:cubicBezTo>
                  <a:pt x="400" y="261"/>
                  <a:pt x="400" y="261"/>
                  <a:pt x="400" y="261"/>
                </a:cubicBezTo>
                <a:cubicBezTo>
                  <a:pt x="400" y="400"/>
                  <a:pt x="400" y="400"/>
                  <a:pt x="400" y="400"/>
                </a:cubicBezTo>
                <a:cubicBezTo>
                  <a:pt x="400" y="419"/>
                  <a:pt x="385" y="434"/>
                  <a:pt x="366" y="434"/>
                </a:cubicBezTo>
                <a:cubicBezTo>
                  <a:pt x="128" y="434"/>
                  <a:pt x="128" y="434"/>
                  <a:pt x="128" y="434"/>
                </a:cubicBezTo>
                <a:cubicBezTo>
                  <a:pt x="109" y="434"/>
                  <a:pt x="94" y="419"/>
                  <a:pt x="94" y="400"/>
                </a:cubicBezTo>
                <a:cubicBezTo>
                  <a:pt x="94" y="261"/>
                  <a:pt x="94" y="261"/>
                  <a:pt x="94" y="261"/>
                </a:cubicBezTo>
                <a:cubicBezTo>
                  <a:pt x="0" y="261"/>
                  <a:pt x="0" y="261"/>
                  <a:pt x="0" y="261"/>
                </a:cubicBezTo>
                <a:cubicBezTo>
                  <a:pt x="247" y="0"/>
                  <a:pt x="247" y="0"/>
                  <a:pt x="247" y="0"/>
                </a:cubicBezTo>
                <a:lnTo>
                  <a:pt x="494" y="261"/>
                </a:lnTo>
                <a:close/>
              </a:path>
            </a:pathLst>
          </a:custGeom>
          <a:solidFill>
            <a:srgbClr val="044BC9"/>
          </a:solidFill>
          <a:ln>
            <a:noFill/>
          </a:ln>
        </p:spPr>
        <p:txBody>
          <a:bodyPr vert="horz" wrap="square" lIns="91440" tIns="45720" rIns="91440" bIns="45720" numCol="1" anchor="t" anchorCtr="0" compatLnSpc="1"/>
          <a:lstStyle/>
          <a:p>
            <a:endParaRPr lang="en-US"/>
          </a:p>
        </p:txBody>
      </p:sp>
      <p:sp>
        <p:nvSpPr>
          <p:cNvPr id="28" name="Freeform 383"/>
          <p:cNvSpPr/>
          <p:nvPr/>
        </p:nvSpPr>
        <p:spPr bwMode="auto">
          <a:xfrm>
            <a:off x="2170458" y="2633704"/>
            <a:ext cx="435035" cy="275638"/>
          </a:xfrm>
          <a:custGeom>
            <a:avLst/>
            <a:gdLst>
              <a:gd name="T0" fmla="*/ 234 w 234"/>
              <a:gd name="T1" fmla="*/ 124 h 146"/>
              <a:gd name="T2" fmla="*/ 234 w 234"/>
              <a:gd name="T3" fmla="*/ 146 h 146"/>
              <a:gd name="T4" fmla="*/ 116 w 234"/>
              <a:gd name="T5" fmla="*/ 24 h 146"/>
              <a:gd name="T6" fmla="*/ 0 w 234"/>
              <a:gd name="T7" fmla="*/ 146 h 146"/>
              <a:gd name="T8" fmla="*/ 0 w 234"/>
              <a:gd name="T9" fmla="*/ 124 h 146"/>
              <a:gd name="T10" fmla="*/ 116 w 234"/>
              <a:gd name="T11" fmla="*/ 0 h 146"/>
              <a:gd name="T12" fmla="*/ 234 w 234"/>
              <a:gd name="T13" fmla="*/ 124 h 146"/>
            </a:gdLst>
            <a:ahLst/>
            <a:cxnLst>
              <a:cxn ang="0">
                <a:pos x="T0" y="T1"/>
              </a:cxn>
              <a:cxn ang="0">
                <a:pos x="T2" y="T3"/>
              </a:cxn>
              <a:cxn ang="0">
                <a:pos x="T4" y="T5"/>
              </a:cxn>
              <a:cxn ang="0">
                <a:pos x="T6" y="T7"/>
              </a:cxn>
              <a:cxn ang="0">
                <a:pos x="T8" y="T9"/>
              </a:cxn>
              <a:cxn ang="0">
                <a:pos x="T10" y="T11"/>
              </a:cxn>
              <a:cxn ang="0">
                <a:pos x="T12" y="T13"/>
              </a:cxn>
            </a:cxnLst>
            <a:rect l="0" t="0" r="r" b="b"/>
            <a:pathLst>
              <a:path w="234" h="146">
                <a:moveTo>
                  <a:pt x="234" y="124"/>
                </a:moveTo>
                <a:lnTo>
                  <a:pt x="234" y="146"/>
                </a:lnTo>
                <a:lnTo>
                  <a:pt x="116" y="24"/>
                </a:lnTo>
                <a:lnTo>
                  <a:pt x="0" y="146"/>
                </a:lnTo>
                <a:lnTo>
                  <a:pt x="0" y="124"/>
                </a:lnTo>
                <a:lnTo>
                  <a:pt x="116" y="0"/>
                </a:lnTo>
                <a:lnTo>
                  <a:pt x="234" y="124"/>
                </a:lnTo>
                <a:close/>
              </a:path>
            </a:pathLst>
          </a:custGeom>
          <a:solidFill>
            <a:srgbClr val="044BC9"/>
          </a:solidFill>
          <a:ln>
            <a:noFill/>
          </a:ln>
        </p:spPr>
        <p:txBody>
          <a:bodyPr vert="horz" wrap="square" lIns="91440" tIns="45720" rIns="91440" bIns="45720" numCol="1" anchor="t" anchorCtr="0" compatLnSpc="1"/>
          <a:lstStyle/>
          <a:p>
            <a:endParaRPr lang="en-US"/>
          </a:p>
        </p:txBody>
      </p:sp>
      <p:sp>
        <p:nvSpPr>
          <p:cNvPr id="29" name="Freeform 384"/>
          <p:cNvSpPr/>
          <p:nvPr/>
        </p:nvSpPr>
        <p:spPr bwMode="auto">
          <a:xfrm>
            <a:off x="2170458" y="2497773"/>
            <a:ext cx="435035" cy="275638"/>
          </a:xfrm>
          <a:custGeom>
            <a:avLst/>
            <a:gdLst>
              <a:gd name="T0" fmla="*/ 234 w 234"/>
              <a:gd name="T1" fmla="*/ 122 h 146"/>
              <a:gd name="T2" fmla="*/ 234 w 234"/>
              <a:gd name="T3" fmla="*/ 146 h 146"/>
              <a:gd name="T4" fmla="*/ 116 w 234"/>
              <a:gd name="T5" fmla="*/ 24 h 146"/>
              <a:gd name="T6" fmla="*/ 0 w 234"/>
              <a:gd name="T7" fmla="*/ 146 h 146"/>
              <a:gd name="T8" fmla="*/ 0 w 234"/>
              <a:gd name="T9" fmla="*/ 122 h 146"/>
              <a:gd name="T10" fmla="*/ 116 w 234"/>
              <a:gd name="T11" fmla="*/ 0 h 146"/>
              <a:gd name="T12" fmla="*/ 234 w 234"/>
              <a:gd name="T13" fmla="*/ 122 h 146"/>
            </a:gdLst>
            <a:ahLst/>
            <a:cxnLst>
              <a:cxn ang="0">
                <a:pos x="T0" y="T1"/>
              </a:cxn>
              <a:cxn ang="0">
                <a:pos x="T2" y="T3"/>
              </a:cxn>
              <a:cxn ang="0">
                <a:pos x="T4" y="T5"/>
              </a:cxn>
              <a:cxn ang="0">
                <a:pos x="T6" y="T7"/>
              </a:cxn>
              <a:cxn ang="0">
                <a:pos x="T8" y="T9"/>
              </a:cxn>
              <a:cxn ang="0">
                <a:pos x="T10" y="T11"/>
              </a:cxn>
              <a:cxn ang="0">
                <a:pos x="T12" y="T13"/>
              </a:cxn>
            </a:cxnLst>
            <a:rect l="0" t="0" r="r" b="b"/>
            <a:pathLst>
              <a:path w="234" h="146">
                <a:moveTo>
                  <a:pt x="234" y="122"/>
                </a:moveTo>
                <a:lnTo>
                  <a:pt x="234" y="146"/>
                </a:lnTo>
                <a:lnTo>
                  <a:pt x="116" y="24"/>
                </a:lnTo>
                <a:lnTo>
                  <a:pt x="0" y="146"/>
                </a:lnTo>
                <a:lnTo>
                  <a:pt x="0" y="122"/>
                </a:lnTo>
                <a:lnTo>
                  <a:pt x="116" y="0"/>
                </a:lnTo>
                <a:lnTo>
                  <a:pt x="234" y="122"/>
                </a:lnTo>
                <a:close/>
              </a:path>
            </a:pathLst>
          </a:custGeom>
          <a:solidFill>
            <a:srgbClr val="044BC9"/>
          </a:solidFill>
          <a:ln>
            <a:noFill/>
          </a:ln>
        </p:spPr>
        <p:txBody>
          <a:bodyPr vert="horz" wrap="square" lIns="91440" tIns="45720" rIns="91440" bIns="45720" numCol="1" anchor="t" anchorCtr="0" compatLnSpc="1"/>
          <a:lstStyle/>
          <a:p>
            <a:endParaRPr lang="en-US"/>
          </a:p>
        </p:txBody>
      </p:sp>
      <p:grpSp>
        <p:nvGrpSpPr>
          <p:cNvPr id="30" name="Group 35"/>
          <p:cNvGrpSpPr/>
          <p:nvPr/>
        </p:nvGrpSpPr>
        <p:grpSpPr>
          <a:xfrm>
            <a:off x="7708580" y="3683135"/>
            <a:ext cx="458394" cy="391719"/>
            <a:chOff x="4605338" y="3814763"/>
            <a:chExt cx="420688" cy="354013"/>
          </a:xfrm>
          <a:solidFill>
            <a:schemeClr val="bg1"/>
          </a:solidFill>
        </p:grpSpPr>
        <p:sp>
          <p:nvSpPr>
            <p:cNvPr id="31" name="Freeform 32"/>
            <p:cNvSpPr>
              <a:spLocks noEditPoints="1"/>
            </p:cNvSpPr>
            <p:nvPr/>
          </p:nvSpPr>
          <p:spPr bwMode="auto">
            <a:xfrm>
              <a:off x="4605338" y="3814763"/>
              <a:ext cx="420688" cy="354013"/>
            </a:xfrm>
            <a:custGeom>
              <a:avLst/>
              <a:gdLst>
                <a:gd name="T0" fmla="*/ 507 w 548"/>
                <a:gd name="T1" fmla="*/ 0 h 462"/>
                <a:gd name="T2" fmla="*/ 41 w 548"/>
                <a:gd name="T3" fmla="*/ 0 h 462"/>
                <a:gd name="T4" fmla="*/ 0 w 548"/>
                <a:gd name="T5" fmla="*/ 41 h 462"/>
                <a:gd name="T6" fmla="*/ 0 w 548"/>
                <a:gd name="T7" fmla="*/ 369 h 462"/>
                <a:gd name="T8" fmla="*/ 41 w 548"/>
                <a:gd name="T9" fmla="*/ 409 h 462"/>
                <a:gd name="T10" fmla="*/ 226 w 548"/>
                <a:gd name="T11" fmla="*/ 409 h 462"/>
                <a:gd name="T12" fmla="*/ 226 w 548"/>
                <a:gd name="T13" fmla="*/ 416 h 462"/>
                <a:gd name="T14" fmla="*/ 223 w 548"/>
                <a:gd name="T15" fmla="*/ 428 h 462"/>
                <a:gd name="T16" fmla="*/ 177 w 548"/>
                <a:gd name="T17" fmla="*/ 445 h 462"/>
                <a:gd name="T18" fmla="*/ 160 w 548"/>
                <a:gd name="T19" fmla="*/ 449 h 462"/>
                <a:gd name="T20" fmla="*/ 151 w 548"/>
                <a:gd name="T21" fmla="*/ 449 h 462"/>
                <a:gd name="T22" fmla="*/ 142 w 548"/>
                <a:gd name="T23" fmla="*/ 455 h 462"/>
                <a:gd name="T24" fmla="*/ 142 w 548"/>
                <a:gd name="T25" fmla="*/ 455 h 462"/>
                <a:gd name="T26" fmla="*/ 151 w 548"/>
                <a:gd name="T27" fmla="*/ 462 h 462"/>
                <a:gd name="T28" fmla="*/ 397 w 548"/>
                <a:gd name="T29" fmla="*/ 462 h 462"/>
                <a:gd name="T30" fmla="*/ 406 w 548"/>
                <a:gd name="T31" fmla="*/ 455 h 462"/>
                <a:gd name="T32" fmla="*/ 406 w 548"/>
                <a:gd name="T33" fmla="*/ 455 h 462"/>
                <a:gd name="T34" fmla="*/ 402 w 548"/>
                <a:gd name="T35" fmla="*/ 449 h 462"/>
                <a:gd name="T36" fmla="*/ 389 w 548"/>
                <a:gd name="T37" fmla="*/ 448 h 462"/>
                <a:gd name="T38" fmla="*/ 329 w 548"/>
                <a:gd name="T39" fmla="*/ 426 h 462"/>
                <a:gd name="T40" fmla="*/ 322 w 548"/>
                <a:gd name="T41" fmla="*/ 416 h 462"/>
                <a:gd name="T42" fmla="*/ 322 w 548"/>
                <a:gd name="T43" fmla="*/ 409 h 462"/>
                <a:gd name="T44" fmla="*/ 507 w 548"/>
                <a:gd name="T45" fmla="*/ 409 h 462"/>
                <a:gd name="T46" fmla="*/ 548 w 548"/>
                <a:gd name="T47" fmla="*/ 369 h 462"/>
                <a:gd name="T48" fmla="*/ 548 w 548"/>
                <a:gd name="T49" fmla="*/ 41 h 462"/>
                <a:gd name="T50" fmla="*/ 507 w 548"/>
                <a:gd name="T51" fmla="*/ 0 h 462"/>
                <a:gd name="T52" fmla="*/ 510 w 548"/>
                <a:gd name="T53" fmla="*/ 330 h 462"/>
                <a:gd name="T54" fmla="*/ 497 w 548"/>
                <a:gd name="T55" fmla="*/ 344 h 462"/>
                <a:gd name="T56" fmla="*/ 51 w 548"/>
                <a:gd name="T57" fmla="*/ 344 h 462"/>
                <a:gd name="T58" fmla="*/ 38 w 548"/>
                <a:gd name="T59" fmla="*/ 330 h 462"/>
                <a:gd name="T60" fmla="*/ 38 w 548"/>
                <a:gd name="T61" fmla="*/ 50 h 462"/>
                <a:gd name="T62" fmla="*/ 51 w 548"/>
                <a:gd name="T63" fmla="*/ 36 h 462"/>
                <a:gd name="T64" fmla="*/ 497 w 548"/>
                <a:gd name="T65" fmla="*/ 36 h 462"/>
                <a:gd name="T66" fmla="*/ 510 w 548"/>
                <a:gd name="T67" fmla="*/ 50 h 462"/>
                <a:gd name="T68" fmla="*/ 510 w 548"/>
                <a:gd name="T69" fmla="*/ 330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48" h="462">
                  <a:moveTo>
                    <a:pt x="507" y="0"/>
                  </a:moveTo>
                  <a:cubicBezTo>
                    <a:pt x="41" y="0"/>
                    <a:pt x="41" y="0"/>
                    <a:pt x="41" y="0"/>
                  </a:cubicBezTo>
                  <a:cubicBezTo>
                    <a:pt x="18" y="0"/>
                    <a:pt x="0" y="18"/>
                    <a:pt x="0" y="41"/>
                  </a:cubicBezTo>
                  <a:cubicBezTo>
                    <a:pt x="0" y="369"/>
                    <a:pt x="0" y="369"/>
                    <a:pt x="0" y="369"/>
                  </a:cubicBezTo>
                  <a:cubicBezTo>
                    <a:pt x="0" y="391"/>
                    <a:pt x="18" y="409"/>
                    <a:pt x="41" y="409"/>
                  </a:cubicBezTo>
                  <a:cubicBezTo>
                    <a:pt x="226" y="409"/>
                    <a:pt x="226" y="409"/>
                    <a:pt x="226" y="409"/>
                  </a:cubicBezTo>
                  <a:cubicBezTo>
                    <a:pt x="226" y="416"/>
                    <a:pt x="226" y="416"/>
                    <a:pt x="226" y="416"/>
                  </a:cubicBezTo>
                  <a:cubicBezTo>
                    <a:pt x="226" y="419"/>
                    <a:pt x="225" y="425"/>
                    <a:pt x="223" y="428"/>
                  </a:cubicBezTo>
                  <a:cubicBezTo>
                    <a:pt x="177" y="445"/>
                    <a:pt x="177" y="445"/>
                    <a:pt x="177" y="445"/>
                  </a:cubicBezTo>
                  <a:cubicBezTo>
                    <a:pt x="173" y="447"/>
                    <a:pt x="165" y="449"/>
                    <a:pt x="160" y="449"/>
                  </a:cubicBezTo>
                  <a:cubicBezTo>
                    <a:pt x="151" y="449"/>
                    <a:pt x="151" y="449"/>
                    <a:pt x="151" y="449"/>
                  </a:cubicBezTo>
                  <a:cubicBezTo>
                    <a:pt x="146" y="449"/>
                    <a:pt x="142" y="452"/>
                    <a:pt x="142" y="455"/>
                  </a:cubicBezTo>
                  <a:cubicBezTo>
                    <a:pt x="142" y="455"/>
                    <a:pt x="142" y="455"/>
                    <a:pt x="142" y="455"/>
                  </a:cubicBezTo>
                  <a:cubicBezTo>
                    <a:pt x="142" y="459"/>
                    <a:pt x="146" y="462"/>
                    <a:pt x="151" y="462"/>
                  </a:cubicBezTo>
                  <a:cubicBezTo>
                    <a:pt x="397" y="462"/>
                    <a:pt x="397" y="462"/>
                    <a:pt x="397" y="462"/>
                  </a:cubicBezTo>
                  <a:cubicBezTo>
                    <a:pt x="402" y="462"/>
                    <a:pt x="406" y="459"/>
                    <a:pt x="406" y="455"/>
                  </a:cubicBezTo>
                  <a:cubicBezTo>
                    <a:pt x="406" y="455"/>
                    <a:pt x="406" y="455"/>
                    <a:pt x="406" y="455"/>
                  </a:cubicBezTo>
                  <a:cubicBezTo>
                    <a:pt x="406" y="452"/>
                    <a:pt x="404" y="449"/>
                    <a:pt x="402" y="449"/>
                  </a:cubicBezTo>
                  <a:cubicBezTo>
                    <a:pt x="399" y="449"/>
                    <a:pt x="393" y="448"/>
                    <a:pt x="389" y="448"/>
                  </a:cubicBezTo>
                  <a:cubicBezTo>
                    <a:pt x="329" y="426"/>
                    <a:pt x="329" y="426"/>
                    <a:pt x="329" y="426"/>
                  </a:cubicBezTo>
                  <a:cubicBezTo>
                    <a:pt x="325" y="424"/>
                    <a:pt x="322" y="419"/>
                    <a:pt x="322" y="416"/>
                  </a:cubicBezTo>
                  <a:cubicBezTo>
                    <a:pt x="322" y="409"/>
                    <a:pt x="322" y="409"/>
                    <a:pt x="322" y="409"/>
                  </a:cubicBezTo>
                  <a:cubicBezTo>
                    <a:pt x="507" y="409"/>
                    <a:pt x="507" y="409"/>
                    <a:pt x="507" y="409"/>
                  </a:cubicBezTo>
                  <a:cubicBezTo>
                    <a:pt x="530" y="409"/>
                    <a:pt x="548" y="391"/>
                    <a:pt x="548" y="369"/>
                  </a:cubicBezTo>
                  <a:cubicBezTo>
                    <a:pt x="548" y="41"/>
                    <a:pt x="548" y="41"/>
                    <a:pt x="548" y="41"/>
                  </a:cubicBezTo>
                  <a:cubicBezTo>
                    <a:pt x="548" y="18"/>
                    <a:pt x="530" y="0"/>
                    <a:pt x="507" y="0"/>
                  </a:cubicBezTo>
                  <a:close/>
                  <a:moveTo>
                    <a:pt x="510" y="330"/>
                  </a:moveTo>
                  <a:cubicBezTo>
                    <a:pt x="510" y="337"/>
                    <a:pt x="504" y="343"/>
                    <a:pt x="497" y="344"/>
                  </a:cubicBezTo>
                  <a:cubicBezTo>
                    <a:pt x="51" y="344"/>
                    <a:pt x="51" y="344"/>
                    <a:pt x="51" y="344"/>
                  </a:cubicBezTo>
                  <a:cubicBezTo>
                    <a:pt x="44" y="343"/>
                    <a:pt x="38" y="337"/>
                    <a:pt x="38" y="330"/>
                  </a:cubicBezTo>
                  <a:cubicBezTo>
                    <a:pt x="38" y="50"/>
                    <a:pt x="38" y="50"/>
                    <a:pt x="38" y="50"/>
                  </a:cubicBezTo>
                  <a:cubicBezTo>
                    <a:pt x="38" y="42"/>
                    <a:pt x="44" y="36"/>
                    <a:pt x="51" y="36"/>
                  </a:cubicBezTo>
                  <a:cubicBezTo>
                    <a:pt x="497" y="36"/>
                    <a:pt x="497" y="36"/>
                    <a:pt x="497" y="36"/>
                  </a:cubicBezTo>
                  <a:cubicBezTo>
                    <a:pt x="504" y="36"/>
                    <a:pt x="510" y="42"/>
                    <a:pt x="510" y="50"/>
                  </a:cubicBezTo>
                  <a:lnTo>
                    <a:pt x="510" y="330"/>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1800" b="0" i="0" u="none" strike="noStrike" kern="0" cap="none" spc="0" normalizeH="0" baseline="0" noProof="0">
                <a:ln>
                  <a:noFill/>
                </a:ln>
                <a:solidFill>
                  <a:schemeClr val="bg1"/>
                </a:solidFill>
                <a:effectLst/>
                <a:uLnTx/>
                <a:uFillTx/>
                <a:latin typeface="微软雅黑" panose="020B0503020204020204" charset="-122"/>
                <a:ea typeface="Microsoft YaHei UI" panose="020B0503020204020204" charset="-122"/>
              </a:endParaRPr>
            </a:p>
          </p:txBody>
        </p:sp>
        <p:sp>
          <p:nvSpPr>
            <p:cNvPr id="32" name="Oval 33"/>
            <p:cNvSpPr>
              <a:spLocks noChangeArrowheads="1"/>
            </p:cNvSpPr>
            <p:nvPr/>
          </p:nvSpPr>
          <p:spPr bwMode="auto">
            <a:xfrm>
              <a:off x="4932363" y="4103688"/>
              <a:ext cx="6350" cy="4763"/>
            </a:xfrm>
            <a:prstGeom prst="ellipse">
              <a:avLst/>
            </a:pr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1800" b="0" i="0" u="none" strike="noStrike" kern="0" cap="none" spc="0" normalizeH="0" baseline="0" noProof="0">
                <a:ln>
                  <a:noFill/>
                </a:ln>
                <a:solidFill>
                  <a:schemeClr val="bg1"/>
                </a:solidFill>
                <a:effectLst/>
                <a:uLnTx/>
                <a:uFillTx/>
                <a:latin typeface="微软雅黑" panose="020B0503020204020204" charset="-122"/>
                <a:ea typeface="Microsoft YaHei UI" panose="020B0503020204020204" charset="-122"/>
              </a:endParaRPr>
            </a:p>
          </p:txBody>
        </p:sp>
        <p:sp>
          <p:nvSpPr>
            <p:cNvPr id="33" name="Freeform 34"/>
            <p:cNvSpPr/>
            <p:nvPr/>
          </p:nvSpPr>
          <p:spPr bwMode="auto">
            <a:xfrm>
              <a:off x="4943475" y="4100513"/>
              <a:ext cx="47625" cy="9525"/>
            </a:xfrm>
            <a:custGeom>
              <a:avLst/>
              <a:gdLst>
                <a:gd name="T0" fmla="*/ 63 w 63"/>
                <a:gd name="T1" fmla="*/ 6 h 13"/>
                <a:gd name="T2" fmla="*/ 57 w 63"/>
                <a:gd name="T3" fmla="*/ 13 h 13"/>
                <a:gd name="T4" fmla="*/ 6 w 63"/>
                <a:gd name="T5" fmla="*/ 13 h 13"/>
                <a:gd name="T6" fmla="*/ 0 w 63"/>
                <a:gd name="T7" fmla="*/ 6 h 13"/>
                <a:gd name="T8" fmla="*/ 0 w 63"/>
                <a:gd name="T9" fmla="*/ 6 h 13"/>
                <a:gd name="T10" fmla="*/ 6 w 63"/>
                <a:gd name="T11" fmla="*/ 0 h 13"/>
                <a:gd name="T12" fmla="*/ 57 w 63"/>
                <a:gd name="T13" fmla="*/ 0 h 13"/>
                <a:gd name="T14" fmla="*/ 63 w 63"/>
                <a:gd name="T15" fmla="*/ 6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13">
                  <a:moveTo>
                    <a:pt x="63" y="6"/>
                  </a:moveTo>
                  <a:cubicBezTo>
                    <a:pt x="63" y="10"/>
                    <a:pt x="60" y="13"/>
                    <a:pt x="57" y="13"/>
                  </a:cubicBezTo>
                  <a:cubicBezTo>
                    <a:pt x="6" y="13"/>
                    <a:pt x="6" y="13"/>
                    <a:pt x="6" y="13"/>
                  </a:cubicBezTo>
                  <a:cubicBezTo>
                    <a:pt x="3" y="13"/>
                    <a:pt x="0" y="10"/>
                    <a:pt x="0" y="6"/>
                  </a:cubicBezTo>
                  <a:cubicBezTo>
                    <a:pt x="0" y="6"/>
                    <a:pt x="0" y="6"/>
                    <a:pt x="0" y="6"/>
                  </a:cubicBezTo>
                  <a:cubicBezTo>
                    <a:pt x="0" y="3"/>
                    <a:pt x="3" y="0"/>
                    <a:pt x="6" y="0"/>
                  </a:cubicBezTo>
                  <a:cubicBezTo>
                    <a:pt x="57" y="0"/>
                    <a:pt x="57" y="0"/>
                    <a:pt x="57" y="0"/>
                  </a:cubicBezTo>
                  <a:cubicBezTo>
                    <a:pt x="60" y="0"/>
                    <a:pt x="63" y="3"/>
                    <a:pt x="63" y="6"/>
                  </a:cubicBez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1800" b="0" i="0" u="none" strike="noStrike" kern="0" cap="none" spc="0" normalizeH="0" baseline="0" noProof="0">
                <a:ln>
                  <a:noFill/>
                </a:ln>
                <a:solidFill>
                  <a:schemeClr val="bg1"/>
                </a:solidFill>
                <a:effectLst/>
                <a:uLnTx/>
                <a:uFillTx/>
                <a:latin typeface="微软雅黑" panose="020B0503020204020204" charset="-122"/>
                <a:ea typeface="Microsoft YaHei UI" panose="020B0503020204020204" charset="-122"/>
              </a:endParaRPr>
            </a:p>
          </p:txBody>
        </p:sp>
        <p:sp>
          <p:nvSpPr>
            <p:cNvPr id="34" name="Freeform 35"/>
            <p:cNvSpPr/>
            <p:nvPr/>
          </p:nvSpPr>
          <p:spPr bwMode="auto">
            <a:xfrm>
              <a:off x="4922838" y="3875088"/>
              <a:ext cx="34925" cy="166688"/>
            </a:xfrm>
            <a:custGeom>
              <a:avLst/>
              <a:gdLst>
                <a:gd name="T0" fmla="*/ 45 w 45"/>
                <a:gd name="T1" fmla="*/ 193 h 216"/>
                <a:gd name="T2" fmla="*/ 22 w 45"/>
                <a:gd name="T3" fmla="*/ 216 h 216"/>
                <a:gd name="T4" fmla="*/ 22 w 45"/>
                <a:gd name="T5" fmla="*/ 216 h 216"/>
                <a:gd name="T6" fmla="*/ 0 w 45"/>
                <a:gd name="T7" fmla="*/ 193 h 216"/>
                <a:gd name="T8" fmla="*/ 0 w 45"/>
                <a:gd name="T9" fmla="*/ 23 h 216"/>
                <a:gd name="T10" fmla="*/ 22 w 45"/>
                <a:gd name="T11" fmla="*/ 0 h 216"/>
                <a:gd name="T12" fmla="*/ 22 w 45"/>
                <a:gd name="T13" fmla="*/ 0 h 216"/>
                <a:gd name="T14" fmla="*/ 45 w 45"/>
                <a:gd name="T15" fmla="*/ 23 h 216"/>
                <a:gd name="T16" fmla="*/ 45 w 45"/>
                <a:gd name="T17" fmla="*/ 193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216">
                  <a:moveTo>
                    <a:pt x="45" y="193"/>
                  </a:moveTo>
                  <a:cubicBezTo>
                    <a:pt x="45" y="206"/>
                    <a:pt x="35" y="216"/>
                    <a:pt x="22" y="216"/>
                  </a:cubicBezTo>
                  <a:cubicBezTo>
                    <a:pt x="22" y="216"/>
                    <a:pt x="22" y="216"/>
                    <a:pt x="22" y="216"/>
                  </a:cubicBezTo>
                  <a:cubicBezTo>
                    <a:pt x="10" y="216"/>
                    <a:pt x="0" y="206"/>
                    <a:pt x="0" y="193"/>
                  </a:cubicBezTo>
                  <a:cubicBezTo>
                    <a:pt x="0" y="23"/>
                    <a:pt x="0" y="23"/>
                    <a:pt x="0" y="23"/>
                  </a:cubicBezTo>
                  <a:cubicBezTo>
                    <a:pt x="0" y="10"/>
                    <a:pt x="10" y="0"/>
                    <a:pt x="22" y="0"/>
                  </a:cubicBezTo>
                  <a:cubicBezTo>
                    <a:pt x="22" y="0"/>
                    <a:pt x="22" y="0"/>
                    <a:pt x="22" y="0"/>
                  </a:cubicBezTo>
                  <a:cubicBezTo>
                    <a:pt x="35" y="0"/>
                    <a:pt x="45" y="10"/>
                    <a:pt x="45" y="23"/>
                  </a:cubicBezTo>
                  <a:lnTo>
                    <a:pt x="45" y="193"/>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1800" b="0" i="0" u="none" strike="noStrike" kern="0" cap="none" spc="0" normalizeH="0" baseline="0" noProof="0">
                <a:ln>
                  <a:noFill/>
                </a:ln>
                <a:solidFill>
                  <a:schemeClr val="bg1"/>
                </a:solidFill>
                <a:effectLst/>
                <a:uLnTx/>
                <a:uFillTx/>
                <a:latin typeface="微软雅黑" panose="020B0503020204020204" charset="-122"/>
                <a:ea typeface="Microsoft YaHei UI" panose="020B0503020204020204" charset="-122"/>
              </a:endParaRPr>
            </a:p>
          </p:txBody>
        </p:sp>
        <p:sp>
          <p:nvSpPr>
            <p:cNvPr id="35" name="Freeform 36"/>
            <p:cNvSpPr/>
            <p:nvPr/>
          </p:nvSpPr>
          <p:spPr bwMode="auto">
            <a:xfrm>
              <a:off x="4860925" y="3903663"/>
              <a:ext cx="34925" cy="138113"/>
            </a:xfrm>
            <a:custGeom>
              <a:avLst/>
              <a:gdLst>
                <a:gd name="T0" fmla="*/ 45 w 45"/>
                <a:gd name="T1" fmla="*/ 157 h 180"/>
                <a:gd name="T2" fmla="*/ 23 w 45"/>
                <a:gd name="T3" fmla="*/ 180 h 180"/>
                <a:gd name="T4" fmla="*/ 23 w 45"/>
                <a:gd name="T5" fmla="*/ 180 h 180"/>
                <a:gd name="T6" fmla="*/ 0 w 45"/>
                <a:gd name="T7" fmla="*/ 157 h 180"/>
                <a:gd name="T8" fmla="*/ 0 w 45"/>
                <a:gd name="T9" fmla="*/ 23 h 180"/>
                <a:gd name="T10" fmla="*/ 23 w 45"/>
                <a:gd name="T11" fmla="*/ 0 h 180"/>
                <a:gd name="T12" fmla="*/ 23 w 45"/>
                <a:gd name="T13" fmla="*/ 0 h 180"/>
                <a:gd name="T14" fmla="*/ 45 w 45"/>
                <a:gd name="T15" fmla="*/ 23 h 180"/>
                <a:gd name="T16" fmla="*/ 45 w 45"/>
                <a:gd name="T17" fmla="*/ 15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180">
                  <a:moveTo>
                    <a:pt x="45" y="157"/>
                  </a:moveTo>
                  <a:cubicBezTo>
                    <a:pt x="45" y="170"/>
                    <a:pt x="35" y="180"/>
                    <a:pt x="23" y="180"/>
                  </a:cubicBezTo>
                  <a:cubicBezTo>
                    <a:pt x="23" y="180"/>
                    <a:pt x="23" y="180"/>
                    <a:pt x="23" y="180"/>
                  </a:cubicBezTo>
                  <a:cubicBezTo>
                    <a:pt x="10" y="180"/>
                    <a:pt x="0" y="170"/>
                    <a:pt x="0" y="157"/>
                  </a:cubicBezTo>
                  <a:cubicBezTo>
                    <a:pt x="0" y="23"/>
                    <a:pt x="0" y="23"/>
                    <a:pt x="0" y="23"/>
                  </a:cubicBezTo>
                  <a:cubicBezTo>
                    <a:pt x="0" y="10"/>
                    <a:pt x="10" y="0"/>
                    <a:pt x="23" y="0"/>
                  </a:cubicBezTo>
                  <a:cubicBezTo>
                    <a:pt x="23" y="0"/>
                    <a:pt x="23" y="0"/>
                    <a:pt x="23" y="0"/>
                  </a:cubicBezTo>
                  <a:cubicBezTo>
                    <a:pt x="35" y="0"/>
                    <a:pt x="45" y="10"/>
                    <a:pt x="45" y="23"/>
                  </a:cubicBezTo>
                  <a:lnTo>
                    <a:pt x="45" y="157"/>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1800" b="0" i="0" u="none" strike="noStrike" kern="0" cap="none" spc="0" normalizeH="0" baseline="0" noProof="0">
                <a:ln>
                  <a:noFill/>
                </a:ln>
                <a:solidFill>
                  <a:schemeClr val="bg1"/>
                </a:solidFill>
                <a:effectLst/>
                <a:uLnTx/>
                <a:uFillTx/>
                <a:latin typeface="微软雅黑" panose="020B0503020204020204" charset="-122"/>
                <a:ea typeface="Microsoft YaHei UI" panose="020B0503020204020204" charset="-122"/>
              </a:endParaRPr>
            </a:p>
          </p:txBody>
        </p:sp>
        <p:sp>
          <p:nvSpPr>
            <p:cNvPr id="36" name="Freeform 37"/>
            <p:cNvSpPr/>
            <p:nvPr/>
          </p:nvSpPr>
          <p:spPr bwMode="auto">
            <a:xfrm>
              <a:off x="4799013" y="3930650"/>
              <a:ext cx="33338" cy="111125"/>
            </a:xfrm>
            <a:custGeom>
              <a:avLst/>
              <a:gdLst>
                <a:gd name="T0" fmla="*/ 44 w 44"/>
                <a:gd name="T1" fmla="*/ 121 h 144"/>
                <a:gd name="T2" fmla="*/ 22 w 44"/>
                <a:gd name="T3" fmla="*/ 144 h 144"/>
                <a:gd name="T4" fmla="*/ 22 w 44"/>
                <a:gd name="T5" fmla="*/ 144 h 144"/>
                <a:gd name="T6" fmla="*/ 0 w 44"/>
                <a:gd name="T7" fmla="*/ 121 h 144"/>
                <a:gd name="T8" fmla="*/ 0 w 44"/>
                <a:gd name="T9" fmla="*/ 23 h 144"/>
                <a:gd name="T10" fmla="*/ 22 w 44"/>
                <a:gd name="T11" fmla="*/ 0 h 144"/>
                <a:gd name="T12" fmla="*/ 22 w 44"/>
                <a:gd name="T13" fmla="*/ 0 h 144"/>
                <a:gd name="T14" fmla="*/ 44 w 44"/>
                <a:gd name="T15" fmla="*/ 23 h 144"/>
                <a:gd name="T16" fmla="*/ 44 w 44"/>
                <a:gd name="T17" fmla="*/ 12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144">
                  <a:moveTo>
                    <a:pt x="44" y="121"/>
                  </a:moveTo>
                  <a:cubicBezTo>
                    <a:pt x="44" y="134"/>
                    <a:pt x="34" y="144"/>
                    <a:pt x="22" y="144"/>
                  </a:cubicBezTo>
                  <a:cubicBezTo>
                    <a:pt x="22" y="144"/>
                    <a:pt x="22" y="144"/>
                    <a:pt x="22" y="144"/>
                  </a:cubicBezTo>
                  <a:cubicBezTo>
                    <a:pt x="10" y="144"/>
                    <a:pt x="0" y="134"/>
                    <a:pt x="0" y="121"/>
                  </a:cubicBezTo>
                  <a:cubicBezTo>
                    <a:pt x="0" y="23"/>
                    <a:pt x="0" y="23"/>
                    <a:pt x="0" y="23"/>
                  </a:cubicBezTo>
                  <a:cubicBezTo>
                    <a:pt x="0" y="10"/>
                    <a:pt x="10" y="0"/>
                    <a:pt x="22" y="0"/>
                  </a:cubicBezTo>
                  <a:cubicBezTo>
                    <a:pt x="22" y="0"/>
                    <a:pt x="22" y="0"/>
                    <a:pt x="22" y="0"/>
                  </a:cubicBezTo>
                  <a:cubicBezTo>
                    <a:pt x="34" y="0"/>
                    <a:pt x="44" y="10"/>
                    <a:pt x="44" y="23"/>
                  </a:cubicBezTo>
                  <a:lnTo>
                    <a:pt x="44" y="121"/>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1800" b="0" i="0" u="none" strike="noStrike" kern="0" cap="none" spc="0" normalizeH="0" baseline="0" noProof="0">
                <a:ln>
                  <a:noFill/>
                </a:ln>
                <a:solidFill>
                  <a:schemeClr val="bg1"/>
                </a:solidFill>
                <a:effectLst/>
                <a:uLnTx/>
                <a:uFillTx/>
                <a:latin typeface="微软雅黑" panose="020B0503020204020204" charset="-122"/>
                <a:ea typeface="Microsoft YaHei UI" panose="020B0503020204020204" charset="-122"/>
              </a:endParaRPr>
            </a:p>
          </p:txBody>
        </p:sp>
        <p:sp>
          <p:nvSpPr>
            <p:cNvPr id="37" name="Freeform 38"/>
            <p:cNvSpPr/>
            <p:nvPr/>
          </p:nvSpPr>
          <p:spPr bwMode="auto">
            <a:xfrm>
              <a:off x="4737100" y="3959225"/>
              <a:ext cx="34925" cy="82550"/>
            </a:xfrm>
            <a:custGeom>
              <a:avLst/>
              <a:gdLst>
                <a:gd name="T0" fmla="*/ 45 w 45"/>
                <a:gd name="T1" fmla="*/ 85 h 108"/>
                <a:gd name="T2" fmla="*/ 22 w 45"/>
                <a:gd name="T3" fmla="*/ 108 h 108"/>
                <a:gd name="T4" fmla="*/ 22 w 45"/>
                <a:gd name="T5" fmla="*/ 108 h 108"/>
                <a:gd name="T6" fmla="*/ 0 w 45"/>
                <a:gd name="T7" fmla="*/ 85 h 108"/>
                <a:gd name="T8" fmla="*/ 0 w 45"/>
                <a:gd name="T9" fmla="*/ 23 h 108"/>
                <a:gd name="T10" fmla="*/ 22 w 45"/>
                <a:gd name="T11" fmla="*/ 0 h 108"/>
                <a:gd name="T12" fmla="*/ 22 w 45"/>
                <a:gd name="T13" fmla="*/ 0 h 108"/>
                <a:gd name="T14" fmla="*/ 45 w 45"/>
                <a:gd name="T15" fmla="*/ 23 h 108"/>
                <a:gd name="T16" fmla="*/ 45 w 45"/>
                <a:gd name="T17" fmla="*/ 8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108">
                  <a:moveTo>
                    <a:pt x="45" y="85"/>
                  </a:moveTo>
                  <a:cubicBezTo>
                    <a:pt x="45" y="98"/>
                    <a:pt x="35" y="108"/>
                    <a:pt x="22" y="108"/>
                  </a:cubicBezTo>
                  <a:cubicBezTo>
                    <a:pt x="22" y="108"/>
                    <a:pt x="22" y="108"/>
                    <a:pt x="22" y="108"/>
                  </a:cubicBezTo>
                  <a:cubicBezTo>
                    <a:pt x="10" y="108"/>
                    <a:pt x="0" y="98"/>
                    <a:pt x="0" y="85"/>
                  </a:cubicBezTo>
                  <a:cubicBezTo>
                    <a:pt x="0" y="23"/>
                    <a:pt x="0" y="23"/>
                    <a:pt x="0" y="23"/>
                  </a:cubicBezTo>
                  <a:cubicBezTo>
                    <a:pt x="0" y="10"/>
                    <a:pt x="10" y="0"/>
                    <a:pt x="22" y="0"/>
                  </a:cubicBezTo>
                  <a:cubicBezTo>
                    <a:pt x="22" y="0"/>
                    <a:pt x="22" y="0"/>
                    <a:pt x="22" y="0"/>
                  </a:cubicBezTo>
                  <a:cubicBezTo>
                    <a:pt x="35" y="0"/>
                    <a:pt x="45" y="10"/>
                    <a:pt x="45" y="23"/>
                  </a:cubicBezTo>
                  <a:lnTo>
                    <a:pt x="45" y="85"/>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1800" b="0" i="0" u="none" strike="noStrike" kern="0" cap="none" spc="0" normalizeH="0" baseline="0" noProof="0">
                <a:ln>
                  <a:noFill/>
                </a:ln>
                <a:solidFill>
                  <a:schemeClr val="bg1"/>
                </a:solidFill>
                <a:effectLst/>
                <a:uLnTx/>
                <a:uFillTx/>
                <a:latin typeface="微软雅黑" panose="020B0503020204020204" charset="-122"/>
                <a:ea typeface="Microsoft YaHei UI" panose="020B0503020204020204" charset="-122"/>
              </a:endParaRPr>
            </a:p>
          </p:txBody>
        </p:sp>
        <p:sp>
          <p:nvSpPr>
            <p:cNvPr id="38" name="Freeform 39"/>
            <p:cNvSpPr/>
            <p:nvPr/>
          </p:nvSpPr>
          <p:spPr bwMode="auto">
            <a:xfrm>
              <a:off x="4675188" y="3986213"/>
              <a:ext cx="33338" cy="55563"/>
            </a:xfrm>
            <a:custGeom>
              <a:avLst/>
              <a:gdLst>
                <a:gd name="T0" fmla="*/ 45 w 45"/>
                <a:gd name="T1" fmla="*/ 49 h 72"/>
                <a:gd name="T2" fmla="*/ 23 w 45"/>
                <a:gd name="T3" fmla="*/ 72 h 72"/>
                <a:gd name="T4" fmla="*/ 23 w 45"/>
                <a:gd name="T5" fmla="*/ 72 h 72"/>
                <a:gd name="T6" fmla="*/ 0 w 45"/>
                <a:gd name="T7" fmla="*/ 49 h 72"/>
                <a:gd name="T8" fmla="*/ 0 w 45"/>
                <a:gd name="T9" fmla="*/ 23 h 72"/>
                <a:gd name="T10" fmla="*/ 23 w 45"/>
                <a:gd name="T11" fmla="*/ 0 h 72"/>
                <a:gd name="T12" fmla="*/ 23 w 45"/>
                <a:gd name="T13" fmla="*/ 0 h 72"/>
                <a:gd name="T14" fmla="*/ 45 w 45"/>
                <a:gd name="T15" fmla="*/ 23 h 72"/>
                <a:gd name="T16" fmla="*/ 45 w 45"/>
                <a:gd name="T17" fmla="*/ 49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72">
                  <a:moveTo>
                    <a:pt x="45" y="49"/>
                  </a:moveTo>
                  <a:cubicBezTo>
                    <a:pt x="45" y="62"/>
                    <a:pt x="35" y="72"/>
                    <a:pt x="23" y="72"/>
                  </a:cubicBezTo>
                  <a:cubicBezTo>
                    <a:pt x="23" y="72"/>
                    <a:pt x="23" y="72"/>
                    <a:pt x="23" y="72"/>
                  </a:cubicBezTo>
                  <a:cubicBezTo>
                    <a:pt x="10" y="72"/>
                    <a:pt x="0" y="62"/>
                    <a:pt x="0" y="49"/>
                  </a:cubicBezTo>
                  <a:cubicBezTo>
                    <a:pt x="0" y="23"/>
                    <a:pt x="0" y="23"/>
                    <a:pt x="0" y="23"/>
                  </a:cubicBezTo>
                  <a:cubicBezTo>
                    <a:pt x="0" y="10"/>
                    <a:pt x="10" y="0"/>
                    <a:pt x="23" y="0"/>
                  </a:cubicBezTo>
                  <a:cubicBezTo>
                    <a:pt x="23" y="0"/>
                    <a:pt x="23" y="0"/>
                    <a:pt x="23" y="0"/>
                  </a:cubicBezTo>
                  <a:cubicBezTo>
                    <a:pt x="35" y="0"/>
                    <a:pt x="45" y="10"/>
                    <a:pt x="45" y="23"/>
                  </a:cubicBezTo>
                  <a:lnTo>
                    <a:pt x="45" y="49"/>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1800" b="0" i="0" u="none" strike="noStrike" kern="0" cap="none" spc="0" normalizeH="0" baseline="0" noProof="0">
                <a:ln>
                  <a:noFill/>
                </a:ln>
                <a:solidFill>
                  <a:schemeClr val="bg1"/>
                </a:solidFill>
                <a:effectLst/>
                <a:uLnTx/>
                <a:uFillTx/>
                <a:latin typeface="微软雅黑" panose="020B0503020204020204" charset="-122"/>
                <a:ea typeface="Microsoft YaHei UI" panose="020B0503020204020204" charset="-122"/>
              </a:endParaRPr>
            </a:p>
          </p:txBody>
        </p:sp>
      </p:grpSp>
      <p:grpSp>
        <p:nvGrpSpPr>
          <p:cNvPr id="39" name="Group 85"/>
          <p:cNvGrpSpPr/>
          <p:nvPr/>
        </p:nvGrpSpPr>
        <p:grpSpPr>
          <a:xfrm>
            <a:off x="9517718" y="3360084"/>
            <a:ext cx="486071" cy="493602"/>
            <a:chOff x="1200150" y="3768725"/>
            <a:chExt cx="446088" cy="446088"/>
          </a:xfrm>
          <a:solidFill>
            <a:schemeClr val="bg1"/>
          </a:solidFill>
        </p:grpSpPr>
        <p:sp>
          <p:nvSpPr>
            <p:cNvPr id="40" name="Freeform 78"/>
            <p:cNvSpPr/>
            <p:nvPr/>
          </p:nvSpPr>
          <p:spPr bwMode="auto">
            <a:xfrm>
              <a:off x="1200150" y="3768725"/>
              <a:ext cx="446088" cy="446088"/>
            </a:xfrm>
            <a:custGeom>
              <a:avLst/>
              <a:gdLst>
                <a:gd name="T0" fmla="*/ 539 w 580"/>
                <a:gd name="T1" fmla="*/ 141 h 580"/>
                <a:gd name="T2" fmla="*/ 509 w 580"/>
                <a:gd name="T3" fmla="*/ 171 h 580"/>
                <a:gd name="T4" fmla="*/ 489 w 580"/>
                <a:gd name="T5" fmla="*/ 181 h 580"/>
                <a:gd name="T6" fmla="*/ 517 w 580"/>
                <a:gd name="T7" fmla="*/ 290 h 580"/>
                <a:gd name="T8" fmla="*/ 290 w 580"/>
                <a:gd name="T9" fmla="*/ 517 h 580"/>
                <a:gd name="T10" fmla="*/ 63 w 580"/>
                <a:gd name="T11" fmla="*/ 290 h 580"/>
                <a:gd name="T12" fmla="*/ 290 w 580"/>
                <a:gd name="T13" fmla="*/ 63 h 580"/>
                <a:gd name="T14" fmla="*/ 401 w 580"/>
                <a:gd name="T15" fmla="*/ 92 h 580"/>
                <a:gd name="T16" fmla="*/ 411 w 580"/>
                <a:gd name="T17" fmla="*/ 72 h 580"/>
                <a:gd name="T18" fmla="*/ 441 w 580"/>
                <a:gd name="T19" fmla="*/ 42 h 580"/>
                <a:gd name="T20" fmla="*/ 290 w 580"/>
                <a:gd name="T21" fmla="*/ 0 h 580"/>
                <a:gd name="T22" fmla="*/ 0 w 580"/>
                <a:gd name="T23" fmla="*/ 290 h 580"/>
                <a:gd name="T24" fmla="*/ 290 w 580"/>
                <a:gd name="T25" fmla="*/ 580 h 580"/>
                <a:gd name="T26" fmla="*/ 580 w 580"/>
                <a:gd name="T27" fmla="*/ 290 h 580"/>
                <a:gd name="T28" fmla="*/ 539 w 580"/>
                <a:gd name="T29" fmla="*/ 141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80" h="580">
                  <a:moveTo>
                    <a:pt x="539" y="141"/>
                  </a:moveTo>
                  <a:cubicBezTo>
                    <a:pt x="509" y="171"/>
                    <a:pt x="509" y="171"/>
                    <a:pt x="509" y="171"/>
                  </a:cubicBezTo>
                  <a:cubicBezTo>
                    <a:pt x="504" y="176"/>
                    <a:pt x="496" y="179"/>
                    <a:pt x="489" y="181"/>
                  </a:cubicBezTo>
                  <a:cubicBezTo>
                    <a:pt x="506" y="213"/>
                    <a:pt x="517" y="250"/>
                    <a:pt x="517" y="290"/>
                  </a:cubicBezTo>
                  <a:cubicBezTo>
                    <a:pt x="517" y="415"/>
                    <a:pt x="415" y="517"/>
                    <a:pt x="290" y="517"/>
                  </a:cubicBezTo>
                  <a:cubicBezTo>
                    <a:pt x="165" y="517"/>
                    <a:pt x="63" y="415"/>
                    <a:pt x="63" y="290"/>
                  </a:cubicBezTo>
                  <a:cubicBezTo>
                    <a:pt x="63" y="165"/>
                    <a:pt x="165" y="63"/>
                    <a:pt x="290" y="63"/>
                  </a:cubicBezTo>
                  <a:cubicBezTo>
                    <a:pt x="330" y="63"/>
                    <a:pt x="368" y="74"/>
                    <a:pt x="401" y="92"/>
                  </a:cubicBezTo>
                  <a:cubicBezTo>
                    <a:pt x="402" y="85"/>
                    <a:pt x="406" y="78"/>
                    <a:pt x="411" y="72"/>
                  </a:cubicBezTo>
                  <a:cubicBezTo>
                    <a:pt x="441" y="42"/>
                    <a:pt x="441" y="42"/>
                    <a:pt x="441" y="42"/>
                  </a:cubicBezTo>
                  <a:cubicBezTo>
                    <a:pt x="397" y="15"/>
                    <a:pt x="345" y="0"/>
                    <a:pt x="290" y="0"/>
                  </a:cubicBezTo>
                  <a:cubicBezTo>
                    <a:pt x="130" y="0"/>
                    <a:pt x="0" y="130"/>
                    <a:pt x="0" y="290"/>
                  </a:cubicBezTo>
                  <a:cubicBezTo>
                    <a:pt x="0" y="450"/>
                    <a:pt x="130" y="580"/>
                    <a:pt x="290" y="580"/>
                  </a:cubicBezTo>
                  <a:cubicBezTo>
                    <a:pt x="450" y="580"/>
                    <a:pt x="580" y="450"/>
                    <a:pt x="580" y="290"/>
                  </a:cubicBezTo>
                  <a:cubicBezTo>
                    <a:pt x="580" y="235"/>
                    <a:pt x="565" y="184"/>
                    <a:pt x="539" y="141"/>
                  </a:cubicBez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1800" b="0" i="0" u="none" strike="noStrike" kern="0" cap="none" spc="0" normalizeH="0" baseline="0" noProof="0">
                <a:ln>
                  <a:noFill/>
                </a:ln>
                <a:solidFill>
                  <a:schemeClr val="bg1"/>
                </a:solidFill>
                <a:effectLst/>
                <a:uLnTx/>
                <a:uFillTx/>
                <a:latin typeface="微软雅黑" panose="020B0503020204020204" charset="-122"/>
                <a:ea typeface="Microsoft YaHei UI" panose="020B0503020204020204" charset="-122"/>
              </a:endParaRPr>
            </a:p>
          </p:txBody>
        </p:sp>
        <p:sp>
          <p:nvSpPr>
            <p:cNvPr id="41" name="Freeform 79"/>
            <p:cNvSpPr/>
            <p:nvPr/>
          </p:nvSpPr>
          <p:spPr bwMode="auto">
            <a:xfrm>
              <a:off x="1381125" y="3781425"/>
              <a:ext cx="252413" cy="252413"/>
            </a:xfrm>
            <a:custGeom>
              <a:avLst/>
              <a:gdLst>
                <a:gd name="T0" fmla="*/ 186 w 329"/>
                <a:gd name="T1" fmla="*/ 67 h 328"/>
                <a:gd name="T2" fmla="*/ 249 w 329"/>
                <a:gd name="T3" fmla="*/ 4 h 328"/>
                <a:gd name="T4" fmla="*/ 257 w 329"/>
                <a:gd name="T5" fmla="*/ 7 h 328"/>
                <a:gd name="T6" fmla="*/ 263 w 329"/>
                <a:gd name="T7" fmla="*/ 66 h 328"/>
                <a:gd name="T8" fmla="*/ 322 w 329"/>
                <a:gd name="T9" fmla="*/ 71 h 328"/>
                <a:gd name="T10" fmla="*/ 325 w 329"/>
                <a:gd name="T11" fmla="*/ 80 h 328"/>
                <a:gd name="T12" fmla="*/ 262 w 329"/>
                <a:gd name="T13" fmla="*/ 142 h 328"/>
                <a:gd name="T14" fmla="*/ 245 w 329"/>
                <a:gd name="T15" fmla="*/ 149 h 328"/>
                <a:gd name="T16" fmla="*/ 207 w 329"/>
                <a:gd name="T17" fmla="*/ 145 h 328"/>
                <a:gd name="T18" fmla="*/ 99 w 329"/>
                <a:gd name="T19" fmla="*/ 253 h 328"/>
                <a:gd name="T20" fmla="*/ 89 w 329"/>
                <a:gd name="T21" fmla="*/ 309 h 328"/>
                <a:gd name="T22" fmla="*/ 19 w 329"/>
                <a:gd name="T23" fmla="*/ 309 h 328"/>
                <a:gd name="T24" fmla="*/ 19 w 329"/>
                <a:gd name="T25" fmla="*/ 239 h 328"/>
                <a:gd name="T26" fmla="*/ 75 w 329"/>
                <a:gd name="T27" fmla="*/ 230 h 328"/>
                <a:gd name="T28" fmla="*/ 184 w 329"/>
                <a:gd name="T29" fmla="*/ 121 h 328"/>
                <a:gd name="T30" fmla="*/ 180 w 329"/>
                <a:gd name="T31" fmla="*/ 84 h 328"/>
                <a:gd name="T32" fmla="*/ 186 w 329"/>
                <a:gd name="T33" fmla="*/ 67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9" h="328">
                  <a:moveTo>
                    <a:pt x="186" y="67"/>
                  </a:moveTo>
                  <a:cubicBezTo>
                    <a:pt x="249" y="4"/>
                    <a:pt x="249" y="4"/>
                    <a:pt x="249" y="4"/>
                  </a:cubicBezTo>
                  <a:cubicBezTo>
                    <a:pt x="253" y="0"/>
                    <a:pt x="256" y="1"/>
                    <a:pt x="257" y="7"/>
                  </a:cubicBezTo>
                  <a:cubicBezTo>
                    <a:pt x="263" y="66"/>
                    <a:pt x="263" y="66"/>
                    <a:pt x="263" y="66"/>
                  </a:cubicBezTo>
                  <a:cubicBezTo>
                    <a:pt x="322" y="71"/>
                    <a:pt x="322" y="71"/>
                    <a:pt x="322" y="71"/>
                  </a:cubicBezTo>
                  <a:cubicBezTo>
                    <a:pt x="327" y="72"/>
                    <a:pt x="329" y="76"/>
                    <a:pt x="325" y="80"/>
                  </a:cubicBezTo>
                  <a:cubicBezTo>
                    <a:pt x="262" y="142"/>
                    <a:pt x="262" y="142"/>
                    <a:pt x="262" y="142"/>
                  </a:cubicBezTo>
                  <a:cubicBezTo>
                    <a:pt x="258" y="146"/>
                    <a:pt x="250" y="149"/>
                    <a:pt x="245" y="149"/>
                  </a:cubicBezTo>
                  <a:cubicBezTo>
                    <a:pt x="207" y="145"/>
                    <a:pt x="207" y="145"/>
                    <a:pt x="207" y="145"/>
                  </a:cubicBezTo>
                  <a:cubicBezTo>
                    <a:pt x="99" y="253"/>
                    <a:pt x="99" y="253"/>
                    <a:pt x="99" y="253"/>
                  </a:cubicBezTo>
                  <a:cubicBezTo>
                    <a:pt x="107" y="272"/>
                    <a:pt x="104" y="294"/>
                    <a:pt x="89" y="309"/>
                  </a:cubicBezTo>
                  <a:cubicBezTo>
                    <a:pt x="70" y="328"/>
                    <a:pt x="39" y="328"/>
                    <a:pt x="19" y="309"/>
                  </a:cubicBezTo>
                  <a:cubicBezTo>
                    <a:pt x="0" y="290"/>
                    <a:pt x="0" y="259"/>
                    <a:pt x="19" y="239"/>
                  </a:cubicBezTo>
                  <a:cubicBezTo>
                    <a:pt x="34" y="224"/>
                    <a:pt x="57" y="221"/>
                    <a:pt x="75" y="230"/>
                  </a:cubicBezTo>
                  <a:cubicBezTo>
                    <a:pt x="184" y="121"/>
                    <a:pt x="184" y="121"/>
                    <a:pt x="184" y="121"/>
                  </a:cubicBezTo>
                  <a:cubicBezTo>
                    <a:pt x="180" y="84"/>
                    <a:pt x="180" y="84"/>
                    <a:pt x="180" y="84"/>
                  </a:cubicBezTo>
                  <a:cubicBezTo>
                    <a:pt x="179" y="78"/>
                    <a:pt x="182" y="71"/>
                    <a:pt x="186" y="67"/>
                  </a:cubicBez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1800" b="0" i="0" u="none" strike="noStrike" kern="0" cap="none" spc="0" normalizeH="0" baseline="0" noProof="0">
                <a:ln>
                  <a:noFill/>
                </a:ln>
                <a:solidFill>
                  <a:schemeClr val="bg1"/>
                </a:solidFill>
                <a:effectLst/>
                <a:uLnTx/>
                <a:uFillTx/>
                <a:latin typeface="微软雅黑" panose="020B0503020204020204" charset="-122"/>
                <a:ea typeface="Microsoft YaHei UI" panose="020B0503020204020204" charset="-122"/>
              </a:endParaRPr>
            </a:p>
          </p:txBody>
        </p:sp>
        <p:sp>
          <p:nvSpPr>
            <p:cNvPr id="42" name="Freeform 80"/>
            <p:cNvSpPr/>
            <p:nvPr/>
          </p:nvSpPr>
          <p:spPr bwMode="auto">
            <a:xfrm>
              <a:off x="1292225" y="3860800"/>
              <a:ext cx="261938" cy="261938"/>
            </a:xfrm>
            <a:custGeom>
              <a:avLst/>
              <a:gdLst>
                <a:gd name="T0" fmla="*/ 170 w 340"/>
                <a:gd name="T1" fmla="*/ 73 h 340"/>
                <a:gd name="T2" fmla="*/ 212 w 340"/>
                <a:gd name="T3" fmla="*/ 83 h 340"/>
                <a:gd name="T4" fmla="*/ 266 w 340"/>
                <a:gd name="T5" fmla="*/ 30 h 340"/>
                <a:gd name="T6" fmla="*/ 170 w 340"/>
                <a:gd name="T7" fmla="*/ 0 h 340"/>
                <a:gd name="T8" fmla="*/ 0 w 340"/>
                <a:gd name="T9" fmla="*/ 170 h 340"/>
                <a:gd name="T10" fmla="*/ 170 w 340"/>
                <a:gd name="T11" fmla="*/ 340 h 340"/>
                <a:gd name="T12" fmla="*/ 340 w 340"/>
                <a:gd name="T13" fmla="*/ 170 h 340"/>
                <a:gd name="T14" fmla="*/ 311 w 340"/>
                <a:gd name="T15" fmla="*/ 76 h 340"/>
                <a:gd name="T16" fmla="*/ 258 w 340"/>
                <a:gd name="T17" fmla="*/ 130 h 340"/>
                <a:gd name="T18" fmla="*/ 267 w 340"/>
                <a:gd name="T19" fmla="*/ 170 h 340"/>
                <a:gd name="T20" fmla="*/ 170 w 340"/>
                <a:gd name="T21" fmla="*/ 267 h 340"/>
                <a:gd name="T22" fmla="*/ 73 w 340"/>
                <a:gd name="T23" fmla="*/ 170 h 340"/>
                <a:gd name="T24" fmla="*/ 170 w 340"/>
                <a:gd name="T25" fmla="*/ 73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0" h="340">
                  <a:moveTo>
                    <a:pt x="170" y="73"/>
                  </a:moveTo>
                  <a:cubicBezTo>
                    <a:pt x="185" y="73"/>
                    <a:pt x="199" y="77"/>
                    <a:pt x="212" y="83"/>
                  </a:cubicBezTo>
                  <a:cubicBezTo>
                    <a:pt x="266" y="30"/>
                    <a:pt x="266" y="30"/>
                    <a:pt x="266" y="30"/>
                  </a:cubicBezTo>
                  <a:cubicBezTo>
                    <a:pt x="238" y="11"/>
                    <a:pt x="205" y="0"/>
                    <a:pt x="170" y="0"/>
                  </a:cubicBezTo>
                  <a:cubicBezTo>
                    <a:pt x="76" y="0"/>
                    <a:pt x="0" y="76"/>
                    <a:pt x="0" y="170"/>
                  </a:cubicBezTo>
                  <a:cubicBezTo>
                    <a:pt x="0" y="264"/>
                    <a:pt x="76" y="340"/>
                    <a:pt x="170" y="340"/>
                  </a:cubicBezTo>
                  <a:cubicBezTo>
                    <a:pt x="264" y="340"/>
                    <a:pt x="340" y="264"/>
                    <a:pt x="340" y="170"/>
                  </a:cubicBezTo>
                  <a:cubicBezTo>
                    <a:pt x="340" y="135"/>
                    <a:pt x="329" y="103"/>
                    <a:pt x="311" y="76"/>
                  </a:cubicBezTo>
                  <a:cubicBezTo>
                    <a:pt x="258" y="130"/>
                    <a:pt x="258" y="130"/>
                    <a:pt x="258" y="130"/>
                  </a:cubicBezTo>
                  <a:cubicBezTo>
                    <a:pt x="264" y="142"/>
                    <a:pt x="267" y="156"/>
                    <a:pt x="267" y="170"/>
                  </a:cubicBezTo>
                  <a:cubicBezTo>
                    <a:pt x="267" y="223"/>
                    <a:pt x="223" y="267"/>
                    <a:pt x="170" y="267"/>
                  </a:cubicBezTo>
                  <a:cubicBezTo>
                    <a:pt x="117" y="267"/>
                    <a:pt x="73" y="223"/>
                    <a:pt x="73" y="170"/>
                  </a:cubicBezTo>
                  <a:cubicBezTo>
                    <a:pt x="73" y="117"/>
                    <a:pt x="117" y="73"/>
                    <a:pt x="170" y="73"/>
                  </a:cubicBez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1800" b="0" i="0" u="none" strike="noStrike" kern="0" cap="none" spc="0" normalizeH="0" baseline="0" noProof="0">
                <a:ln>
                  <a:noFill/>
                </a:ln>
                <a:solidFill>
                  <a:schemeClr val="bg1"/>
                </a:solidFill>
                <a:effectLst/>
                <a:uLnTx/>
                <a:uFillTx/>
                <a:latin typeface="微软雅黑" panose="020B0503020204020204" charset="-122"/>
                <a:ea typeface="Microsoft YaHei UI" panose="020B0503020204020204" charset="-122"/>
              </a:endParaRPr>
            </a:p>
          </p:txBody>
        </p:sp>
      </p:grpSp>
      <p:grpSp>
        <p:nvGrpSpPr>
          <p:cNvPr id="43" name="Group 213"/>
          <p:cNvGrpSpPr/>
          <p:nvPr/>
        </p:nvGrpSpPr>
        <p:grpSpPr>
          <a:xfrm>
            <a:off x="5790068" y="3360084"/>
            <a:ext cx="477421" cy="447930"/>
            <a:chOff x="2900363" y="5486400"/>
            <a:chExt cx="438150" cy="404813"/>
          </a:xfrm>
          <a:solidFill>
            <a:schemeClr val="bg1"/>
          </a:solidFill>
        </p:grpSpPr>
        <p:sp>
          <p:nvSpPr>
            <p:cNvPr id="44" name="Freeform 203"/>
            <p:cNvSpPr>
              <a:spLocks noEditPoints="1"/>
            </p:cNvSpPr>
            <p:nvPr/>
          </p:nvSpPr>
          <p:spPr bwMode="auto">
            <a:xfrm>
              <a:off x="3151188" y="5486400"/>
              <a:ext cx="187325" cy="195263"/>
            </a:xfrm>
            <a:custGeom>
              <a:avLst/>
              <a:gdLst>
                <a:gd name="T0" fmla="*/ 240 w 245"/>
                <a:gd name="T1" fmla="*/ 155 h 254"/>
                <a:gd name="T2" fmla="*/ 211 w 245"/>
                <a:gd name="T3" fmla="*/ 137 h 254"/>
                <a:gd name="T4" fmla="*/ 211 w 245"/>
                <a:gd name="T5" fmla="*/ 118 h 254"/>
                <a:gd name="T6" fmla="*/ 207 w 245"/>
                <a:gd name="T7" fmla="*/ 100 h 254"/>
                <a:gd name="T8" fmla="*/ 231 w 245"/>
                <a:gd name="T9" fmla="*/ 76 h 254"/>
                <a:gd name="T10" fmla="*/ 232 w 245"/>
                <a:gd name="T11" fmla="*/ 64 h 254"/>
                <a:gd name="T12" fmla="*/ 217 w 245"/>
                <a:gd name="T13" fmla="*/ 43 h 254"/>
                <a:gd name="T14" fmla="*/ 205 w 245"/>
                <a:gd name="T15" fmla="*/ 40 h 254"/>
                <a:gd name="T16" fmla="*/ 175 w 245"/>
                <a:gd name="T17" fmla="*/ 55 h 254"/>
                <a:gd name="T18" fmla="*/ 141 w 245"/>
                <a:gd name="T19" fmla="*/ 40 h 254"/>
                <a:gd name="T20" fmla="*/ 133 w 245"/>
                <a:gd name="T21" fmla="*/ 7 h 254"/>
                <a:gd name="T22" fmla="*/ 123 w 245"/>
                <a:gd name="T23" fmla="*/ 1 h 254"/>
                <a:gd name="T24" fmla="*/ 96 w 245"/>
                <a:gd name="T25" fmla="*/ 3 h 254"/>
                <a:gd name="T26" fmla="*/ 88 w 245"/>
                <a:gd name="T27" fmla="*/ 12 h 254"/>
                <a:gd name="T28" fmla="*/ 86 w 245"/>
                <a:gd name="T29" fmla="*/ 46 h 254"/>
                <a:gd name="T30" fmla="*/ 57 w 245"/>
                <a:gd name="T31" fmla="*/ 68 h 254"/>
                <a:gd name="T32" fmla="*/ 24 w 245"/>
                <a:gd name="T33" fmla="*/ 59 h 254"/>
                <a:gd name="T34" fmla="*/ 13 w 245"/>
                <a:gd name="T35" fmla="*/ 64 h 254"/>
                <a:gd name="T36" fmla="*/ 2 w 245"/>
                <a:gd name="T37" fmla="*/ 88 h 254"/>
                <a:gd name="T38" fmla="*/ 6 w 245"/>
                <a:gd name="T39" fmla="*/ 99 h 254"/>
                <a:gd name="T40" fmla="*/ 34 w 245"/>
                <a:gd name="T41" fmla="*/ 118 h 254"/>
                <a:gd name="T42" fmla="*/ 34 w 245"/>
                <a:gd name="T43" fmla="*/ 136 h 254"/>
                <a:gd name="T44" fmla="*/ 38 w 245"/>
                <a:gd name="T45" fmla="*/ 155 h 254"/>
                <a:gd name="T46" fmla="*/ 14 w 245"/>
                <a:gd name="T47" fmla="*/ 179 h 254"/>
                <a:gd name="T48" fmla="*/ 13 w 245"/>
                <a:gd name="T49" fmla="*/ 190 h 254"/>
                <a:gd name="T50" fmla="*/ 28 w 245"/>
                <a:gd name="T51" fmla="*/ 212 h 254"/>
                <a:gd name="T52" fmla="*/ 40 w 245"/>
                <a:gd name="T53" fmla="*/ 215 h 254"/>
                <a:gd name="T54" fmla="*/ 70 w 245"/>
                <a:gd name="T55" fmla="*/ 199 h 254"/>
                <a:gd name="T56" fmla="*/ 104 w 245"/>
                <a:gd name="T57" fmla="*/ 214 h 254"/>
                <a:gd name="T58" fmla="*/ 113 w 245"/>
                <a:gd name="T59" fmla="*/ 247 h 254"/>
                <a:gd name="T60" fmla="*/ 122 w 245"/>
                <a:gd name="T61" fmla="*/ 254 h 254"/>
                <a:gd name="T62" fmla="*/ 149 w 245"/>
                <a:gd name="T63" fmla="*/ 251 h 254"/>
                <a:gd name="T64" fmla="*/ 157 w 245"/>
                <a:gd name="T65" fmla="*/ 243 h 254"/>
                <a:gd name="T66" fmla="*/ 159 w 245"/>
                <a:gd name="T67" fmla="*/ 209 h 254"/>
                <a:gd name="T68" fmla="*/ 188 w 245"/>
                <a:gd name="T69" fmla="*/ 187 h 254"/>
                <a:gd name="T70" fmla="*/ 221 w 245"/>
                <a:gd name="T71" fmla="*/ 196 h 254"/>
                <a:gd name="T72" fmla="*/ 232 w 245"/>
                <a:gd name="T73" fmla="*/ 191 h 254"/>
                <a:gd name="T74" fmla="*/ 243 w 245"/>
                <a:gd name="T75" fmla="*/ 167 h 254"/>
                <a:gd name="T76" fmla="*/ 240 w 245"/>
                <a:gd name="T77" fmla="*/ 155 h 254"/>
                <a:gd name="T78" fmla="*/ 127 w 245"/>
                <a:gd name="T79" fmla="*/ 174 h 254"/>
                <a:gd name="T80" fmla="*/ 76 w 245"/>
                <a:gd name="T81" fmla="*/ 132 h 254"/>
                <a:gd name="T82" fmla="*/ 118 w 245"/>
                <a:gd name="T83" fmla="*/ 80 h 254"/>
                <a:gd name="T84" fmla="*/ 170 w 245"/>
                <a:gd name="T85" fmla="*/ 123 h 254"/>
                <a:gd name="T86" fmla="*/ 127 w 245"/>
                <a:gd name="T87" fmla="*/ 174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45" h="254">
                  <a:moveTo>
                    <a:pt x="240" y="155"/>
                  </a:moveTo>
                  <a:cubicBezTo>
                    <a:pt x="211" y="137"/>
                    <a:pt x="211" y="137"/>
                    <a:pt x="211" y="137"/>
                  </a:cubicBezTo>
                  <a:cubicBezTo>
                    <a:pt x="212" y="131"/>
                    <a:pt x="212" y="124"/>
                    <a:pt x="211" y="118"/>
                  </a:cubicBezTo>
                  <a:cubicBezTo>
                    <a:pt x="210" y="112"/>
                    <a:pt x="209" y="106"/>
                    <a:pt x="207" y="100"/>
                  </a:cubicBezTo>
                  <a:cubicBezTo>
                    <a:pt x="231" y="76"/>
                    <a:pt x="231" y="76"/>
                    <a:pt x="231" y="76"/>
                  </a:cubicBezTo>
                  <a:cubicBezTo>
                    <a:pt x="234" y="73"/>
                    <a:pt x="235" y="68"/>
                    <a:pt x="232" y="64"/>
                  </a:cubicBezTo>
                  <a:cubicBezTo>
                    <a:pt x="217" y="43"/>
                    <a:pt x="217" y="43"/>
                    <a:pt x="217" y="43"/>
                  </a:cubicBezTo>
                  <a:cubicBezTo>
                    <a:pt x="214" y="39"/>
                    <a:pt x="209" y="38"/>
                    <a:pt x="205" y="40"/>
                  </a:cubicBezTo>
                  <a:cubicBezTo>
                    <a:pt x="175" y="55"/>
                    <a:pt x="175" y="55"/>
                    <a:pt x="175" y="55"/>
                  </a:cubicBezTo>
                  <a:cubicBezTo>
                    <a:pt x="165" y="48"/>
                    <a:pt x="154" y="43"/>
                    <a:pt x="141" y="40"/>
                  </a:cubicBezTo>
                  <a:cubicBezTo>
                    <a:pt x="133" y="7"/>
                    <a:pt x="133" y="7"/>
                    <a:pt x="133" y="7"/>
                  </a:cubicBezTo>
                  <a:cubicBezTo>
                    <a:pt x="132" y="3"/>
                    <a:pt x="127" y="0"/>
                    <a:pt x="123" y="1"/>
                  </a:cubicBezTo>
                  <a:cubicBezTo>
                    <a:pt x="96" y="3"/>
                    <a:pt x="96" y="3"/>
                    <a:pt x="96" y="3"/>
                  </a:cubicBezTo>
                  <a:cubicBezTo>
                    <a:pt x="92" y="4"/>
                    <a:pt x="89" y="8"/>
                    <a:pt x="88" y="12"/>
                  </a:cubicBezTo>
                  <a:cubicBezTo>
                    <a:pt x="86" y="46"/>
                    <a:pt x="86" y="46"/>
                    <a:pt x="86" y="46"/>
                  </a:cubicBezTo>
                  <a:cubicBezTo>
                    <a:pt x="75" y="51"/>
                    <a:pt x="65" y="59"/>
                    <a:pt x="57" y="68"/>
                  </a:cubicBezTo>
                  <a:cubicBezTo>
                    <a:pt x="24" y="59"/>
                    <a:pt x="24" y="59"/>
                    <a:pt x="24" y="59"/>
                  </a:cubicBezTo>
                  <a:cubicBezTo>
                    <a:pt x="20" y="58"/>
                    <a:pt x="15" y="60"/>
                    <a:pt x="13" y="64"/>
                  </a:cubicBezTo>
                  <a:cubicBezTo>
                    <a:pt x="2" y="88"/>
                    <a:pt x="2" y="88"/>
                    <a:pt x="2" y="88"/>
                  </a:cubicBezTo>
                  <a:cubicBezTo>
                    <a:pt x="0" y="92"/>
                    <a:pt x="2" y="97"/>
                    <a:pt x="6" y="99"/>
                  </a:cubicBezTo>
                  <a:cubicBezTo>
                    <a:pt x="34" y="118"/>
                    <a:pt x="34" y="118"/>
                    <a:pt x="34" y="118"/>
                  </a:cubicBezTo>
                  <a:cubicBezTo>
                    <a:pt x="34" y="124"/>
                    <a:pt x="34" y="130"/>
                    <a:pt x="34" y="136"/>
                  </a:cubicBezTo>
                  <a:cubicBezTo>
                    <a:pt x="35" y="143"/>
                    <a:pt x="36" y="149"/>
                    <a:pt x="38" y="155"/>
                  </a:cubicBezTo>
                  <a:cubicBezTo>
                    <a:pt x="14" y="179"/>
                    <a:pt x="14" y="179"/>
                    <a:pt x="14" y="179"/>
                  </a:cubicBezTo>
                  <a:cubicBezTo>
                    <a:pt x="11" y="182"/>
                    <a:pt x="10" y="187"/>
                    <a:pt x="13" y="190"/>
                  </a:cubicBezTo>
                  <a:cubicBezTo>
                    <a:pt x="28" y="212"/>
                    <a:pt x="28" y="212"/>
                    <a:pt x="28" y="212"/>
                  </a:cubicBezTo>
                  <a:cubicBezTo>
                    <a:pt x="31" y="215"/>
                    <a:pt x="36" y="217"/>
                    <a:pt x="40" y="215"/>
                  </a:cubicBezTo>
                  <a:cubicBezTo>
                    <a:pt x="70" y="199"/>
                    <a:pt x="70" y="199"/>
                    <a:pt x="70" y="199"/>
                  </a:cubicBezTo>
                  <a:cubicBezTo>
                    <a:pt x="80" y="206"/>
                    <a:pt x="92" y="212"/>
                    <a:pt x="104" y="214"/>
                  </a:cubicBezTo>
                  <a:cubicBezTo>
                    <a:pt x="113" y="247"/>
                    <a:pt x="113" y="247"/>
                    <a:pt x="113" y="247"/>
                  </a:cubicBezTo>
                  <a:cubicBezTo>
                    <a:pt x="114" y="251"/>
                    <a:pt x="118" y="254"/>
                    <a:pt x="122" y="254"/>
                  </a:cubicBezTo>
                  <a:cubicBezTo>
                    <a:pt x="149" y="251"/>
                    <a:pt x="149" y="251"/>
                    <a:pt x="149" y="251"/>
                  </a:cubicBezTo>
                  <a:cubicBezTo>
                    <a:pt x="153" y="251"/>
                    <a:pt x="157" y="247"/>
                    <a:pt x="157" y="243"/>
                  </a:cubicBezTo>
                  <a:cubicBezTo>
                    <a:pt x="159" y="209"/>
                    <a:pt x="159" y="209"/>
                    <a:pt x="159" y="209"/>
                  </a:cubicBezTo>
                  <a:cubicBezTo>
                    <a:pt x="170" y="203"/>
                    <a:pt x="180" y="196"/>
                    <a:pt x="188" y="187"/>
                  </a:cubicBezTo>
                  <a:cubicBezTo>
                    <a:pt x="221" y="196"/>
                    <a:pt x="221" y="196"/>
                    <a:pt x="221" y="196"/>
                  </a:cubicBezTo>
                  <a:cubicBezTo>
                    <a:pt x="226" y="197"/>
                    <a:pt x="230" y="195"/>
                    <a:pt x="232" y="191"/>
                  </a:cubicBezTo>
                  <a:cubicBezTo>
                    <a:pt x="243" y="167"/>
                    <a:pt x="243" y="167"/>
                    <a:pt x="243" y="167"/>
                  </a:cubicBezTo>
                  <a:cubicBezTo>
                    <a:pt x="245" y="163"/>
                    <a:pt x="243" y="158"/>
                    <a:pt x="240" y="155"/>
                  </a:cubicBezTo>
                  <a:close/>
                  <a:moveTo>
                    <a:pt x="127" y="174"/>
                  </a:moveTo>
                  <a:cubicBezTo>
                    <a:pt x="102" y="177"/>
                    <a:pt x="78" y="158"/>
                    <a:pt x="76" y="132"/>
                  </a:cubicBezTo>
                  <a:cubicBezTo>
                    <a:pt x="73" y="106"/>
                    <a:pt x="92" y="83"/>
                    <a:pt x="118" y="80"/>
                  </a:cubicBezTo>
                  <a:cubicBezTo>
                    <a:pt x="144" y="78"/>
                    <a:pt x="167" y="97"/>
                    <a:pt x="170" y="123"/>
                  </a:cubicBezTo>
                  <a:cubicBezTo>
                    <a:pt x="172" y="148"/>
                    <a:pt x="153" y="172"/>
                    <a:pt x="127" y="174"/>
                  </a:cubicBez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1800" b="0" i="0" u="none" strike="noStrike" kern="0" cap="none" spc="0" normalizeH="0" baseline="0" noProof="0">
                <a:ln>
                  <a:noFill/>
                </a:ln>
                <a:solidFill>
                  <a:schemeClr val="bg1"/>
                </a:solidFill>
                <a:effectLst/>
                <a:uLnTx/>
                <a:uFillTx/>
                <a:latin typeface="微软雅黑" panose="020B0503020204020204" charset="-122"/>
                <a:ea typeface="Microsoft YaHei UI" panose="020B0503020204020204" charset="-122"/>
              </a:endParaRPr>
            </a:p>
          </p:txBody>
        </p:sp>
        <p:sp>
          <p:nvSpPr>
            <p:cNvPr id="45" name="Freeform 204"/>
            <p:cNvSpPr>
              <a:spLocks noEditPoints="1"/>
            </p:cNvSpPr>
            <p:nvPr/>
          </p:nvSpPr>
          <p:spPr bwMode="auto">
            <a:xfrm>
              <a:off x="2900363" y="5572125"/>
              <a:ext cx="317500" cy="319088"/>
            </a:xfrm>
            <a:custGeom>
              <a:avLst/>
              <a:gdLst>
                <a:gd name="T0" fmla="*/ 413 w 414"/>
                <a:gd name="T1" fmla="*/ 171 h 415"/>
                <a:gd name="T2" fmla="*/ 398 w 414"/>
                <a:gd name="T3" fmla="*/ 124 h 415"/>
                <a:gd name="T4" fmla="*/ 385 w 414"/>
                <a:gd name="T5" fmla="*/ 116 h 415"/>
                <a:gd name="T6" fmla="*/ 331 w 414"/>
                <a:gd name="T7" fmla="*/ 125 h 415"/>
                <a:gd name="T8" fmla="*/ 312 w 414"/>
                <a:gd name="T9" fmla="*/ 102 h 415"/>
                <a:gd name="T10" fmla="*/ 332 w 414"/>
                <a:gd name="T11" fmla="*/ 51 h 415"/>
                <a:gd name="T12" fmla="*/ 327 w 414"/>
                <a:gd name="T13" fmla="*/ 36 h 415"/>
                <a:gd name="T14" fmla="*/ 283 w 414"/>
                <a:gd name="T15" fmla="*/ 13 h 415"/>
                <a:gd name="T16" fmla="*/ 268 w 414"/>
                <a:gd name="T17" fmla="*/ 17 h 415"/>
                <a:gd name="T18" fmla="*/ 236 w 414"/>
                <a:gd name="T19" fmla="*/ 62 h 415"/>
                <a:gd name="T20" fmla="*/ 207 w 414"/>
                <a:gd name="T21" fmla="*/ 59 h 415"/>
                <a:gd name="T22" fmla="*/ 184 w 414"/>
                <a:gd name="T23" fmla="*/ 8 h 415"/>
                <a:gd name="T24" fmla="*/ 171 w 414"/>
                <a:gd name="T25" fmla="*/ 2 h 415"/>
                <a:gd name="T26" fmla="*/ 124 w 414"/>
                <a:gd name="T27" fmla="*/ 16 h 415"/>
                <a:gd name="T28" fmla="*/ 116 w 414"/>
                <a:gd name="T29" fmla="*/ 29 h 415"/>
                <a:gd name="T30" fmla="*/ 125 w 414"/>
                <a:gd name="T31" fmla="*/ 84 h 415"/>
                <a:gd name="T32" fmla="*/ 102 w 414"/>
                <a:gd name="T33" fmla="*/ 102 h 415"/>
                <a:gd name="T34" fmla="*/ 50 w 414"/>
                <a:gd name="T35" fmla="*/ 83 h 415"/>
                <a:gd name="T36" fmla="*/ 36 w 414"/>
                <a:gd name="T37" fmla="*/ 88 h 415"/>
                <a:gd name="T38" fmla="*/ 13 w 414"/>
                <a:gd name="T39" fmla="*/ 131 h 415"/>
                <a:gd name="T40" fmla="*/ 16 w 414"/>
                <a:gd name="T41" fmla="*/ 146 h 415"/>
                <a:gd name="T42" fmla="*/ 61 w 414"/>
                <a:gd name="T43" fmla="*/ 178 h 415"/>
                <a:gd name="T44" fmla="*/ 58 w 414"/>
                <a:gd name="T45" fmla="*/ 208 h 415"/>
                <a:gd name="T46" fmla="*/ 8 w 414"/>
                <a:gd name="T47" fmla="*/ 230 h 415"/>
                <a:gd name="T48" fmla="*/ 2 w 414"/>
                <a:gd name="T49" fmla="*/ 244 h 415"/>
                <a:gd name="T50" fmla="*/ 16 w 414"/>
                <a:gd name="T51" fmla="*/ 291 h 415"/>
                <a:gd name="T52" fmla="*/ 29 w 414"/>
                <a:gd name="T53" fmla="*/ 299 h 415"/>
                <a:gd name="T54" fmla="*/ 83 w 414"/>
                <a:gd name="T55" fmla="*/ 290 h 415"/>
                <a:gd name="T56" fmla="*/ 102 w 414"/>
                <a:gd name="T57" fmla="*/ 313 h 415"/>
                <a:gd name="T58" fmla="*/ 82 w 414"/>
                <a:gd name="T59" fmla="*/ 364 h 415"/>
                <a:gd name="T60" fmla="*/ 88 w 414"/>
                <a:gd name="T61" fmla="*/ 379 h 415"/>
                <a:gd name="T62" fmla="*/ 131 w 414"/>
                <a:gd name="T63" fmla="*/ 402 h 415"/>
                <a:gd name="T64" fmla="*/ 146 w 414"/>
                <a:gd name="T65" fmla="*/ 398 h 415"/>
                <a:gd name="T66" fmla="*/ 178 w 414"/>
                <a:gd name="T67" fmla="*/ 353 h 415"/>
                <a:gd name="T68" fmla="*/ 207 w 414"/>
                <a:gd name="T69" fmla="*/ 356 h 415"/>
                <a:gd name="T70" fmla="*/ 230 w 414"/>
                <a:gd name="T71" fmla="*/ 407 h 415"/>
                <a:gd name="T72" fmla="*/ 244 w 414"/>
                <a:gd name="T73" fmla="*/ 413 h 415"/>
                <a:gd name="T74" fmla="*/ 291 w 414"/>
                <a:gd name="T75" fmla="*/ 399 h 415"/>
                <a:gd name="T76" fmla="*/ 299 w 414"/>
                <a:gd name="T77" fmla="*/ 386 h 415"/>
                <a:gd name="T78" fmla="*/ 290 w 414"/>
                <a:gd name="T79" fmla="*/ 331 h 415"/>
                <a:gd name="T80" fmla="*/ 312 w 414"/>
                <a:gd name="T81" fmla="*/ 312 h 415"/>
                <a:gd name="T82" fmla="*/ 364 w 414"/>
                <a:gd name="T83" fmla="*/ 332 h 415"/>
                <a:gd name="T84" fmla="*/ 378 w 414"/>
                <a:gd name="T85" fmla="*/ 327 h 415"/>
                <a:gd name="T86" fmla="*/ 401 w 414"/>
                <a:gd name="T87" fmla="*/ 284 h 415"/>
                <a:gd name="T88" fmla="*/ 398 w 414"/>
                <a:gd name="T89" fmla="*/ 269 h 415"/>
                <a:gd name="T90" fmla="*/ 353 w 414"/>
                <a:gd name="T91" fmla="*/ 237 h 415"/>
                <a:gd name="T92" fmla="*/ 356 w 414"/>
                <a:gd name="T93" fmla="*/ 207 h 415"/>
                <a:gd name="T94" fmla="*/ 406 w 414"/>
                <a:gd name="T95" fmla="*/ 185 h 415"/>
                <a:gd name="T96" fmla="*/ 413 w 414"/>
                <a:gd name="T97" fmla="*/ 171 h 415"/>
                <a:gd name="T98" fmla="*/ 233 w 414"/>
                <a:gd name="T99" fmla="*/ 293 h 415"/>
                <a:gd name="T100" fmla="*/ 122 w 414"/>
                <a:gd name="T101" fmla="*/ 233 h 415"/>
                <a:gd name="T102" fmla="*/ 181 w 414"/>
                <a:gd name="T103" fmla="*/ 122 h 415"/>
                <a:gd name="T104" fmla="*/ 293 w 414"/>
                <a:gd name="T105" fmla="*/ 182 h 415"/>
                <a:gd name="T106" fmla="*/ 233 w 414"/>
                <a:gd name="T107" fmla="*/ 293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14" h="415">
                  <a:moveTo>
                    <a:pt x="413" y="171"/>
                  </a:moveTo>
                  <a:cubicBezTo>
                    <a:pt x="398" y="124"/>
                    <a:pt x="398" y="124"/>
                    <a:pt x="398" y="124"/>
                  </a:cubicBezTo>
                  <a:cubicBezTo>
                    <a:pt x="397" y="119"/>
                    <a:pt x="391" y="115"/>
                    <a:pt x="385" y="116"/>
                  </a:cubicBezTo>
                  <a:cubicBezTo>
                    <a:pt x="331" y="125"/>
                    <a:pt x="331" y="125"/>
                    <a:pt x="331" y="125"/>
                  </a:cubicBezTo>
                  <a:cubicBezTo>
                    <a:pt x="325" y="117"/>
                    <a:pt x="319" y="109"/>
                    <a:pt x="312" y="102"/>
                  </a:cubicBezTo>
                  <a:cubicBezTo>
                    <a:pt x="332" y="51"/>
                    <a:pt x="332" y="51"/>
                    <a:pt x="332" y="51"/>
                  </a:cubicBezTo>
                  <a:cubicBezTo>
                    <a:pt x="334" y="45"/>
                    <a:pt x="332" y="39"/>
                    <a:pt x="327" y="36"/>
                  </a:cubicBezTo>
                  <a:cubicBezTo>
                    <a:pt x="283" y="13"/>
                    <a:pt x="283" y="13"/>
                    <a:pt x="283" y="13"/>
                  </a:cubicBezTo>
                  <a:cubicBezTo>
                    <a:pt x="278" y="10"/>
                    <a:pt x="272" y="12"/>
                    <a:pt x="268" y="17"/>
                  </a:cubicBezTo>
                  <a:cubicBezTo>
                    <a:pt x="236" y="62"/>
                    <a:pt x="236" y="62"/>
                    <a:pt x="236" y="62"/>
                  </a:cubicBezTo>
                  <a:cubicBezTo>
                    <a:pt x="227" y="60"/>
                    <a:pt x="217" y="59"/>
                    <a:pt x="207" y="59"/>
                  </a:cubicBezTo>
                  <a:cubicBezTo>
                    <a:pt x="184" y="8"/>
                    <a:pt x="184" y="8"/>
                    <a:pt x="184" y="8"/>
                  </a:cubicBezTo>
                  <a:cubicBezTo>
                    <a:pt x="182" y="3"/>
                    <a:pt x="176" y="0"/>
                    <a:pt x="171" y="2"/>
                  </a:cubicBezTo>
                  <a:cubicBezTo>
                    <a:pt x="124" y="16"/>
                    <a:pt x="124" y="16"/>
                    <a:pt x="124" y="16"/>
                  </a:cubicBezTo>
                  <a:cubicBezTo>
                    <a:pt x="118" y="18"/>
                    <a:pt x="115" y="24"/>
                    <a:pt x="116" y="29"/>
                  </a:cubicBezTo>
                  <a:cubicBezTo>
                    <a:pt x="125" y="84"/>
                    <a:pt x="125" y="84"/>
                    <a:pt x="125" y="84"/>
                  </a:cubicBezTo>
                  <a:cubicBezTo>
                    <a:pt x="116" y="89"/>
                    <a:pt x="109" y="95"/>
                    <a:pt x="102" y="102"/>
                  </a:cubicBezTo>
                  <a:cubicBezTo>
                    <a:pt x="50" y="83"/>
                    <a:pt x="50" y="83"/>
                    <a:pt x="50" y="83"/>
                  </a:cubicBezTo>
                  <a:cubicBezTo>
                    <a:pt x="45" y="81"/>
                    <a:pt x="39" y="83"/>
                    <a:pt x="36" y="88"/>
                  </a:cubicBezTo>
                  <a:cubicBezTo>
                    <a:pt x="13" y="131"/>
                    <a:pt x="13" y="131"/>
                    <a:pt x="13" y="131"/>
                  </a:cubicBezTo>
                  <a:cubicBezTo>
                    <a:pt x="10" y="136"/>
                    <a:pt x="12" y="143"/>
                    <a:pt x="16" y="146"/>
                  </a:cubicBezTo>
                  <a:cubicBezTo>
                    <a:pt x="61" y="178"/>
                    <a:pt x="61" y="178"/>
                    <a:pt x="61" y="178"/>
                  </a:cubicBezTo>
                  <a:cubicBezTo>
                    <a:pt x="59" y="188"/>
                    <a:pt x="58" y="198"/>
                    <a:pt x="58" y="208"/>
                  </a:cubicBezTo>
                  <a:cubicBezTo>
                    <a:pt x="8" y="230"/>
                    <a:pt x="8" y="230"/>
                    <a:pt x="8" y="230"/>
                  </a:cubicBezTo>
                  <a:cubicBezTo>
                    <a:pt x="3" y="232"/>
                    <a:pt x="0" y="239"/>
                    <a:pt x="2" y="244"/>
                  </a:cubicBezTo>
                  <a:cubicBezTo>
                    <a:pt x="16" y="291"/>
                    <a:pt x="16" y="291"/>
                    <a:pt x="16" y="291"/>
                  </a:cubicBezTo>
                  <a:cubicBezTo>
                    <a:pt x="18" y="296"/>
                    <a:pt x="23" y="300"/>
                    <a:pt x="29" y="299"/>
                  </a:cubicBezTo>
                  <a:cubicBezTo>
                    <a:pt x="83" y="290"/>
                    <a:pt x="83" y="290"/>
                    <a:pt x="83" y="290"/>
                  </a:cubicBezTo>
                  <a:cubicBezTo>
                    <a:pt x="89" y="298"/>
                    <a:pt x="95" y="306"/>
                    <a:pt x="102" y="313"/>
                  </a:cubicBezTo>
                  <a:cubicBezTo>
                    <a:pt x="82" y="364"/>
                    <a:pt x="82" y="364"/>
                    <a:pt x="82" y="364"/>
                  </a:cubicBezTo>
                  <a:cubicBezTo>
                    <a:pt x="80" y="370"/>
                    <a:pt x="83" y="376"/>
                    <a:pt x="88" y="379"/>
                  </a:cubicBezTo>
                  <a:cubicBezTo>
                    <a:pt x="131" y="402"/>
                    <a:pt x="131" y="402"/>
                    <a:pt x="131" y="402"/>
                  </a:cubicBezTo>
                  <a:cubicBezTo>
                    <a:pt x="136" y="404"/>
                    <a:pt x="143" y="403"/>
                    <a:pt x="146" y="398"/>
                  </a:cubicBezTo>
                  <a:cubicBezTo>
                    <a:pt x="178" y="353"/>
                    <a:pt x="178" y="353"/>
                    <a:pt x="178" y="353"/>
                  </a:cubicBezTo>
                  <a:cubicBezTo>
                    <a:pt x="187" y="355"/>
                    <a:pt x="197" y="356"/>
                    <a:pt x="207" y="356"/>
                  </a:cubicBezTo>
                  <a:cubicBezTo>
                    <a:pt x="230" y="407"/>
                    <a:pt x="230" y="407"/>
                    <a:pt x="230" y="407"/>
                  </a:cubicBezTo>
                  <a:cubicBezTo>
                    <a:pt x="232" y="412"/>
                    <a:pt x="238" y="415"/>
                    <a:pt x="244" y="413"/>
                  </a:cubicBezTo>
                  <a:cubicBezTo>
                    <a:pt x="291" y="399"/>
                    <a:pt x="291" y="399"/>
                    <a:pt x="291" y="399"/>
                  </a:cubicBezTo>
                  <a:cubicBezTo>
                    <a:pt x="296" y="397"/>
                    <a:pt x="300" y="391"/>
                    <a:pt x="299" y="386"/>
                  </a:cubicBezTo>
                  <a:cubicBezTo>
                    <a:pt x="290" y="331"/>
                    <a:pt x="290" y="331"/>
                    <a:pt x="290" y="331"/>
                  </a:cubicBezTo>
                  <a:cubicBezTo>
                    <a:pt x="298" y="326"/>
                    <a:pt x="306" y="319"/>
                    <a:pt x="312" y="312"/>
                  </a:cubicBezTo>
                  <a:cubicBezTo>
                    <a:pt x="364" y="332"/>
                    <a:pt x="364" y="332"/>
                    <a:pt x="364" y="332"/>
                  </a:cubicBezTo>
                  <a:cubicBezTo>
                    <a:pt x="369" y="334"/>
                    <a:pt x="376" y="332"/>
                    <a:pt x="378" y="327"/>
                  </a:cubicBezTo>
                  <a:cubicBezTo>
                    <a:pt x="401" y="284"/>
                    <a:pt x="401" y="284"/>
                    <a:pt x="401" y="284"/>
                  </a:cubicBezTo>
                  <a:cubicBezTo>
                    <a:pt x="404" y="279"/>
                    <a:pt x="403" y="272"/>
                    <a:pt x="398" y="269"/>
                  </a:cubicBezTo>
                  <a:cubicBezTo>
                    <a:pt x="353" y="237"/>
                    <a:pt x="353" y="237"/>
                    <a:pt x="353" y="237"/>
                  </a:cubicBezTo>
                  <a:cubicBezTo>
                    <a:pt x="355" y="227"/>
                    <a:pt x="356" y="217"/>
                    <a:pt x="356" y="207"/>
                  </a:cubicBezTo>
                  <a:cubicBezTo>
                    <a:pt x="406" y="185"/>
                    <a:pt x="406" y="185"/>
                    <a:pt x="406" y="185"/>
                  </a:cubicBezTo>
                  <a:cubicBezTo>
                    <a:pt x="411" y="182"/>
                    <a:pt x="414" y="176"/>
                    <a:pt x="413" y="171"/>
                  </a:cubicBezTo>
                  <a:close/>
                  <a:moveTo>
                    <a:pt x="233" y="293"/>
                  </a:moveTo>
                  <a:cubicBezTo>
                    <a:pt x="186" y="307"/>
                    <a:pt x="136" y="280"/>
                    <a:pt x="122" y="233"/>
                  </a:cubicBezTo>
                  <a:cubicBezTo>
                    <a:pt x="108" y="186"/>
                    <a:pt x="134" y="136"/>
                    <a:pt x="181" y="122"/>
                  </a:cubicBezTo>
                  <a:cubicBezTo>
                    <a:pt x="228" y="108"/>
                    <a:pt x="278" y="134"/>
                    <a:pt x="293" y="182"/>
                  </a:cubicBezTo>
                  <a:cubicBezTo>
                    <a:pt x="307" y="229"/>
                    <a:pt x="280" y="278"/>
                    <a:pt x="233" y="293"/>
                  </a:cubicBez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1800" b="0" i="0" u="none" strike="noStrike" kern="0" cap="none" spc="0" normalizeH="0" baseline="0" noProof="0">
                <a:ln>
                  <a:noFill/>
                </a:ln>
                <a:solidFill>
                  <a:schemeClr val="bg1"/>
                </a:solidFill>
                <a:effectLst/>
                <a:uLnTx/>
                <a:uFillTx/>
                <a:latin typeface="微软雅黑" panose="020B0503020204020204" charset="-122"/>
                <a:ea typeface="Microsoft YaHei UI" panose="020B0503020204020204" charset="-122"/>
              </a:endParaRPr>
            </a:p>
          </p:txBody>
        </p:sp>
      </p:grpSp>
      <p:grpSp>
        <p:nvGrpSpPr>
          <p:cNvPr id="46" name="Group 231"/>
          <p:cNvGrpSpPr/>
          <p:nvPr/>
        </p:nvGrpSpPr>
        <p:grpSpPr>
          <a:xfrm>
            <a:off x="2160422" y="3360084"/>
            <a:ext cx="458394" cy="521708"/>
            <a:chOff x="4608513" y="6291263"/>
            <a:chExt cx="420688" cy="471488"/>
          </a:xfrm>
          <a:solidFill>
            <a:schemeClr val="bg1"/>
          </a:solidFill>
        </p:grpSpPr>
        <p:sp>
          <p:nvSpPr>
            <p:cNvPr id="47" name="Freeform 218"/>
            <p:cNvSpPr/>
            <p:nvPr/>
          </p:nvSpPr>
          <p:spPr bwMode="auto">
            <a:xfrm>
              <a:off x="4908550" y="6627813"/>
              <a:ext cx="80963" cy="84138"/>
            </a:xfrm>
            <a:custGeom>
              <a:avLst/>
              <a:gdLst>
                <a:gd name="T0" fmla="*/ 13 w 105"/>
                <a:gd name="T1" fmla="*/ 20 h 108"/>
                <a:gd name="T2" fmla="*/ 27 w 105"/>
                <a:gd name="T3" fmla="*/ 9 h 108"/>
                <a:gd name="T4" fmla="*/ 65 w 105"/>
                <a:gd name="T5" fmla="*/ 13 h 108"/>
                <a:gd name="T6" fmla="*/ 105 w 105"/>
                <a:gd name="T7" fmla="*/ 64 h 108"/>
                <a:gd name="T8" fmla="*/ 49 w 105"/>
                <a:gd name="T9" fmla="*/ 108 h 108"/>
                <a:gd name="T10" fmla="*/ 9 w 105"/>
                <a:gd name="T11" fmla="*/ 57 h 108"/>
                <a:gd name="T12" fmla="*/ 13 w 105"/>
                <a:gd name="T13" fmla="*/ 20 h 108"/>
              </a:gdLst>
              <a:ahLst/>
              <a:cxnLst>
                <a:cxn ang="0">
                  <a:pos x="T0" y="T1"/>
                </a:cxn>
                <a:cxn ang="0">
                  <a:pos x="T2" y="T3"/>
                </a:cxn>
                <a:cxn ang="0">
                  <a:pos x="T4" y="T5"/>
                </a:cxn>
                <a:cxn ang="0">
                  <a:pos x="T6" y="T7"/>
                </a:cxn>
                <a:cxn ang="0">
                  <a:pos x="T8" y="T9"/>
                </a:cxn>
                <a:cxn ang="0">
                  <a:pos x="T10" y="T11"/>
                </a:cxn>
                <a:cxn ang="0">
                  <a:pos x="T12" y="T13"/>
                </a:cxn>
              </a:cxnLst>
              <a:rect l="0" t="0" r="r" b="b"/>
              <a:pathLst>
                <a:path w="105" h="108">
                  <a:moveTo>
                    <a:pt x="13" y="20"/>
                  </a:moveTo>
                  <a:cubicBezTo>
                    <a:pt x="27" y="9"/>
                    <a:pt x="27" y="9"/>
                    <a:pt x="27" y="9"/>
                  </a:cubicBezTo>
                  <a:cubicBezTo>
                    <a:pt x="39" y="0"/>
                    <a:pt x="56" y="2"/>
                    <a:pt x="65" y="13"/>
                  </a:cubicBezTo>
                  <a:cubicBezTo>
                    <a:pt x="105" y="64"/>
                    <a:pt x="105" y="64"/>
                    <a:pt x="105" y="64"/>
                  </a:cubicBezTo>
                  <a:cubicBezTo>
                    <a:pt x="49" y="108"/>
                    <a:pt x="49" y="108"/>
                    <a:pt x="49" y="108"/>
                  </a:cubicBezTo>
                  <a:cubicBezTo>
                    <a:pt x="9" y="57"/>
                    <a:pt x="9" y="57"/>
                    <a:pt x="9" y="57"/>
                  </a:cubicBezTo>
                  <a:cubicBezTo>
                    <a:pt x="0" y="46"/>
                    <a:pt x="2" y="29"/>
                    <a:pt x="13" y="20"/>
                  </a:cubicBez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1800" b="0" i="0" u="none" strike="noStrike" kern="0" cap="none" spc="0" normalizeH="0" baseline="0" noProof="0">
                <a:ln>
                  <a:noFill/>
                </a:ln>
                <a:solidFill>
                  <a:schemeClr val="bg1"/>
                </a:solidFill>
                <a:effectLst/>
                <a:uLnTx/>
                <a:uFillTx/>
                <a:latin typeface="微软雅黑" panose="020B0503020204020204" charset="-122"/>
                <a:ea typeface="Microsoft YaHei UI" panose="020B0503020204020204" charset="-122"/>
              </a:endParaRPr>
            </a:p>
          </p:txBody>
        </p:sp>
        <p:sp>
          <p:nvSpPr>
            <p:cNvPr id="48" name="Freeform 219"/>
            <p:cNvSpPr>
              <a:spLocks noEditPoints="1"/>
            </p:cNvSpPr>
            <p:nvPr/>
          </p:nvSpPr>
          <p:spPr bwMode="auto">
            <a:xfrm>
              <a:off x="4608513" y="6291263"/>
              <a:ext cx="403225" cy="401638"/>
            </a:xfrm>
            <a:custGeom>
              <a:avLst/>
              <a:gdLst>
                <a:gd name="T0" fmla="*/ 445 w 524"/>
                <a:gd name="T1" fmla="*/ 119 h 523"/>
                <a:gd name="T2" fmla="*/ 119 w 524"/>
                <a:gd name="T3" fmla="*/ 79 h 523"/>
                <a:gd name="T4" fmla="*/ 79 w 524"/>
                <a:gd name="T5" fmla="*/ 404 h 523"/>
                <a:gd name="T6" fmla="*/ 405 w 524"/>
                <a:gd name="T7" fmla="*/ 444 h 523"/>
                <a:gd name="T8" fmla="*/ 445 w 524"/>
                <a:gd name="T9" fmla="*/ 119 h 523"/>
                <a:gd name="T10" fmla="*/ 373 w 524"/>
                <a:gd name="T11" fmla="*/ 404 h 523"/>
                <a:gd name="T12" fmla="*/ 119 w 524"/>
                <a:gd name="T13" fmla="*/ 373 h 523"/>
                <a:gd name="T14" fmla="*/ 151 w 524"/>
                <a:gd name="T15" fmla="*/ 119 h 523"/>
                <a:gd name="T16" fmla="*/ 404 w 524"/>
                <a:gd name="T17" fmla="*/ 150 h 523"/>
                <a:gd name="T18" fmla="*/ 373 w 524"/>
                <a:gd name="T19" fmla="*/ 404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4" h="523">
                  <a:moveTo>
                    <a:pt x="445" y="119"/>
                  </a:moveTo>
                  <a:cubicBezTo>
                    <a:pt x="366" y="18"/>
                    <a:pt x="220" y="0"/>
                    <a:pt x="119" y="79"/>
                  </a:cubicBezTo>
                  <a:cubicBezTo>
                    <a:pt x="18" y="157"/>
                    <a:pt x="0" y="303"/>
                    <a:pt x="79" y="404"/>
                  </a:cubicBezTo>
                  <a:cubicBezTo>
                    <a:pt x="158" y="505"/>
                    <a:pt x="304" y="523"/>
                    <a:pt x="405" y="444"/>
                  </a:cubicBezTo>
                  <a:cubicBezTo>
                    <a:pt x="506" y="366"/>
                    <a:pt x="524" y="220"/>
                    <a:pt x="445" y="119"/>
                  </a:cubicBezTo>
                  <a:close/>
                  <a:moveTo>
                    <a:pt x="373" y="404"/>
                  </a:moveTo>
                  <a:cubicBezTo>
                    <a:pt x="294" y="465"/>
                    <a:pt x="181" y="451"/>
                    <a:pt x="119" y="373"/>
                  </a:cubicBezTo>
                  <a:cubicBezTo>
                    <a:pt x="58" y="294"/>
                    <a:pt x="72" y="180"/>
                    <a:pt x="151" y="119"/>
                  </a:cubicBezTo>
                  <a:cubicBezTo>
                    <a:pt x="229" y="58"/>
                    <a:pt x="343" y="72"/>
                    <a:pt x="404" y="150"/>
                  </a:cubicBezTo>
                  <a:cubicBezTo>
                    <a:pt x="466" y="229"/>
                    <a:pt x="452" y="343"/>
                    <a:pt x="373" y="404"/>
                  </a:cubicBez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1800" b="0" i="0" u="none" strike="noStrike" kern="0" cap="none" spc="0" normalizeH="0" baseline="0" noProof="0">
                <a:ln>
                  <a:noFill/>
                </a:ln>
                <a:solidFill>
                  <a:schemeClr val="bg1"/>
                </a:solidFill>
                <a:effectLst/>
                <a:uLnTx/>
                <a:uFillTx/>
                <a:latin typeface="微软雅黑" panose="020B0503020204020204" charset="-122"/>
                <a:ea typeface="Microsoft YaHei UI" panose="020B0503020204020204" charset="-122"/>
              </a:endParaRPr>
            </a:p>
          </p:txBody>
        </p:sp>
        <p:sp>
          <p:nvSpPr>
            <p:cNvPr id="49" name="Freeform 220"/>
            <p:cNvSpPr/>
            <p:nvPr/>
          </p:nvSpPr>
          <p:spPr bwMode="auto">
            <a:xfrm>
              <a:off x="4957763" y="6691313"/>
              <a:ext cx="71438" cy="71438"/>
            </a:xfrm>
            <a:custGeom>
              <a:avLst/>
              <a:gdLst>
                <a:gd name="T0" fmla="*/ 78 w 92"/>
                <a:gd name="T1" fmla="*/ 72 h 92"/>
                <a:gd name="T2" fmla="*/ 64 w 92"/>
                <a:gd name="T3" fmla="*/ 83 h 92"/>
                <a:gd name="T4" fmla="*/ 27 w 92"/>
                <a:gd name="T5" fmla="*/ 78 h 92"/>
                <a:gd name="T6" fmla="*/ 0 w 92"/>
                <a:gd name="T7" fmla="*/ 44 h 92"/>
                <a:gd name="T8" fmla="*/ 56 w 92"/>
                <a:gd name="T9" fmla="*/ 0 h 92"/>
                <a:gd name="T10" fmla="*/ 83 w 92"/>
                <a:gd name="T11" fmla="*/ 34 h 92"/>
                <a:gd name="T12" fmla="*/ 78 w 92"/>
                <a:gd name="T13" fmla="*/ 72 h 92"/>
              </a:gdLst>
              <a:ahLst/>
              <a:cxnLst>
                <a:cxn ang="0">
                  <a:pos x="T0" y="T1"/>
                </a:cxn>
                <a:cxn ang="0">
                  <a:pos x="T2" y="T3"/>
                </a:cxn>
                <a:cxn ang="0">
                  <a:pos x="T4" y="T5"/>
                </a:cxn>
                <a:cxn ang="0">
                  <a:pos x="T6" y="T7"/>
                </a:cxn>
                <a:cxn ang="0">
                  <a:pos x="T8" y="T9"/>
                </a:cxn>
                <a:cxn ang="0">
                  <a:pos x="T10" y="T11"/>
                </a:cxn>
                <a:cxn ang="0">
                  <a:pos x="T12" y="T13"/>
                </a:cxn>
              </a:cxnLst>
              <a:rect l="0" t="0" r="r" b="b"/>
              <a:pathLst>
                <a:path w="92" h="92">
                  <a:moveTo>
                    <a:pt x="78" y="72"/>
                  </a:moveTo>
                  <a:cubicBezTo>
                    <a:pt x="64" y="83"/>
                    <a:pt x="64" y="83"/>
                    <a:pt x="64" y="83"/>
                  </a:cubicBezTo>
                  <a:cubicBezTo>
                    <a:pt x="53" y="92"/>
                    <a:pt x="36" y="90"/>
                    <a:pt x="27" y="78"/>
                  </a:cubicBezTo>
                  <a:cubicBezTo>
                    <a:pt x="0" y="44"/>
                    <a:pt x="0" y="44"/>
                    <a:pt x="0" y="44"/>
                  </a:cubicBezTo>
                  <a:cubicBezTo>
                    <a:pt x="56" y="0"/>
                    <a:pt x="56" y="0"/>
                    <a:pt x="56" y="0"/>
                  </a:cubicBezTo>
                  <a:cubicBezTo>
                    <a:pt x="83" y="34"/>
                    <a:pt x="83" y="34"/>
                    <a:pt x="83" y="34"/>
                  </a:cubicBezTo>
                  <a:cubicBezTo>
                    <a:pt x="92" y="46"/>
                    <a:pt x="90" y="63"/>
                    <a:pt x="78" y="72"/>
                  </a:cubicBez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1800" b="0" i="0" u="none" strike="noStrike" kern="0" cap="none" spc="0" normalizeH="0" baseline="0" noProof="0">
                <a:ln>
                  <a:noFill/>
                </a:ln>
                <a:solidFill>
                  <a:schemeClr val="bg1"/>
                </a:solidFill>
                <a:effectLst/>
                <a:uLnTx/>
                <a:uFillTx/>
                <a:latin typeface="微软雅黑" panose="020B0503020204020204" charset="-122"/>
                <a:ea typeface="Microsoft YaHei UI" panose="020B0503020204020204" charset="-122"/>
              </a:endParaRPr>
            </a:p>
          </p:txBody>
        </p:sp>
      </p:grpSp>
      <p:grpSp>
        <p:nvGrpSpPr>
          <p:cNvPr id="50" name="Group 268"/>
          <p:cNvGrpSpPr/>
          <p:nvPr/>
        </p:nvGrpSpPr>
        <p:grpSpPr>
          <a:xfrm>
            <a:off x="4042212" y="3606884"/>
            <a:ext cx="335578" cy="541028"/>
            <a:chOff x="3824288" y="5486400"/>
            <a:chExt cx="307975" cy="488950"/>
          </a:xfrm>
          <a:solidFill>
            <a:schemeClr val="bg1"/>
          </a:solidFill>
        </p:grpSpPr>
        <p:sp>
          <p:nvSpPr>
            <p:cNvPr id="51" name="Freeform 248"/>
            <p:cNvSpPr>
              <a:spLocks noEditPoints="1"/>
            </p:cNvSpPr>
            <p:nvPr/>
          </p:nvSpPr>
          <p:spPr bwMode="auto">
            <a:xfrm>
              <a:off x="3824288" y="5486400"/>
              <a:ext cx="307975" cy="338138"/>
            </a:xfrm>
            <a:custGeom>
              <a:avLst/>
              <a:gdLst>
                <a:gd name="T0" fmla="*/ 227 w 401"/>
                <a:gd name="T1" fmla="*/ 250 h 440"/>
                <a:gd name="T2" fmla="*/ 215 w 401"/>
                <a:gd name="T3" fmla="*/ 251 h 440"/>
                <a:gd name="T4" fmla="*/ 224 w 401"/>
                <a:gd name="T5" fmla="*/ 283 h 440"/>
                <a:gd name="T6" fmla="*/ 200 w 401"/>
                <a:gd name="T7" fmla="*/ 329 h 440"/>
                <a:gd name="T8" fmla="*/ 175 w 401"/>
                <a:gd name="T9" fmla="*/ 283 h 440"/>
                <a:gd name="T10" fmla="*/ 187 w 401"/>
                <a:gd name="T11" fmla="*/ 251 h 440"/>
                <a:gd name="T12" fmla="*/ 181 w 401"/>
                <a:gd name="T13" fmla="*/ 250 h 440"/>
                <a:gd name="T14" fmla="*/ 148 w 401"/>
                <a:gd name="T15" fmla="*/ 283 h 440"/>
                <a:gd name="T16" fmla="*/ 148 w 401"/>
                <a:gd name="T17" fmla="*/ 440 h 440"/>
                <a:gd name="T18" fmla="*/ 254 w 401"/>
                <a:gd name="T19" fmla="*/ 440 h 440"/>
                <a:gd name="T20" fmla="*/ 254 w 401"/>
                <a:gd name="T21" fmla="*/ 280 h 440"/>
                <a:gd name="T22" fmla="*/ 227 w 401"/>
                <a:gd name="T23" fmla="*/ 250 h 440"/>
                <a:gd name="T24" fmla="*/ 401 w 401"/>
                <a:gd name="T25" fmla="*/ 201 h 440"/>
                <a:gd name="T26" fmla="*/ 200 w 401"/>
                <a:gd name="T27" fmla="*/ 0 h 440"/>
                <a:gd name="T28" fmla="*/ 0 w 401"/>
                <a:gd name="T29" fmla="*/ 201 h 440"/>
                <a:gd name="T30" fmla="*/ 0 w 401"/>
                <a:gd name="T31" fmla="*/ 211 h 440"/>
                <a:gd name="T32" fmla="*/ 0 w 401"/>
                <a:gd name="T33" fmla="*/ 220 h 440"/>
                <a:gd name="T34" fmla="*/ 84 w 401"/>
                <a:gd name="T35" fmla="*/ 375 h 440"/>
                <a:gd name="T36" fmla="*/ 113 w 401"/>
                <a:gd name="T37" fmla="*/ 440 h 440"/>
                <a:gd name="T38" fmla="*/ 113 w 401"/>
                <a:gd name="T39" fmla="*/ 440 h 440"/>
                <a:gd name="T40" fmla="*/ 131 w 401"/>
                <a:gd name="T41" fmla="*/ 440 h 440"/>
                <a:gd name="T42" fmla="*/ 131 w 401"/>
                <a:gd name="T43" fmla="*/ 283 h 440"/>
                <a:gd name="T44" fmla="*/ 181 w 401"/>
                <a:gd name="T45" fmla="*/ 234 h 440"/>
                <a:gd name="T46" fmla="*/ 202 w 401"/>
                <a:gd name="T47" fmla="*/ 239 h 440"/>
                <a:gd name="T48" fmla="*/ 227 w 401"/>
                <a:gd name="T49" fmla="*/ 233 h 440"/>
                <a:gd name="T50" fmla="*/ 271 w 401"/>
                <a:gd name="T51" fmla="*/ 280 h 440"/>
                <a:gd name="T52" fmla="*/ 271 w 401"/>
                <a:gd name="T53" fmla="*/ 440 h 440"/>
                <a:gd name="T54" fmla="*/ 288 w 401"/>
                <a:gd name="T55" fmla="*/ 440 h 440"/>
                <a:gd name="T56" fmla="*/ 288 w 401"/>
                <a:gd name="T57" fmla="*/ 440 h 440"/>
                <a:gd name="T58" fmla="*/ 317 w 401"/>
                <a:gd name="T59" fmla="*/ 375 h 440"/>
                <a:gd name="T60" fmla="*/ 401 w 401"/>
                <a:gd name="T61" fmla="*/ 220 h 440"/>
                <a:gd name="T62" fmla="*/ 401 w 401"/>
                <a:gd name="T63" fmla="*/ 211 h 440"/>
                <a:gd name="T64" fmla="*/ 401 w 401"/>
                <a:gd name="T65" fmla="*/ 201 h 440"/>
                <a:gd name="T66" fmla="*/ 208 w 401"/>
                <a:gd name="T67" fmla="*/ 283 h 440"/>
                <a:gd name="T68" fmla="*/ 201 w 401"/>
                <a:gd name="T69" fmla="*/ 260 h 440"/>
                <a:gd name="T70" fmla="*/ 192 w 401"/>
                <a:gd name="T71" fmla="*/ 283 h 440"/>
                <a:gd name="T72" fmla="*/ 200 w 401"/>
                <a:gd name="T73" fmla="*/ 313 h 440"/>
                <a:gd name="T74" fmla="*/ 208 w 401"/>
                <a:gd name="T75" fmla="*/ 283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01" h="440">
                  <a:moveTo>
                    <a:pt x="227" y="250"/>
                  </a:moveTo>
                  <a:cubicBezTo>
                    <a:pt x="223" y="250"/>
                    <a:pt x="219" y="250"/>
                    <a:pt x="215" y="251"/>
                  </a:cubicBezTo>
                  <a:cubicBezTo>
                    <a:pt x="221" y="260"/>
                    <a:pt x="224" y="270"/>
                    <a:pt x="224" y="283"/>
                  </a:cubicBezTo>
                  <a:cubicBezTo>
                    <a:pt x="224" y="317"/>
                    <a:pt x="211" y="329"/>
                    <a:pt x="200" y="329"/>
                  </a:cubicBezTo>
                  <a:cubicBezTo>
                    <a:pt x="188" y="329"/>
                    <a:pt x="175" y="315"/>
                    <a:pt x="175" y="283"/>
                  </a:cubicBezTo>
                  <a:cubicBezTo>
                    <a:pt x="175" y="270"/>
                    <a:pt x="180" y="259"/>
                    <a:pt x="187" y="251"/>
                  </a:cubicBezTo>
                  <a:cubicBezTo>
                    <a:pt x="185" y="250"/>
                    <a:pt x="183" y="250"/>
                    <a:pt x="181" y="250"/>
                  </a:cubicBezTo>
                  <a:cubicBezTo>
                    <a:pt x="165" y="250"/>
                    <a:pt x="148" y="262"/>
                    <a:pt x="148" y="283"/>
                  </a:cubicBezTo>
                  <a:cubicBezTo>
                    <a:pt x="148" y="440"/>
                    <a:pt x="148" y="440"/>
                    <a:pt x="148" y="440"/>
                  </a:cubicBezTo>
                  <a:cubicBezTo>
                    <a:pt x="254" y="440"/>
                    <a:pt x="254" y="440"/>
                    <a:pt x="254" y="440"/>
                  </a:cubicBezTo>
                  <a:cubicBezTo>
                    <a:pt x="254" y="280"/>
                    <a:pt x="254" y="280"/>
                    <a:pt x="254" y="280"/>
                  </a:cubicBezTo>
                  <a:cubicBezTo>
                    <a:pt x="254" y="252"/>
                    <a:pt x="233" y="250"/>
                    <a:pt x="227" y="250"/>
                  </a:cubicBezTo>
                  <a:close/>
                  <a:moveTo>
                    <a:pt x="401" y="201"/>
                  </a:moveTo>
                  <a:cubicBezTo>
                    <a:pt x="401" y="90"/>
                    <a:pt x="311" y="0"/>
                    <a:pt x="200" y="0"/>
                  </a:cubicBezTo>
                  <a:cubicBezTo>
                    <a:pt x="89" y="0"/>
                    <a:pt x="0" y="90"/>
                    <a:pt x="0" y="201"/>
                  </a:cubicBezTo>
                  <a:cubicBezTo>
                    <a:pt x="0" y="204"/>
                    <a:pt x="0" y="208"/>
                    <a:pt x="0" y="211"/>
                  </a:cubicBezTo>
                  <a:cubicBezTo>
                    <a:pt x="0" y="214"/>
                    <a:pt x="0" y="217"/>
                    <a:pt x="0" y="220"/>
                  </a:cubicBezTo>
                  <a:cubicBezTo>
                    <a:pt x="0" y="300"/>
                    <a:pt x="84" y="375"/>
                    <a:pt x="84" y="375"/>
                  </a:cubicBezTo>
                  <a:cubicBezTo>
                    <a:pt x="100" y="390"/>
                    <a:pt x="113" y="419"/>
                    <a:pt x="113" y="440"/>
                  </a:cubicBezTo>
                  <a:cubicBezTo>
                    <a:pt x="113" y="440"/>
                    <a:pt x="113" y="440"/>
                    <a:pt x="113" y="440"/>
                  </a:cubicBezTo>
                  <a:cubicBezTo>
                    <a:pt x="131" y="440"/>
                    <a:pt x="131" y="440"/>
                    <a:pt x="131" y="440"/>
                  </a:cubicBezTo>
                  <a:cubicBezTo>
                    <a:pt x="131" y="283"/>
                    <a:pt x="131" y="283"/>
                    <a:pt x="131" y="283"/>
                  </a:cubicBezTo>
                  <a:cubicBezTo>
                    <a:pt x="131" y="252"/>
                    <a:pt x="156" y="234"/>
                    <a:pt x="181" y="234"/>
                  </a:cubicBezTo>
                  <a:cubicBezTo>
                    <a:pt x="189" y="234"/>
                    <a:pt x="196" y="236"/>
                    <a:pt x="202" y="239"/>
                  </a:cubicBezTo>
                  <a:cubicBezTo>
                    <a:pt x="210" y="235"/>
                    <a:pt x="218" y="233"/>
                    <a:pt x="227" y="233"/>
                  </a:cubicBezTo>
                  <a:cubicBezTo>
                    <a:pt x="249" y="233"/>
                    <a:pt x="271" y="248"/>
                    <a:pt x="271" y="280"/>
                  </a:cubicBezTo>
                  <a:cubicBezTo>
                    <a:pt x="271" y="440"/>
                    <a:pt x="271" y="440"/>
                    <a:pt x="271" y="440"/>
                  </a:cubicBezTo>
                  <a:cubicBezTo>
                    <a:pt x="288" y="440"/>
                    <a:pt x="288" y="440"/>
                    <a:pt x="288" y="440"/>
                  </a:cubicBezTo>
                  <a:cubicBezTo>
                    <a:pt x="288" y="440"/>
                    <a:pt x="288" y="440"/>
                    <a:pt x="288" y="440"/>
                  </a:cubicBezTo>
                  <a:cubicBezTo>
                    <a:pt x="288" y="419"/>
                    <a:pt x="301" y="390"/>
                    <a:pt x="317" y="375"/>
                  </a:cubicBezTo>
                  <a:cubicBezTo>
                    <a:pt x="317" y="375"/>
                    <a:pt x="401" y="300"/>
                    <a:pt x="401" y="220"/>
                  </a:cubicBezTo>
                  <a:cubicBezTo>
                    <a:pt x="401" y="217"/>
                    <a:pt x="401" y="214"/>
                    <a:pt x="401" y="211"/>
                  </a:cubicBezTo>
                  <a:cubicBezTo>
                    <a:pt x="401" y="208"/>
                    <a:pt x="401" y="204"/>
                    <a:pt x="401" y="201"/>
                  </a:cubicBezTo>
                  <a:close/>
                  <a:moveTo>
                    <a:pt x="208" y="283"/>
                  </a:moveTo>
                  <a:cubicBezTo>
                    <a:pt x="208" y="272"/>
                    <a:pt x="205" y="265"/>
                    <a:pt x="201" y="260"/>
                  </a:cubicBezTo>
                  <a:cubicBezTo>
                    <a:pt x="195" y="265"/>
                    <a:pt x="192" y="273"/>
                    <a:pt x="192" y="283"/>
                  </a:cubicBezTo>
                  <a:cubicBezTo>
                    <a:pt x="192" y="304"/>
                    <a:pt x="198" y="312"/>
                    <a:pt x="200" y="313"/>
                  </a:cubicBezTo>
                  <a:cubicBezTo>
                    <a:pt x="201" y="312"/>
                    <a:pt x="208" y="306"/>
                    <a:pt x="208" y="283"/>
                  </a:cubicBez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1800" b="0" i="0" u="none" strike="noStrike" kern="0" cap="none" spc="0" normalizeH="0" baseline="0" noProof="0">
                <a:ln>
                  <a:noFill/>
                </a:ln>
                <a:solidFill>
                  <a:schemeClr val="bg1"/>
                </a:solidFill>
                <a:effectLst/>
                <a:uLnTx/>
                <a:uFillTx/>
                <a:latin typeface="微软雅黑" panose="020B0503020204020204" charset="-122"/>
                <a:ea typeface="Microsoft YaHei UI" panose="020B0503020204020204" charset="-122"/>
              </a:endParaRPr>
            </a:p>
          </p:txBody>
        </p:sp>
        <p:sp>
          <p:nvSpPr>
            <p:cNvPr id="52" name="Freeform 249"/>
            <p:cNvSpPr/>
            <p:nvPr/>
          </p:nvSpPr>
          <p:spPr bwMode="auto">
            <a:xfrm>
              <a:off x="3917950" y="5843588"/>
              <a:ext cx="119063" cy="25400"/>
            </a:xfrm>
            <a:custGeom>
              <a:avLst/>
              <a:gdLst>
                <a:gd name="T0" fmla="*/ 145 w 154"/>
                <a:gd name="T1" fmla="*/ 33 h 33"/>
                <a:gd name="T2" fmla="*/ 154 w 154"/>
                <a:gd name="T3" fmla="*/ 23 h 33"/>
                <a:gd name="T4" fmla="*/ 154 w 154"/>
                <a:gd name="T5" fmla="*/ 10 h 33"/>
                <a:gd name="T6" fmla="*/ 145 w 154"/>
                <a:gd name="T7" fmla="*/ 0 h 33"/>
                <a:gd name="T8" fmla="*/ 9 w 154"/>
                <a:gd name="T9" fmla="*/ 0 h 33"/>
                <a:gd name="T10" fmla="*/ 0 w 154"/>
                <a:gd name="T11" fmla="*/ 10 h 33"/>
                <a:gd name="T12" fmla="*/ 0 w 154"/>
                <a:gd name="T13" fmla="*/ 23 h 33"/>
                <a:gd name="T14" fmla="*/ 9 w 154"/>
                <a:gd name="T15" fmla="*/ 33 h 33"/>
                <a:gd name="T16" fmla="*/ 145 w 154"/>
                <a:gd name="T1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4" h="33">
                  <a:moveTo>
                    <a:pt x="145" y="33"/>
                  </a:moveTo>
                  <a:cubicBezTo>
                    <a:pt x="150" y="33"/>
                    <a:pt x="154" y="28"/>
                    <a:pt x="154" y="23"/>
                  </a:cubicBezTo>
                  <a:cubicBezTo>
                    <a:pt x="154" y="10"/>
                    <a:pt x="154" y="10"/>
                    <a:pt x="154" y="10"/>
                  </a:cubicBezTo>
                  <a:cubicBezTo>
                    <a:pt x="154" y="4"/>
                    <a:pt x="150" y="0"/>
                    <a:pt x="145" y="0"/>
                  </a:cubicBezTo>
                  <a:cubicBezTo>
                    <a:pt x="9" y="0"/>
                    <a:pt x="9" y="0"/>
                    <a:pt x="9" y="0"/>
                  </a:cubicBezTo>
                  <a:cubicBezTo>
                    <a:pt x="4" y="0"/>
                    <a:pt x="0" y="4"/>
                    <a:pt x="0" y="10"/>
                  </a:cubicBezTo>
                  <a:cubicBezTo>
                    <a:pt x="0" y="23"/>
                    <a:pt x="0" y="23"/>
                    <a:pt x="0" y="23"/>
                  </a:cubicBezTo>
                  <a:cubicBezTo>
                    <a:pt x="0" y="28"/>
                    <a:pt x="4" y="33"/>
                    <a:pt x="9" y="33"/>
                  </a:cubicBezTo>
                  <a:lnTo>
                    <a:pt x="145" y="33"/>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1800" b="0" i="0" u="none" strike="noStrike" kern="0" cap="none" spc="0" normalizeH="0" baseline="0" noProof="0">
                <a:ln>
                  <a:noFill/>
                </a:ln>
                <a:solidFill>
                  <a:schemeClr val="bg1"/>
                </a:solidFill>
                <a:effectLst/>
                <a:uLnTx/>
                <a:uFillTx/>
                <a:latin typeface="微软雅黑" panose="020B0503020204020204" charset="-122"/>
                <a:ea typeface="Microsoft YaHei UI" panose="020B0503020204020204" charset="-122"/>
              </a:endParaRPr>
            </a:p>
          </p:txBody>
        </p:sp>
        <p:sp>
          <p:nvSpPr>
            <p:cNvPr id="53" name="Freeform 250"/>
            <p:cNvSpPr/>
            <p:nvPr/>
          </p:nvSpPr>
          <p:spPr bwMode="auto">
            <a:xfrm>
              <a:off x="3917950" y="5880100"/>
              <a:ext cx="119063" cy="25400"/>
            </a:xfrm>
            <a:custGeom>
              <a:avLst/>
              <a:gdLst>
                <a:gd name="T0" fmla="*/ 145 w 154"/>
                <a:gd name="T1" fmla="*/ 33 h 33"/>
                <a:gd name="T2" fmla="*/ 154 w 154"/>
                <a:gd name="T3" fmla="*/ 23 h 33"/>
                <a:gd name="T4" fmla="*/ 154 w 154"/>
                <a:gd name="T5" fmla="*/ 10 h 33"/>
                <a:gd name="T6" fmla="*/ 145 w 154"/>
                <a:gd name="T7" fmla="*/ 0 h 33"/>
                <a:gd name="T8" fmla="*/ 9 w 154"/>
                <a:gd name="T9" fmla="*/ 0 h 33"/>
                <a:gd name="T10" fmla="*/ 0 w 154"/>
                <a:gd name="T11" fmla="*/ 10 h 33"/>
                <a:gd name="T12" fmla="*/ 0 w 154"/>
                <a:gd name="T13" fmla="*/ 23 h 33"/>
                <a:gd name="T14" fmla="*/ 9 w 154"/>
                <a:gd name="T15" fmla="*/ 33 h 33"/>
                <a:gd name="T16" fmla="*/ 145 w 154"/>
                <a:gd name="T1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4" h="33">
                  <a:moveTo>
                    <a:pt x="145" y="33"/>
                  </a:moveTo>
                  <a:cubicBezTo>
                    <a:pt x="150" y="33"/>
                    <a:pt x="154" y="29"/>
                    <a:pt x="154" y="23"/>
                  </a:cubicBezTo>
                  <a:cubicBezTo>
                    <a:pt x="154" y="10"/>
                    <a:pt x="154" y="10"/>
                    <a:pt x="154" y="10"/>
                  </a:cubicBezTo>
                  <a:cubicBezTo>
                    <a:pt x="154" y="5"/>
                    <a:pt x="150" y="0"/>
                    <a:pt x="145" y="0"/>
                  </a:cubicBezTo>
                  <a:cubicBezTo>
                    <a:pt x="9" y="0"/>
                    <a:pt x="9" y="0"/>
                    <a:pt x="9" y="0"/>
                  </a:cubicBezTo>
                  <a:cubicBezTo>
                    <a:pt x="4" y="0"/>
                    <a:pt x="0" y="5"/>
                    <a:pt x="0" y="10"/>
                  </a:cubicBezTo>
                  <a:cubicBezTo>
                    <a:pt x="0" y="23"/>
                    <a:pt x="0" y="23"/>
                    <a:pt x="0" y="23"/>
                  </a:cubicBezTo>
                  <a:cubicBezTo>
                    <a:pt x="0" y="29"/>
                    <a:pt x="4" y="33"/>
                    <a:pt x="9" y="33"/>
                  </a:cubicBezTo>
                  <a:lnTo>
                    <a:pt x="145" y="33"/>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1800" b="0" i="0" u="none" strike="noStrike" kern="0" cap="none" spc="0" normalizeH="0" baseline="0" noProof="0">
                <a:ln>
                  <a:noFill/>
                </a:ln>
                <a:solidFill>
                  <a:schemeClr val="bg1"/>
                </a:solidFill>
                <a:effectLst/>
                <a:uLnTx/>
                <a:uFillTx/>
                <a:latin typeface="微软雅黑" panose="020B0503020204020204" charset="-122"/>
                <a:ea typeface="Microsoft YaHei UI" panose="020B0503020204020204" charset="-122"/>
              </a:endParaRPr>
            </a:p>
          </p:txBody>
        </p:sp>
        <p:sp>
          <p:nvSpPr>
            <p:cNvPr id="54" name="Freeform 251"/>
            <p:cNvSpPr/>
            <p:nvPr/>
          </p:nvSpPr>
          <p:spPr bwMode="auto">
            <a:xfrm>
              <a:off x="3917950" y="5916613"/>
              <a:ext cx="119063" cy="25400"/>
            </a:xfrm>
            <a:custGeom>
              <a:avLst/>
              <a:gdLst>
                <a:gd name="T0" fmla="*/ 145 w 154"/>
                <a:gd name="T1" fmla="*/ 33 h 33"/>
                <a:gd name="T2" fmla="*/ 154 w 154"/>
                <a:gd name="T3" fmla="*/ 23 h 33"/>
                <a:gd name="T4" fmla="*/ 154 w 154"/>
                <a:gd name="T5" fmla="*/ 10 h 33"/>
                <a:gd name="T6" fmla="*/ 145 w 154"/>
                <a:gd name="T7" fmla="*/ 0 h 33"/>
                <a:gd name="T8" fmla="*/ 9 w 154"/>
                <a:gd name="T9" fmla="*/ 0 h 33"/>
                <a:gd name="T10" fmla="*/ 0 w 154"/>
                <a:gd name="T11" fmla="*/ 10 h 33"/>
                <a:gd name="T12" fmla="*/ 0 w 154"/>
                <a:gd name="T13" fmla="*/ 23 h 33"/>
                <a:gd name="T14" fmla="*/ 9 w 154"/>
                <a:gd name="T15" fmla="*/ 33 h 33"/>
                <a:gd name="T16" fmla="*/ 145 w 154"/>
                <a:gd name="T1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4" h="33">
                  <a:moveTo>
                    <a:pt x="145" y="33"/>
                  </a:moveTo>
                  <a:cubicBezTo>
                    <a:pt x="150" y="33"/>
                    <a:pt x="154" y="28"/>
                    <a:pt x="154" y="23"/>
                  </a:cubicBezTo>
                  <a:cubicBezTo>
                    <a:pt x="154" y="10"/>
                    <a:pt x="154" y="10"/>
                    <a:pt x="154" y="10"/>
                  </a:cubicBezTo>
                  <a:cubicBezTo>
                    <a:pt x="154" y="4"/>
                    <a:pt x="150" y="0"/>
                    <a:pt x="145" y="0"/>
                  </a:cubicBezTo>
                  <a:cubicBezTo>
                    <a:pt x="9" y="0"/>
                    <a:pt x="9" y="0"/>
                    <a:pt x="9" y="0"/>
                  </a:cubicBezTo>
                  <a:cubicBezTo>
                    <a:pt x="4" y="0"/>
                    <a:pt x="0" y="4"/>
                    <a:pt x="0" y="10"/>
                  </a:cubicBezTo>
                  <a:cubicBezTo>
                    <a:pt x="0" y="23"/>
                    <a:pt x="0" y="23"/>
                    <a:pt x="0" y="23"/>
                  </a:cubicBezTo>
                  <a:cubicBezTo>
                    <a:pt x="0" y="28"/>
                    <a:pt x="4" y="33"/>
                    <a:pt x="9" y="33"/>
                  </a:cubicBezTo>
                  <a:lnTo>
                    <a:pt x="145" y="33"/>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1800" b="0" i="0" u="none" strike="noStrike" kern="0" cap="none" spc="0" normalizeH="0" baseline="0" noProof="0">
                <a:ln>
                  <a:noFill/>
                </a:ln>
                <a:solidFill>
                  <a:schemeClr val="bg1"/>
                </a:solidFill>
                <a:effectLst/>
                <a:uLnTx/>
                <a:uFillTx/>
                <a:latin typeface="微软雅黑" panose="020B0503020204020204" charset="-122"/>
                <a:ea typeface="Microsoft YaHei UI" panose="020B0503020204020204" charset="-122"/>
              </a:endParaRPr>
            </a:p>
          </p:txBody>
        </p:sp>
        <p:sp>
          <p:nvSpPr>
            <p:cNvPr id="55" name="Freeform 252"/>
            <p:cNvSpPr/>
            <p:nvPr/>
          </p:nvSpPr>
          <p:spPr bwMode="auto">
            <a:xfrm>
              <a:off x="3943350" y="5953125"/>
              <a:ext cx="68263" cy="22225"/>
            </a:xfrm>
            <a:custGeom>
              <a:avLst/>
              <a:gdLst>
                <a:gd name="T0" fmla="*/ 0 w 90"/>
                <a:gd name="T1" fmla="*/ 0 h 29"/>
                <a:gd name="T2" fmla="*/ 45 w 90"/>
                <a:gd name="T3" fmla="*/ 29 h 29"/>
                <a:gd name="T4" fmla="*/ 90 w 90"/>
                <a:gd name="T5" fmla="*/ 0 h 29"/>
                <a:gd name="T6" fmla="*/ 0 w 90"/>
                <a:gd name="T7" fmla="*/ 0 h 29"/>
              </a:gdLst>
              <a:ahLst/>
              <a:cxnLst>
                <a:cxn ang="0">
                  <a:pos x="T0" y="T1"/>
                </a:cxn>
                <a:cxn ang="0">
                  <a:pos x="T2" y="T3"/>
                </a:cxn>
                <a:cxn ang="0">
                  <a:pos x="T4" y="T5"/>
                </a:cxn>
                <a:cxn ang="0">
                  <a:pos x="T6" y="T7"/>
                </a:cxn>
              </a:cxnLst>
              <a:rect l="0" t="0" r="r" b="b"/>
              <a:pathLst>
                <a:path w="90" h="29">
                  <a:moveTo>
                    <a:pt x="0" y="0"/>
                  </a:moveTo>
                  <a:cubicBezTo>
                    <a:pt x="9" y="17"/>
                    <a:pt x="26" y="29"/>
                    <a:pt x="45" y="29"/>
                  </a:cubicBezTo>
                  <a:cubicBezTo>
                    <a:pt x="65" y="29"/>
                    <a:pt x="82" y="17"/>
                    <a:pt x="90" y="0"/>
                  </a:cubicBezTo>
                  <a:lnTo>
                    <a:pt x="0" y="0"/>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1800" b="0" i="0" u="none" strike="noStrike" kern="0" cap="none" spc="0" normalizeH="0" baseline="0" noProof="0">
                <a:ln>
                  <a:noFill/>
                </a:ln>
                <a:solidFill>
                  <a:schemeClr val="bg1"/>
                </a:solidFill>
                <a:effectLst/>
                <a:uLnTx/>
                <a:uFillTx/>
                <a:latin typeface="微软雅黑" panose="020B0503020204020204" charset="-122"/>
                <a:ea typeface="Microsoft YaHei UI" panose="020B0503020204020204" charset="-122"/>
              </a:endParaRPr>
            </a:p>
          </p:txBody>
        </p:sp>
      </p:grpSp>
      <p:sp>
        <p:nvSpPr>
          <p:cNvPr id="56" name="TextBox 16"/>
          <p:cNvSpPr txBox="1"/>
          <p:nvPr/>
        </p:nvSpPr>
        <p:spPr>
          <a:xfrm>
            <a:off x="1261614" y="4858132"/>
            <a:ext cx="2236981" cy="400110"/>
          </a:xfrm>
          <a:prstGeom prst="rect">
            <a:avLst/>
          </a:prstGeom>
        </p:spPr>
        <p:txBody>
          <a:bodyPr vert="horz" wrap="square" lIns="91440" tIns="45720" rIns="91440" bIns="45720" rtlCol="0">
            <a:spAutoFit/>
          </a:bodyPr>
          <a:lstStyle>
            <a:defPPr>
              <a:defRPr lang="zh-CN"/>
            </a:defPPr>
            <a:lvl1pPr lvl="0" indent="0" algn="ctr">
              <a:spcBef>
                <a:spcPts val="0"/>
              </a:spcBef>
              <a:buFont typeface="Arial" pitchFamily="34" charset="0"/>
              <a:buNone/>
              <a:defRPr>
                <a:solidFill>
                  <a:prstClr val="black">
                    <a:lumMod val="85000"/>
                    <a:lumOff val="15000"/>
                  </a:prstClr>
                </a:solidFill>
                <a:latin typeface="思源黑体 Light" panose="020B0300000000000000" pitchFamily="34" charset="-122"/>
                <a:ea typeface="思源黑体 Light" panose="020B0300000000000000" pitchFamily="34" charset="-122"/>
              </a:defRPr>
            </a:lvl1pPr>
            <a:lvl2pPr marL="742950" indent="-285750">
              <a:spcBef>
                <a:spcPct val="20000"/>
              </a:spcBef>
              <a:buFont typeface="Arial" pitchFamily="34" charset="0"/>
              <a:buChar char="–"/>
              <a:defRPr sz="1200">
                <a:solidFill>
                  <a:schemeClr val="bg1">
                    <a:lumMod val="65000"/>
                  </a:schemeClr>
                </a:solidFill>
              </a:defRPr>
            </a:lvl2pPr>
            <a:lvl3pPr marL="1143000" indent="-228600">
              <a:spcBef>
                <a:spcPct val="20000"/>
              </a:spcBef>
              <a:buFont typeface="Arial" pitchFamily="34" charset="0"/>
              <a:buChar char="•"/>
              <a:defRPr sz="1100">
                <a:solidFill>
                  <a:schemeClr val="bg1">
                    <a:lumMod val="65000"/>
                  </a:schemeClr>
                </a:solidFill>
              </a:defRPr>
            </a:lvl3pPr>
            <a:lvl4pPr marL="1600200" indent="-228600">
              <a:spcBef>
                <a:spcPct val="20000"/>
              </a:spcBef>
              <a:buFont typeface="Arial" pitchFamily="34" charset="0"/>
              <a:buChar char="–"/>
              <a:defRPr sz="1050">
                <a:solidFill>
                  <a:schemeClr val="bg1">
                    <a:lumMod val="65000"/>
                  </a:schemeClr>
                </a:solidFill>
              </a:defRPr>
            </a:lvl4pPr>
            <a:lvl5pPr marL="2057400" indent="-228600">
              <a:spcBef>
                <a:spcPct val="20000"/>
              </a:spcBef>
              <a:buFont typeface="Arial" pitchFamily="34" charset="0"/>
              <a:buChar char="»"/>
              <a:defRPr sz="1050">
                <a:solidFill>
                  <a:schemeClr val="bg1">
                    <a:lumMod val="65000"/>
                  </a:schemeClr>
                </a:solidFill>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zh-CN" altLang="en-US" sz="2000" b="1" dirty="0">
                <a:solidFill>
                  <a:srgbClr val="044BC9"/>
                </a:solidFill>
              </a:rPr>
              <a:t>请添加标题</a:t>
            </a:r>
            <a:endParaRPr lang="id-ID" sz="2000" b="1" dirty="0">
              <a:solidFill>
                <a:srgbClr val="044BC9"/>
              </a:solidFill>
            </a:endParaRPr>
          </a:p>
        </p:txBody>
      </p:sp>
      <p:sp>
        <p:nvSpPr>
          <p:cNvPr id="57" name="TextBox 16"/>
          <p:cNvSpPr txBox="1"/>
          <p:nvPr/>
        </p:nvSpPr>
        <p:spPr>
          <a:xfrm>
            <a:off x="4904075" y="4858132"/>
            <a:ext cx="2236981" cy="400110"/>
          </a:xfrm>
          <a:prstGeom prst="rect">
            <a:avLst/>
          </a:prstGeom>
        </p:spPr>
        <p:txBody>
          <a:bodyPr vert="horz" wrap="square" lIns="91440" tIns="45720" rIns="91440" bIns="45720" rtlCol="0">
            <a:spAutoFit/>
          </a:bodyPr>
          <a:lstStyle>
            <a:defPPr>
              <a:defRPr lang="zh-CN"/>
            </a:defPPr>
            <a:lvl1pPr lvl="0" indent="0" algn="ctr">
              <a:spcBef>
                <a:spcPts val="0"/>
              </a:spcBef>
              <a:buFont typeface="Arial" pitchFamily="34" charset="0"/>
              <a:buNone/>
              <a:defRPr>
                <a:solidFill>
                  <a:prstClr val="black">
                    <a:lumMod val="85000"/>
                    <a:lumOff val="15000"/>
                  </a:prstClr>
                </a:solidFill>
                <a:latin typeface="思源黑体 Light" panose="020B0300000000000000" pitchFamily="34" charset="-122"/>
                <a:ea typeface="思源黑体 Light" panose="020B0300000000000000" pitchFamily="34" charset="-122"/>
              </a:defRPr>
            </a:lvl1pPr>
            <a:lvl2pPr marL="742950" indent="-285750">
              <a:spcBef>
                <a:spcPct val="20000"/>
              </a:spcBef>
              <a:buFont typeface="Arial" pitchFamily="34" charset="0"/>
              <a:buChar char="–"/>
              <a:defRPr sz="1200">
                <a:solidFill>
                  <a:schemeClr val="bg1">
                    <a:lumMod val="65000"/>
                  </a:schemeClr>
                </a:solidFill>
              </a:defRPr>
            </a:lvl2pPr>
            <a:lvl3pPr marL="1143000" indent="-228600">
              <a:spcBef>
                <a:spcPct val="20000"/>
              </a:spcBef>
              <a:buFont typeface="Arial" pitchFamily="34" charset="0"/>
              <a:buChar char="•"/>
              <a:defRPr sz="1100">
                <a:solidFill>
                  <a:schemeClr val="bg1">
                    <a:lumMod val="65000"/>
                  </a:schemeClr>
                </a:solidFill>
              </a:defRPr>
            </a:lvl3pPr>
            <a:lvl4pPr marL="1600200" indent="-228600">
              <a:spcBef>
                <a:spcPct val="20000"/>
              </a:spcBef>
              <a:buFont typeface="Arial" pitchFamily="34" charset="0"/>
              <a:buChar char="–"/>
              <a:defRPr sz="1050">
                <a:solidFill>
                  <a:schemeClr val="bg1">
                    <a:lumMod val="65000"/>
                  </a:schemeClr>
                </a:solidFill>
              </a:defRPr>
            </a:lvl4pPr>
            <a:lvl5pPr marL="2057400" indent="-228600">
              <a:spcBef>
                <a:spcPct val="20000"/>
              </a:spcBef>
              <a:buFont typeface="Arial" pitchFamily="34" charset="0"/>
              <a:buChar char="»"/>
              <a:defRPr sz="1050">
                <a:solidFill>
                  <a:schemeClr val="bg1">
                    <a:lumMod val="65000"/>
                  </a:schemeClr>
                </a:solidFill>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zh-CN" altLang="en-US" sz="2000" b="1" dirty="0">
                <a:solidFill>
                  <a:srgbClr val="044BC9"/>
                </a:solidFill>
              </a:rPr>
              <a:t>请添加标题</a:t>
            </a:r>
            <a:endParaRPr lang="id-ID" sz="2000" b="1" dirty="0">
              <a:solidFill>
                <a:srgbClr val="044BC9"/>
              </a:solidFill>
            </a:endParaRPr>
          </a:p>
        </p:txBody>
      </p:sp>
      <p:sp>
        <p:nvSpPr>
          <p:cNvPr id="58" name="TextBox 16"/>
          <p:cNvSpPr txBox="1"/>
          <p:nvPr/>
        </p:nvSpPr>
        <p:spPr>
          <a:xfrm>
            <a:off x="8581422" y="4858132"/>
            <a:ext cx="2236981" cy="400110"/>
          </a:xfrm>
          <a:prstGeom prst="rect">
            <a:avLst/>
          </a:prstGeom>
        </p:spPr>
        <p:txBody>
          <a:bodyPr vert="horz" wrap="square" lIns="91440" tIns="45720" rIns="91440" bIns="45720" rtlCol="0">
            <a:spAutoFit/>
          </a:bodyPr>
          <a:lstStyle>
            <a:defPPr>
              <a:defRPr lang="zh-CN"/>
            </a:defPPr>
            <a:lvl1pPr lvl="0" indent="0" algn="ctr">
              <a:spcBef>
                <a:spcPts val="0"/>
              </a:spcBef>
              <a:buFont typeface="Arial" pitchFamily="34" charset="0"/>
              <a:buNone/>
              <a:defRPr>
                <a:solidFill>
                  <a:prstClr val="black">
                    <a:lumMod val="85000"/>
                    <a:lumOff val="15000"/>
                  </a:prstClr>
                </a:solidFill>
                <a:latin typeface="思源黑体 Light" panose="020B0300000000000000" pitchFamily="34" charset="-122"/>
                <a:ea typeface="思源黑体 Light" panose="020B0300000000000000" pitchFamily="34" charset="-122"/>
              </a:defRPr>
            </a:lvl1pPr>
            <a:lvl2pPr marL="742950" indent="-285750">
              <a:spcBef>
                <a:spcPct val="20000"/>
              </a:spcBef>
              <a:buFont typeface="Arial" pitchFamily="34" charset="0"/>
              <a:buChar char="–"/>
              <a:defRPr sz="1200">
                <a:solidFill>
                  <a:schemeClr val="bg1">
                    <a:lumMod val="65000"/>
                  </a:schemeClr>
                </a:solidFill>
              </a:defRPr>
            </a:lvl2pPr>
            <a:lvl3pPr marL="1143000" indent="-228600">
              <a:spcBef>
                <a:spcPct val="20000"/>
              </a:spcBef>
              <a:buFont typeface="Arial" pitchFamily="34" charset="0"/>
              <a:buChar char="•"/>
              <a:defRPr sz="1100">
                <a:solidFill>
                  <a:schemeClr val="bg1">
                    <a:lumMod val="65000"/>
                  </a:schemeClr>
                </a:solidFill>
              </a:defRPr>
            </a:lvl3pPr>
            <a:lvl4pPr marL="1600200" indent="-228600">
              <a:spcBef>
                <a:spcPct val="20000"/>
              </a:spcBef>
              <a:buFont typeface="Arial" pitchFamily="34" charset="0"/>
              <a:buChar char="–"/>
              <a:defRPr sz="1050">
                <a:solidFill>
                  <a:schemeClr val="bg1">
                    <a:lumMod val="65000"/>
                  </a:schemeClr>
                </a:solidFill>
              </a:defRPr>
            </a:lvl4pPr>
            <a:lvl5pPr marL="2057400" indent="-228600">
              <a:spcBef>
                <a:spcPct val="20000"/>
              </a:spcBef>
              <a:buFont typeface="Arial" pitchFamily="34" charset="0"/>
              <a:buChar char="»"/>
              <a:defRPr sz="1050">
                <a:solidFill>
                  <a:schemeClr val="bg1">
                    <a:lumMod val="65000"/>
                  </a:schemeClr>
                </a:solidFill>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zh-CN" altLang="en-US" sz="2000" b="1" dirty="0">
                <a:solidFill>
                  <a:srgbClr val="044BC9"/>
                </a:solidFill>
              </a:rPr>
              <a:t>请添加标题</a:t>
            </a:r>
            <a:endParaRPr lang="id-ID" sz="2000" b="1" dirty="0">
              <a:solidFill>
                <a:srgbClr val="044BC9"/>
              </a:solidFill>
            </a:endParaRPr>
          </a:p>
        </p:txBody>
      </p:sp>
      <p:sp>
        <p:nvSpPr>
          <p:cNvPr id="59" name="TextBox 16"/>
          <p:cNvSpPr txBox="1"/>
          <p:nvPr/>
        </p:nvSpPr>
        <p:spPr>
          <a:xfrm>
            <a:off x="3090644" y="2371762"/>
            <a:ext cx="2236981" cy="400110"/>
          </a:xfrm>
          <a:prstGeom prst="rect">
            <a:avLst/>
          </a:prstGeom>
        </p:spPr>
        <p:txBody>
          <a:bodyPr vert="horz" wrap="square" lIns="91440" tIns="45720" rIns="91440" bIns="45720" rtlCol="0">
            <a:spAutoFit/>
          </a:bodyPr>
          <a:lstStyle>
            <a:defPPr>
              <a:defRPr lang="zh-CN"/>
            </a:defPPr>
            <a:lvl1pPr lvl="0" indent="0" algn="ctr">
              <a:spcBef>
                <a:spcPts val="0"/>
              </a:spcBef>
              <a:buFont typeface="Arial" pitchFamily="34" charset="0"/>
              <a:buNone/>
              <a:defRPr>
                <a:solidFill>
                  <a:prstClr val="black">
                    <a:lumMod val="85000"/>
                    <a:lumOff val="15000"/>
                  </a:prstClr>
                </a:solidFill>
                <a:latin typeface="思源黑体 Light" panose="020B0300000000000000" pitchFamily="34" charset="-122"/>
                <a:ea typeface="思源黑体 Light" panose="020B0300000000000000" pitchFamily="34" charset="-122"/>
              </a:defRPr>
            </a:lvl1pPr>
            <a:lvl2pPr marL="742950" indent="-285750">
              <a:spcBef>
                <a:spcPct val="20000"/>
              </a:spcBef>
              <a:buFont typeface="Arial" pitchFamily="34" charset="0"/>
              <a:buChar char="–"/>
              <a:defRPr sz="1200">
                <a:solidFill>
                  <a:schemeClr val="bg1">
                    <a:lumMod val="65000"/>
                  </a:schemeClr>
                </a:solidFill>
              </a:defRPr>
            </a:lvl2pPr>
            <a:lvl3pPr marL="1143000" indent="-228600">
              <a:spcBef>
                <a:spcPct val="20000"/>
              </a:spcBef>
              <a:buFont typeface="Arial" pitchFamily="34" charset="0"/>
              <a:buChar char="•"/>
              <a:defRPr sz="1100">
                <a:solidFill>
                  <a:schemeClr val="bg1">
                    <a:lumMod val="65000"/>
                  </a:schemeClr>
                </a:solidFill>
              </a:defRPr>
            </a:lvl3pPr>
            <a:lvl4pPr marL="1600200" indent="-228600">
              <a:spcBef>
                <a:spcPct val="20000"/>
              </a:spcBef>
              <a:buFont typeface="Arial" pitchFamily="34" charset="0"/>
              <a:buChar char="–"/>
              <a:defRPr sz="1050">
                <a:solidFill>
                  <a:schemeClr val="bg1">
                    <a:lumMod val="65000"/>
                  </a:schemeClr>
                </a:solidFill>
              </a:defRPr>
            </a:lvl4pPr>
            <a:lvl5pPr marL="2057400" indent="-228600">
              <a:spcBef>
                <a:spcPct val="20000"/>
              </a:spcBef>
              <a:buFont typeface="Arial" pitchFamily="34" charset="0"/>
              <a:buChar char="»"/>
              <a:defRPr sz="1050">
                <a:solidFill>
                  <a:schemeClr val="bg1">
                    <a:lumMod val="65000"/>
                  </a:schemeClr>
                </a:solidFill>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zh-CN" altLang="en-US" sz="2000" b="1" dirty="0">
                <a:solidFill>
                  <a:srgbClr val="044BC9"/>
                </a:solidFill>
              </a:rPr>
              <a:t>请添加标题</a:t>
            </a:r>
            <a:endParaRPr lang="id-ID" sz="2000" b="1" dirty="0">
              <a:solidFill>
                <a:srgbClr val="044BC9"/>
              </a:solidFill>
            </a:endParaRPr>
          </a:p>
        </p:txBody>
      </p:sp>
      <p:sp>
        <p:nvSpPr>
          <p:cNvPr id="60" name="TextBox 16"/>
          <p:cNvSpPr txBox="1"/>
          <p:nvPr/>
        </p:nvSpPr>
        <p:spPr>
          <a:xfrm>
            <a:off x="6780860" y="2371762"/>
            <a:ext cx="2236981" cy="400110"/>
          </a:xfrm>
          <a:prstGeom prst="rect">
            <a:avLst/>
          </a:prstGeom>
        </p:spPr>
        <p:txBody>
          <a:bodyPr vert="horz" wrap="square" lIns="91440" tIns="45720" rIns="91440" bIns="45720" rtlCol="0">
            <a:spAutoFit/>
          </a:bodyPr>
          <a:lstStyle>
            <a:defPPr>
              <a:defRPr lang="zh-CN"/>
            </a:defPPr>
            <a:lvl1pPr lvl="0" indent="0" algn="ctr">
              <a:spcBef>
                <a:spcPts val="0"/>
              </a:spcBef>
              <a:buFont typeface="Arial" pitchFamily="34" charset="0"/>
              <a:buNone/>
              <a:defRPr>
                <a:solidFill>
                  <a:prstClr val="black">
                    <a:lumMod val="85000"/>
                    <a:lumOff val="15000"/>
                  </a:prstClr>
                </a:solidFill>
                <a:latin typeface="思源黑体 Light" panose="020B0300000000000000" pitchFamily="34" charset="-122"/>
                <a:ea typeface="思源黑体 Light" panose="020B0300000000000000" pitchFamily="34" charset="-122"/>
              </a:defRPr>
            </a:lvl1pPr>
            <a:lvl2pPr marL="742950" indent="-285750">
              <a:spcBef>
                <a:spcPct val="20000"/>
              </a:spcBef>
              <a:buFont typeface="Arial" pitchFamily="34" charset="0"/>
              <a:buChar char="–"/>
              <a:defRPr sz="1200">
                <a:solidFill>
                  <a:schemeClr val="bg1">
                    <a:lumMod val="65000"/>
                  </a:schemeClr>
                </a:solidFill>
              </a:defRPr>
            </a:lvl2pPr>
            <a:lvl3pPr marL="1143000" indent="-228600">
              <a:spcBef>
                <a:spcPct val="20000"/>
              </a:spcBef>
              <a:buFont typeface="Arial" pitchFamily="34" charset="0"/>
              <a:buChar char="•"/>
              <a:defRPr sz="1100">
                <a:solidFill>
                  <a:schemeClr val="bg1">
                    <a:lumMod val="65000"/>
                  </a:schemeClr>
                </a:solidFill>
              </a:defRPr>
            </a:lvl3pPr>
            <a:lvl4pPr marL="1600200" indent="-228600">
              <a:spcBef>
                <a:spcPct val="20000"/>
              </a:spcBef>
              <a:buFont typeface="Arial" pitchFamily="34" charset="0"/>
              <a:buChar char="–"/>
              <a:defRPr sz="1050">
                <a:solidFill>
                  <a:schemeClr val="bg1">
                    <a:lumMod val="65000"/>
                  </a:schemeClr>
                </a:solidFill>
              </a:defRPr>
            </a:lvl4pPr>
            <a:lvl5pPr marL="2057400" indent="-228600">
              <a:spcBef>
                <a:spcPct val="20000"/>
              </a:spcBef>
              <a:buFont typeface="Arial" pitchFamily="34" charset="0"/>
              <a:buChar char="»"/>
              <a:defRPr sz="1050">
                <a:solidFill>
                  <a:schemeClr val="bg1">
                    <a:lumMod val="65000"/>
                  </a:schemeClr>
                </a:solidFill>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zh-CN" altLang="en-US" sz="2000" b="1" dirty="0">
                <a:solidFill>
                  <a:srgbClr val="044BC9"/>
                </a:solidFill>
              </a:rPr>
              <a:t>请添加标题</a:t>
            </a:r>
            <a:endParaRPr lang="id-ID" sz="2000" b="1" dirty="0">
              <a:solidFill>
                <a:srgbClr val="044BC9"/>
              </a:solidFill>
            </a:endParaRPr>
          </a:p>
        </p:txBody>
      </p:sp>
      <p:sp>
        <p:nvSpPr>
          <p:cNvPr id="61" name="Content Placeholder 2"/>
          <p:cNvSpPr txBox="1">
            <a:spLocks/>
          </p:cNvSpPr>
          <p:nvPr/>
        </p:nvSpPr>
        <p:spPr>
          <a:xfrm>
            <a:off x="1247887" y="1572911"/>
            <a:ext cx="2280176" cy="738664"/>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a:t>
            </a:r>
          </a:p>
        </p:txBody>
      </p:sp>
      <p:sp>
        <p:nvSpPr>
          <p:cNvPr id="62" name="Content Placeholder 2"/>
          <p:cNvSpPr txBox="1">
            <a:spLocks/>
          </p:cNvSpPr>
          <p:nvPr/>
        </p:nvSpPr>
        <p:spPr>
          <a:xfrm>
            <a:off x="4882477" y="1572911"/>
            <a:ext cx="2280176" cy="738664"/>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a:t>
            </a:r>
          </a:p>
        </p:txBody>
      </p:sp>
      <p:sp>
        <p:nvSpPr>
          <p:cNvPr id="63" name="Content Placeholder 2"/>
          <p:cNvSpPr txBox="1">
            <a:spLocks/>
          </p:cNvSpPr>
          <p:nvPr/>
        </p:nvSpPr>
        <p:spPr>
          <a:xfrm>
            <a:off x="8595147" y="1572911"/>
            <a:ext cx="2280176" cy="738664"/>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a:t>
            </a:r>
          </a:p>
        </p:txBody>
      </p:sp>
      <p:sp>
        <p:nvSpPr>
          <p:cNvPr id="64" name="Content Placeholder 2"/>
          <p:cNvSpPr txBox="1">
            <a:spLocks/>
          </p:cNvSpPr>
          <p:nvPr/>
        </p:nvSpPr>
        <p:spPr>
          <a:xfrm>
            <a:off x="6759262" y="5190408"/>
            <a:ext cx="2280176" cy="738664"/>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a:t>
            </a:r>
          </a:p>
        </p:txBody>
      </p:sp>
      <p:sp>
        <p:nvSpPr>
          <p:cNvPr id="65" name="Content Placeholder 2"/>
          <p:cNvSpPr txBox="1">
            <a:spLocks/>
          </p:cNvSpPr>
          <p:nvPr/>
        </p:nvSpPr>
        <p:spPr>
          <a:xfrm>
            <a:off x="3090644" y="5190408"/>
            <a:ext cx="2280176" cy="738664"/>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a:t>
            </a:r>
          </a:p>
        </p:txBody>
      </p:sp>
    </p:spTree>
    <p:extLst>
      <p:ext uri="{BB962C8B-B14F-4D97-AF65-F5344CB8AC3E}">
        <p14:creationId xmlns:p14="http://schemas.microsoft.com/office/powerpoint/2010/main" val="613888835"/>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500"/>
                                        <p:tgtEl>
                                          <p:spTgt spid="6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2"/>
                                        </p:tgtEl>
                                        <p:attrNameLst>
                                          <p:attrName>style.visibility</p:attrName>
                                        </p:attrNameLst>
                                      </p:cBhvr>
                                      <p:to>
                                        <p:strVal val="visible"/>
                                      </p:to>
                                    </p:set>
                                    <p:animEffect transition="in" filter="fade">
                                      <p:cBhvr>
                                        <p:cTn id="10" dur="500"/>
                                        <p:tgtEl>
                                          <p:spTgt spid="6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3"/>
                                        </p:tgtEl>
                                        <p:attrNameLst>
                                          <p:attrName>style.visibility</p:attrName>
                                        </p:attrNameLst>
                                      </p:cBhvr>
                                      <p:to>
                                        <p:strVal val="visible"/>
                                      </p:to>
                                    </p:set>
                                    <p:animEffect transition="in" filter="fade">
                                      <p:cBhvr>
                                        <p:cTn id="13" dur="500"/>
                                        <p:tgtEl>
                                          <p:spTgt spid="6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4"/>
                                        </p:tgtEl>
                                        <p:attrNameLst>
                                          <p:attrName>style.visibility</p:attrName>
                                        </p:attrNameLst>
                                      </p:cBhvr>
                                      <p:to>
                                        <p:strVal val="visible"/>
                                      </p:to>
                                    </p:set>
                                    <p:animEffect transition="in" filter="fade">
                                      <p:cBhvr>
                                        <p:cTn id="16" dur="500"/>
                                        <p:tgtEl>
                                          <p:spTgt spid="6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5"/>
                                        </p:tgtEl>
                                        <p:attrNameLst>
                                          <p:attrName>style.visibility</p:attrName>
                                        </p:attrNameLst>
                                      </p:cBhvr>
                                      <p:to>
                                        <p:strVal val="visible"/>
                                      </p:to>
                                    </p:set>
                                    <p:animEffect transition="in" filter="fade">
                                      <p:cBhvr>
                                        <p:cTn id="19" dur="500"/>
                                        <p:tgtEl>
                                          <p:spTgt spid="6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nodeType="withEffect">
                                  <p:stCondLst>
                                    <p:cond delay="0"/>
                                  </p:stCondLst>
                                  <p:childTnLst>
                                    <p:set>
                                      <p:cBhvr>
                                        <p:cTn id="84" dur="1" fill="hold">
                                          <p:stCondLst>
                                            <p:cond delay="0"/>
                                          </p:stCondLst>
                                        </p:cTn>
                                        <p:tgtEl>
                                          <p:spTgt spid="39"/>
                                        </p:tgtEl>
                                        <p:attrNameLst>
                                          <p:attrName>style.visibility</p:attrName>
                                        </p:attrNameLst>
                                      </p:cBhvr>
                                      <p:to>
                                        <p:strVal val="visible"/>
                                      </p:to>
                                    </p:set>
                                    <p:animEffect transition="in" filter="fade">
                                      <p:cBhvr>
                                        <p:cTn id="85" dur="500"/>
                                        <p:tgtEl>
                                          <p:spTgt spid="39"/>
                                        </p:tgtEl>
                                      </p:cBhvr>
                                    </p:animEffect>
                                  </p:childTnLst>
                                </p:cTn>
                              </p:par>
                              <p:par>
                                <p:cTn id="86" presetID="10" presetClass="entr" presetSubtype="0" fill="hold" nodeType="withEffect">
                                  <p:stCondLst>
                                    <p:cond delay="0"/>
                                  </p:stCondLst>
                                  <p:childTnLst>
                                    <p:set>
                                      <p:cBhvr>
                                        <p:cTn id="87" dur="1" fill="hold">
                                          <p:stCondLst>
                                            <p:cond delay="0"/>
                                          </p:stCondLst>
                                        </p:cTn>
                                        <p:tgtEl>
                                          <p:spTgt spid="43"/>
                                        </p:tgtEl>
                                        <p:attrNameLst>
                                          <p:attrName>style.visibility</p:attrName>
                                        </p:attrNameLst>
                                      </p:cBhvr>
                                      <p:to>
                                        <p:strVal val="visible"/>
                                      </p:to>
                                    </p:set>
                                    <p:animEffect transition="in" filter="fade">
                                      <p:cBhvr>
                                        <p:cTn id="88" dur="500"/>
                                        <p:tgtEl>
                                          <p:spTgt spid="43"/>
                                        </p:tgtEl>
                                      </p:cBhvr>
                                    </p:animEffect>
                                  </p:childTnLst>
                                </p:cTn>
                              </p:par>
                              <p:par>
                                <p:cTn id="89" presetID="10" presetClass="entr" presetSubtype="0" fill="hold" nodeType="withEffect">
                                  <p:stCondLst>
                                    <p:cond delay="0"/>
                                  </p:stCondLst>
                                  <p:childTnLst>
                                    <p:set>
                                      <p:cBhvr>
                                        <p:cTn id="90" dur="1" fill="hold">
                                          <p:stCondLst>
                                            <p:cond delay="0"/>
                                          </p:stCondLst>
                                        </p:cTn>
                                        <p:tgtEl>
                                          <p:spTgt spid="46"/>
                                        </p:tgtEl>
                                        <p:attrNameLst>
                                          <p:attrName>style.visibility</p:attrName>
                                        </p:attrNameLst>
                                      </p:cBhvr>
                                      <p:to>
                                        <p:strVal val="visible"/>
                                      </p:to>
                                    </p:set>
                                    <p:animEffect transition="in" filter="fade">
                                      <p:cBhvr>
                                        <p:cTn id="91" dur="500"/>
                                        <p:tgtEl>
                                          <p:spTgt spid="46"/>
                                        </p:tgtEl>
                                      </p:cBhvr>
                                    </p:animEffect>
                                  </p:childTnLst>
                                </p:cTn>
                              </p:par>
                              <p:par>
                                <p:cTn id="92" presetID="10" presetClass="entr" presetSubtype="0" fill="hold" nodeType="withEffect">
                                  <p:stCondLst>
                                    <p:cond delay="0"/>
                                  </p:stCondLst>
                                  <p:childTnLst>
                                    <p:set>
                                      <p:cBhvr>
                                        <p:cTn id="93" dur="1" fill="hold">
                                          <p:stCondLst>
                                            <p:cond delay="0"/>
                                          </p:stCondLst>
                                        </p:cTn>
                                        <p:tgtEl>
                                          <p:spTgt spid="50"/>
                                        </p:tgtEl>
                                        <p:attrNameLst>
                                          <p:attrName>style.visibility</p:attrName>
                                        </p:attrNameLst>
                                      </p:cBhvr>
                                      <p:to>
                                        <p:strVal val="visible"/>
                                      </p:to>
                                    </p:set>
                                    <p:animEffect transition="in" filter="fade">
                                      <p:cBhvr>
                                        <p:cTn id="94" dur="500"/>
                                        <p:tgtEl>
                                          <p:spTgt spid="5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6"/>
                                        </p:tgtEl>
                                        <p:attrNameLst>
                                          <p:attrName>style.visibility</p:attrName>
                                        </p:attrNameLst>
                                      </p:cBhvr>
                                      <p:to>
                                        <p:strVal val="visible"/>
                                      </p:to>
                                    </p:set>
                                    <p:animEffect transition="in" filter="fade">
                                      <p:cBhvr>
                                        <p:cTn id="97" dur="500"/>
                                        <p:tgtEl>
                                          <p:spTgt spid="5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57"/>
                                        </p:tgtEl>
                                        <p:attrNameLst>
                                          <p:attrName>style.visibility</p:attrName>
                                        </p:attrNameLst>
                                      </p:cBhvr>
                                      <p:to>
                                        <p:strVal val="visible"/>
                                      </p:to>
                                    </p:set>
                                    <p:animEffect transition="in" filter="fade">
                                      <p:cBhvr>
                                        <p:cTn id="100" dur="500"/>
                                        <p:tgtEl>
                                          <p:spTgt spid="5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8"/>
                                        </p:tgtEl>
                                        <p:attrNameLst>
                                          <p:attrName>style.visibility</p:attrName>
                                        </p:attrNameLst>
                                      </p:cBhvr>
                                      <p:to>
                                        <p:strVal val="visible"/>
                                      </p:to>
                                    </p:set>
                                    <p:animEffect transition="in" filter="fade">
                                      <p:cBhvr>
                                        <p:cTn id="103" dur="500"/>
                                        <p:tgtEl>
                                          <p:spTgt spid="5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9"/>
                                        </p:tgtEl>
                                        <p:attrNameLst>
                                          <p:attrName>style.visibility</p:attrName>
                                        </p:attrNameLst>
                                      </p:cBhvr>
                                      <p:to>
                                        <p:strVal val="visible"/>
                                      </p:to>
                                    </p:set>
                                    <p:animEffect transition="in" filter="fade">
                                      <p:cBhvr>
                                        <p:cTn id="106" dur="500"/>
                                        <p:tgtEl>
                                          <p:spTgt spid="5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60"/>
                                        </p:tgtEl>
                                        <p:attrNameLst>
                                          <p:attrName>style.visibility</p:attrName>
                                        </p:attrNameLst>
                                      </p:cBhvr>
                                      <p:to>
                                        <p:strVal val="visible"/>
                                      </p:to>
                                    </p:set>
                                    <p:animEffect transition="in" filter="fade">
                                      <p:cBhvr>
                                        <p:cTn id="109"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5" grpId="0" animBg="1"/>
      <p:bldP spid="16"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56" grpId="0"/>
      <p:bldP spid="57" grpId="0"/>
      <p:bldP spid="58" grpId="0"/>
      <p:bldP spid="59" grpId="0"/>
      <p:bldP spid="60" grpId="0"/>
      <p:bldP spid="61" grpId="0"/>
      <p:bldP spid="62" grpId="0"/>
      <p:bldP spid="63" grpId="0"/>
      <p:bldP spid="64" grpId="0"/>
      <p:bldP spid="6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3423744"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采取的措施</a:t>
            </a:r>
          </a:p>
        </p:txBody>
      </p:sp>
      <p:grpSp>
        <p:nvGrpSpPr>
          <p:cNvPr id="6" name="组合 5">
            <a:extLst>
              <a:ext uri="{FF2B5EF4-FFF2-40B4-BE49-F238E27FC236}">
                <a16:creationId xmlns:a16="http://schemas.microsoft.com/office/drawing/2014/main" id="{1AED7BE0-893E-4698-906E-238F4383095B}"/>
              </a:ext>
            </a:extLst>
          </p:cNvPr>
          <p:cNvGrpSpPr/>
          <p:nvPr/>
        </p:nvGrpSpPr>
        <p:grpSpPr>
          <a:xfrm>
            <a:off x="856856" y="1772469"/>
            <a:ext cx="5503500" cy="4057694"/>
            <a:chOff x="853757" y="1600200"/>
            <a:chExt cx="5787656" cy="4267200"/>
          </a:xfrm>
        </p:grpSpPr>
        <p:sp>
          <p:nvSpPr>
            <p:cNvPr id="7" name="Rectangle 10">
              <a:extLst>
                <a:ext uri="{FF2B5EF4-FFF2-40B4-BE49-F238E27FC236}">
                  <a16:creationId xmlns:a16="http://schemas.microsoft.com/office/drawing/2014/main" id="{1E8D7197-570E-44D0-B8A7-7604FB8A895A}"/>
                </a:ext>
              </a:extLst>
            </p:cNvPr>
            <p:cNvSpPr/>
            <p:nvPr/>
          </p:nvSpPr>
          <p:spPr>
            <a:xfrm>
              <a:off x="853757" y="1600200"/>
              <a:ext cx="5787656" cy="4267200"/>
            </a:xfrm>
            <a:prstGeom prst="rect">
              <a:avLst/>
            </a:prstGeom>
            <a:blipFill dpi="0" rotWithShape="1">
              <a:blip r:embed="Rdee185669b3b4177" cstate="print">
                <a:extLst>
                  <a:ext uri="{28A0092B-C50C-407E-A947-70E740481C1C}">
                    <a14:useLocalDpi xmlns:a14="http://schemas.microsoft.com/office/drawing/2010/main" val="0"/>
                  </a:ext>
                </a:extLst>
              </a:blip>
              <a:srcRect/>
              <a:stretch>
                <a:fillRect/>
              </a:stretch>
            </a:blipFill>
            <a:ln>
              <a:noFill/>
            </a:ln>
            <a:effectLst>
              <a:outerShdw blurRad="190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8" name="Rectangle 22">
              <a:extLst>
                <a:ext uri="{FF2B5EF4-FFF2-40B4-BE49-F238E27FC236}">
                  <a16:creationId xmlns:a16="http://schemas.microsoft.com/office/drawing/2014/main" id="{830BE2E0-8CCC-4A1F-B713-B292F2EC9F65}"/>
                </a:ext>
              </a:extLst>
            </p:cNvPr>
            <p:cNvSpPr/>
            <p:nvPr/>
          </p:nvSpPr>
          <p:spPr>
            <a:xfrm>
              <a:off x="853757" y="2224977"/>
              <a:ext cx="5787656" cy="1698212"/>
            </a:xfrm>
            <a:prstGeom prst="rect">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grpSp>
      <p:sp>
        <p:nvSpPr>
          <p:cNvPr id="15" name="圆角矩形 30">
            <a:extLst>
              <a:ext uri="{FF2B5EF4-FFF2-40B4-BE49-F238E27FC236}">
                <a16:creationId xmlns:a16="http://schemas.microsoft.com/office/drawing/2014/main" id="{AB3C1966-CEE5-4ADF-B1C2-B56306DC3B77}"/>
              </a:ext>
            </a:extLst>
          </p:cNvPr>
          <p:cNvSpPr/>
          <p:nvPr/>
        </p:nvSpPr>
        <p:spPr>
          <a:xfrm>
            <a:off x="6838741" y="1894988"/>
            <a:ext cx="1441659" cy="366680"/>
          </a:xfrm>
          <a:prstGeom prst="roundRect">
            <a:avLst>
              <a:gd name="adj" fmla="val 50000"/>
            </a:avLst>
          </a:prstGeom>
          <a:solidFill>
            <a:srgbClr val="23A2E4"/>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2000" dirty="0">
                <a:solidFill>
                  <a:schemeClr val="bg1"/>
                </a:solidFill>
                <a:latin typeface="思源黑体 Normal" panose="020B0400000000000000" pitchFamily="34" charset="-122"/>
                <a:ea typeface="思源黑体 Normal" panose="020B0400000000000000" pitchFamily="34" charset="-122"/>
              </a:rPr>
              <a:t>添加标题</a:t>
            </a:r>
          </a:p>
        </p:txBody>
      </p:sp>
      <p:sp>
        <p:nvSpPr>
          <p:cNvPr id="16" name="Content Placeholder 2"/>
          <p:cNvSpPr txBox="1">
            <a:spLocks/>
          </p:cNvSpPr>
          <p:nvPr/>
        </p:nvSpPr>
        <p:spPr>
          <a:xfrm>
            <a:off x="6838741" y="2545834"/>
            <a:ext cx="4781759" cy="10618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添加所需文本添加所需文本添加所需文本添加所需文本添加所需文本添加所需文本添加所需文本添加所需文本添加所需文本添加所需文本添加所需文本添加所需文本</a:t>
            </a:r>
          </a:p>
        </p:txBody>
      </p:sp>
      <p:sp>
        <p:nvSpPr>
          <p:cNvPr id="18" name="圆角矩形 17">
            <a:extLst>
              <a:ext uri="{FF2B5EF4-FFF2-40B4-BE49-F238E27FC236}">
                <a16:creationId xmlns:a16="http://schemas.microsoft.com/office/drawing/2014/main" id="{AB3C1966-CEE5-4ADF-B1C2-B56306DC3B77}"/>
              </a:ext>
            </a:extLst>
          </p:cNvPr>
          <p:cNvSpPr/>
          <p:nvPr/>
        </p:nvSpPr>
        <p:spPr>
          <a:xfrm>
            <a:off x="6838741" y="4117488"/>
            <a:ext cx="1441659" cy="366680"/>
          </a:xfrm>
          <a:prstGeom prst="roundRect">
            <a:avLst>
              <a:gd name="adj" fmla="val 50000"/>
            </a:avLst>
          </a:prstGeom>
          <a:solidFill>
            <a:srgbClr val="044BC9"/>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2000" dirty="0">
                <a:solidFill>
                  <a:schemeClr val="bg1"/>
                </a:solidFill>
                <a:latin typeface="思源黑体 Normal" panose="020B0400000000000000" pitchFamily="34" charset="-122"/>
                <a:ea typeface="思源黑体 Normal" panose="020B0400000000000000" pitchFamily="34" charset="-122"/>
              </a:rPr>
              <a:t>添加标题</a:t>
            </a:r>
          </a:p>
        </p:txBody>
      </p:sp>
      <p:sp>
        <p:nvSpPr>
          <p:cNvPr id="19" name="Content Placeholder 2"/>
          <p:cNvSpPr txBox="1">
            <a:spLocks/>
          </p:cNvSpPr>
          <p:nvPr/>
        </p:nvSpPr>
        <p:spPr>
          <a:xfrm>
            <a:off x="6838741" y="4768334"/>
            <a:ext cx="4781759" cy="10618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添加所需文本添加所需文本添加所需文本添加所需文本添加所需文本添加所需文本添加所需文本添加所需文本添加所需文本添加所需文本添加所需文本添加所需文本</a:t>
            </a:r>
          </a:p>
        </p:txBody>
      </p:sp>
      <p:sp>
        <p:nvSpPr>
          <p:cNvPr id="20" name="Content Placeholder 2"/>
          <p:cNvSpPr txBox="1">
            <a:spLocks/>
          </p:cNvSpPr>
          <p:nvPr/>
        </p:nvSpPr>
        <p:spPr>
          <a:xfrm>
            <a:off x="1284506" y="2526268"/>
            <a:ext cx="4648200"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chemeClr val="bg1"/>
                </a:solidFill>
                <a:latin typeface="思源黑体 Light" panose="020B0300000000000000" pitchFamily="34" charset="-122"/>
                <a:ea typeface="思源黑体 Light" panose="020B0300000000000000" pitchFamily="34" charset="-122"/>
              </a:rPr>
              <a:t>请添加标题</a:t>
            </a:r>
            <a:endParaRPr lang="en-US" altLang="zh-CN" sz="2000" b="1" dirty="0">
              <a:solidFill>
                <a:schemeClr val="bg1"/>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bg1"/>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a:t>
            </a:r>
          </a:p>
        </p:txBody>
      </p:sp>
    </p:spTree>
    <p:extLst>
      <p:ext uri="{BB962C8B-B14F-4D97-AF65-F5344CB8AC3E}">
        <p14:creationId xmlns:p14="http://schemas.microsoft.com/office/powerpoint/2010/main" val="499073551"/>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7"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900" decel="100000" fill="hold"/>
                                        <p:tgtEl>
                                          <p:spTgt spid="15"/>
                                        </p:tgtEl>
                                        <p:attrNameLst>
                                          <p:attrName>ppt_y</p:attrName>
                                        </p:attrNameLst>
                                      </p:cBhvr>
                                      <p:tavLst>
                                        <p:tav tm="0">
                                          <p:val>
                                            <p:strVal val="#ppt_y+1"/>
                                          </p:val>
                                        </p:tav>
                                        <p:tav tm="100000">
                                          <p:val>
                                            <p:strVal val="#ppt_y-.03"/>
                                          </p:val>
                                        </p:tav>
                                      </p:tavLst>
                                    </p:anim>
                                    <p:anim calcmode="lin" valueType="num">
                                      <p:cBhvr>
                                        <p:cTn id="15" dur="100" accel="100000" fill="hold">
                                          <p:stCondLst>
                                            <p:cond delay="900"/>
                                          </p:stCondLst>
                                        </p:cTn>
                                        <p:tgtEl>
                                          <p:spTgt spid="15"/>
                                        </p:tgtEl>
                                        <p:attrNameLst>
                                          <p:attrName>ppt_y</p:attrName>
                                        </p:attrNameLst>
                                      </p:cBhvr>
                                      <p:tavLst>
                                        <p:tav tm="0">
                                          <p:val>
                                            <p:strVal val="#ppt_y-.03"/>
                                          </p:val>
                                        </p:tav>
                                        <p:tav tm="100000">
                                          <p:val>
                                            <p:strVal val="#ppt_y"/>
                                          </p:val>
                                        </p:tav>
                                      </p:tavLst>
                                    </p:anim>
                                  </p:childTnLst>
                                </p:cTn>
                              </p:par>
                              <p:par>
                                <p:cTn id="16" presetID="37"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1000"/>
                                        <p:tgtEl>
                                          <p:spTgt spid="16"/>
                                        </p:tgtEl>
                                      </p:cBhvr>
                                    </p:animEffect>
                                    <p:anim calcmode="lin" valueType="num">
                                      <p:cBhvr>
                                        <p:cTn id="19" dur="1000" fill="hold"/>
                                        <p:tgtEl>
                                          <p:spTgt spid="16"/>
                                        </p:tgtEl>
                                        <p:attrNameLst>
                                          <p:attrName>ppt_x</p:attrName>
                                        </p:attrNameLst>
                                      </p:cBhvr>
                                      <p:tavLst>
                                        <p:tav tm="0">
                                          <p:val>
                                            <p:strVal val="#ppt_x"/>
                                          </p:val>
                                        </p:tav>
                                        <p:tav tm="100000">
                                          <p:val>
                                            <p:strVal val="#ppt_x"/>
                                          </p:val>
                                        </p:tav>
                                      </p:tavLst>
                                    </p:anim>
                                    <p:anim calcmode="lin" valueType="num">
                                      <p:cBhvr>
                                        <p:cTn id="20" dur="900" decel="100000" fill="hold"/>
                                        <p:tgtEl>
                                          <p:spTgt spid="16"/>
                                        </p:tgtEl>
                                        <p:attrNameLst>
                                          <p:attrName>ppt_y</p:attrName>
                                        </p:attrNameLst>
                                      </p:cBhvr>
                                      <p:tavLst>
                                        <p:tav tm="0">
                                          <p:val>
                                            <p:strVal val="#ppt_y+1"/>
                                          </p:val>
                                        </p:tav>
                                        <p:tav tm="100000">
                                          <p:val>
                                            <p:strVal val="#ppt_y-.03"/>
                                          </p:val>
                                        </p:tav>
                                      </p:tavLst>
                                    </p:anim>
                                    <p:anim calcmode="lin" valueType="num">
                                      <p:cBhvr>
                                        <p:cTn id="21" dur="100" accel="100000" fill="hold">
                                          <p:stCondLst>
                                            <p:cond delay="900"/>
                                          </p:stCondLst>
                                        </p:cTn>
                                        <p:tgtEl>
                                          <p:spTgt spid="16"/>
                                        </p:tgtEl>
                                        <p:attrNameLst>
                                          <p:attrName>ppt_y</p:attrName>
                                        </p:attrNameLst>
                                      </p:cBhvr>
                                      <p:tavLst>
                                        <p:tav tm="0">
                                          <p:val>
                                            <p:strVal val="#ppt_y-.03"/>
                                          </p:val>
                                        </p:tav>
                                        <p:tav tm="100000">
                                          <p:val>
                                            <p:strVal val="#ppt_y"/>
                                          </p:val>
                                        </p:tav>
                                      </p:tavLst>
                                    </p:anim>
                                  </p:childTnLst>
                                </p:cTn>
                              </p:par>
                              <p:par>
                                <p:cTn id="22" presetID="37"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1000"/>
                                        <p:tgtEl>
                                          <p:spTgt spid="18"/>
                                        </p:tgtEl>
                                      </p:cBhvr>
                                    </p:animEffect>
                                    <p:anim calcmode="lin" valueType="num">
                                      <p:cBhvr>
                                        <p:cTn id="25" dur="1000" fill="hold"/>
                                        <p:tgtEl>
                                          <p:spTgt spid="18"/>
                                        </p:tgtEl>
                                        <p:attrNameLst>
                                          <p:attrName>ppt_x</p:attrName>
                                        </p:attrNameLst>
                                      </p:cBhvr>
                                      <p:tavLst>
                                        <p:tav tm="0">
                                          <p:val>
                                            <p:strVal val="#ppt_x"/>
                                          </p:val>
                                        </p:tav>
                                        <p:tav tm="100000">
                                          <p:val>
                                            <p:strVal val="#ppt_x"/>
                                          </p:val>
                                        </p:tav>
                                      </p:tavLst>
                                    </p:anim>
                                    <p:anim calcmode="lin" valueType="num">
                                      <p:cBhvr>
                                        <p:cTn id="26" dur="900" decel="100000" fill="hold"/>
                                        <p:tgtEl>
                                          <p:spTgt spid="18"/>
                                        </p:tgtEl>
                                        <p:attrNameLst>
                                          <p:attrName>ppt_y</p:attrName>
                                        </p:attrNameLst>
                                      </p:cBhvr>
                                      <p:tavLst>
                                        <p:tav tm="0">
                                          <p:val>
                                            <p:strVal val="#ppt_y+1"/>
                                          </p:val>
                                        </p:tav>
                                        <p:tav tm="100000">
                                          <p:val>
                                            <p:strVal val="#ppt_y-.03"/>
                                          </p:val>
                                        </p:tav>
                                      </p:tavLst>
                                    </p:anim>
                                    <p:anim calcmode="lin" valueType="num">
                                      <p:cBhvr>
                                        <p:cTn id="27" dur="100" accel="100000" fill="hold">
                                          <p:stCondLst>
                                            <p:cond delay="900"/>
                                          </p:stCondLst>
                                        </p:cTn>
                                        <p:tgtEl>
                                          <p:spTgt spid="18"/>
                                        </p:tgtEl>
                                        <p:attrNameLst>
                                          <p:attrName>ppt_y</p:attrName>
                                        </p:attrNameLst>
                                      </p:cBhvr>
                                      <p:tavLst>
                                        <p:tav tm="0">
                                          <p:val>
                                            <p:strVal val="#ppt_y-.03"/>
                                          </p:val>
                                        </p:tav>
                                        <p:tav tm="100000">
                                          <p:val>
                                            <p:strVal val="#ppt_y"/>
                                          </p:val>
                                        </p:tav>
                                      </p:tavLst>
                                    </p:anim>
                                  </p:childTnLst>
                                </p:cTn>
                              </p:par>
                              <p:par>
                                <p:cTn id="28" presetID="37"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1000"/>
                                        <p:tgtEl>
                                          <p:spTgt spid="19"/>
                                        </p:tgtEl>
                                      </p:cBhvr>
                                    </p:animEffect>
                                    <p:anim calcmode="lin" valueType="num">
                                      <p:cBhvr>
                                        <p:cTn id="31" dur="1000" fill="hold"/>
                                        <p:tgtEl>
                                          <p:spTgt spid="19"/>
                                        </p:tgtEl>
                                        <p:attrNameLst>
                                          <p:attrName>ppt_x</p:attrName>
                                        </p:attrNameLst>
                                      </p:cBhvr>
                                      <p:tavLst>
                                        <p:tav tm="0">
                                          <p:val>
                                            <p:strVal val="#ppt_x"/>
                                          </p:val>
                                        </p:tav>
                                        <p:tav tm="100000">
                                          <p:val>
                                            <p:strVal val="#ppt_x"/>
                                          </p:val>
                                        </p:tav>
                                      </p:tavLst>
                                    </p:anim>
                                    <p:anim calcmode="lin" valueType="num">
                                      <p:cBhvr>
                                        <p:cTn id="32" dur="900" decel="100000" fill="hold"/>
                                        <p:tgtEl>
                                          <p:spTgt spid="19"/>
                                        </p:tgtEl>
                                        <p:attrNameLst>
                                          <p:attrName>ppt_y</p:attrName>
                                        </p:attrNameLst>
                                      </p:cBhvr>
                                      <p:tavLst>
                                        <p:tav tm="0">
                                          <p:val>
                                            <p:strVal val="#ppt_y+1"/>
                                          </p:val>
                                        </p:tav>
                                        <p:tav tm="100000">
                                          <p:val>
                                            <p:strVal val="#ppt_y-.03"/>
                                          </p:val>
                                        </p:tav>
                                      </p:tavLst>
                                    </p:anim>
                                    <p:anim calcmode="lin" valueType="num">
                                      <p:cBhvr>
                                        <p:cTn id="33" dur="100" accel="100000" fill="hold">
                                          <p:stCondLst>
                                            <p:cond delay="900"/>
                                          </p:stCondLst>
                                        </p:cTn>
                                        <p:tgtEl>
                                          <p:spTgt spid="19"/>
                                        </p:tgtEl>
                                        <p:attrNameLst>
                                          <p:attrName>ppt_y</p:attrName>
                                        </p:attrNameLst>
                                      </p:cBhvr>
                                      <p:tavLst>
                                        <p:tav tm="0">
                                          <p:val>
                                            <p:strVal val="#ppt_y-.03"/>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00"/>
                                        <p:tgtEl>
                                          <p:spTgt spid="20"/>
                                        </p:tgtEl>
                                      </p:cBhvr>
                                    </p:animEffect>
                                    <p:anim calcmode="lin" valueType="num">
                                      <p:cBhvr>
                                        <p:cTn id="37" dur="500" fill="hold"/>
                                        <p:tgtEl>
                                          <p:spTgt spid="20"/>
                                        </p:tgtEl>
                                        <p:attrNameLst>
                                          <p:attrName>ppt_x</p:attrName>
                                        </p:attrNameLst>
                                      </p:cBhvr>
                                      <p:tavLst>
                                        <p:tav tm="0">
                                          <p:val>
                                            <p:strVal val="#ppt_x"/>
                                          </p:val>
                                        </p:tav>
                                        <p:tav tm="100000">
                                          <p:val>
                                            <p:strVal val="#ppt_x"/>
                                          </p:val>
                                        </p:tav>
                                      </p:tavLst>
                                    </p:anim>
                                    <p:anim calcmode="lin" valueType="num">
                                      <p:cBhvr>
                                        <p:cTn id="38"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8" grpId="0" animBg="1"/>
      <p:bldP spid="19" grpId="0"/>
      <p:bldP spid="2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3423744"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采取的措施</a:t>
            </a:r>
          </a:p>
        </p:txBody>
      </p:sp>
      <p:sp>
        <p:nvSpPr>
          <p:cNvPr id="6" name="Freeform 19"/>
          <p:cNvSpPr>
            <a:spLocks/>
          </p:cNvSpPr>
          <p:nvPr/>
        </p:nvSpPr>
        <p:spPr bwMode="auto">
          <a:xfrm>
            <a:off x="1434677" y="2089147"/>
            <a:ext cx="1577159" cy="1578020"/>
          </a:xfrm>
          <a:custGeom>
            <a:avLst/>
            <a:gdLst>
              <a:gd name="T0" fmla="*/ 1097 w 1097"/>
              <a:gd name="T1" fmla="*/ 347 h 1097"/>
              <a:gd name="T2" fmla="*/ 1097 w 1097"/>
              <a:gd name="T3" fmla="*/ 0 h 1097"/>
              <a:gd name="T4" fmla="*/ 0 w 1097"/>
              <a:gd name="T5" fmla="*/ 1097 h 1097"/>
              <a:gd name="T6" fmla="*/ 347 w 1097"/>
              <a:gd name="T7" fmla="*/ 1097 h 1097"/>
              <a:gd name="T8" fmla="*/ 1097 w 1097"/>
              <a:gd name="T9" fmla="*/ 347 h 1097"/>
            </a:gdLst>
            <a:ahLst/>
            <a:cxnLst>
              <a:cxn ang="0">
                <a:pos x="T0" y="T1"/>
              </a:cxn>
              <a:cxn ang="0">
                <a:pos x="T2" y="T3"/>
              </a:cxn>
              <a:cxn ang="0">
                <a:pos x="T4" y="T5"/>
              </a:cxn>
              <a:cxn ang="0">
                <a:pos x="T6" y="T7"/>
              </a:cxn>
              <a:cxn ang="0">
                <a:pos x="T8" y="T9"/>
              </a:cxn>
            </a:cxnLst>
            <a:rect l="0" t="0" r="r" b="b"/>
            <a:pathLst>
              <a:path w="1097" h="1097">
                <a:moveTo>
                  <a:pt x="1097" y="347"/>
                </a:moveTo>
                <a:cubicBezTo>
                  <a:pt x="1097" y="0"/>
                  <a:pt x="1097" y="0"/>
                  <a:pt x="1097" y="0"/>
                </a:cubicBezTo>
                <a:cubicBezTo>
                  <a:pt x="492" y="0"/>
                  <a:pt x="0" y="492"/>
                  <a:pt x="0" y="1097"/>
                </a:cubicBezTo>
                <a:cubicBezTo>
                  <a:pt x="347" y="1097"/>
                  <a:pt x="347" y="1097"/>
                  <a:pt x="347" y="1097"/>
                </a:cubicBezTo>
                <a:cubicBezTo>
                  <a:pt x="347" y="683"/>
                  <a:pt x="683" y="347"/>
                  <a:pt x="1097" y="347"/>
                </a:cubicBezTo>
                <a:close/>
              </a:path>
            </a:pathLst>
          </a:custGeom>
          <a:solidFill>
            <a:srgbClr val="23A2E4"/>
          </a:solidFill>
          <a:ln>
            <a:noFill/>
          </a:ln>
        </p:spPr>
        <p:txBody>
          <a:bodyPr vert="horz" wrap="square" lIns="68580" tIns="34290" rIns="68580" bIns="34290" numCol="1" anchor="t" anchorCtr="0" compatLnSpc="1">
            <a:prstTxWarp prst="textNoShape">
              <a:avLst/>
            </a:prstTxWarp>
          </a:bodyPr>
          <a:lstStyle/>
          <a:p>
            <a:pPr algn="ctr"/>
            <a:endParaRPr lang="zh-CN" altLang="en-US" sz="750">
              <a:solidFill>
                <a:srgbClr val="262626"/>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Freeform 20"/>
          <p:cNvSpPr>
            <a:spLocks/>
          </p:cNvSpPr>
          <p:nvPr/>
        </p:nvSpPr>
        <p:spPr bwMode="auto">
          <a:xfrm>
            <a:off x="1434677" y="3667167"/>
            <a:ext cx="1577159" cy="1577159"/>
          </a:xfrm>
          <a:custGeom>
            <a:avLst/>
            <a:gdLst>
              <a:gd name="T0" fmla="*/ 347 w 1097"/>
              <a:gd name="T1" fmla="*/ 0 h 1097"/>
              <a:gd name="T2" fmla="*/ 0 w 1097"/>
              <a:gd name="T3" fmla="*/ 0 h 1097"/>
              <a:gd name="T4" fmla="*/ 1097 w 1097"/>
              <a:gd name="T5" fmla="*/ 1097 h 1097"/>
              <a:gd name="T6" fmla="*/ 1097 w 1097"/>
              <a:gd name="T7" fmla="*/ 750 h 1097"/>
              <a:gd name="T8" fmla="*/ 347 w 1097"/>
              <a:gd name="T9" fmla="*/ 0 h 1097"/>
            </a:gdLst>
            <a:ahLst/>
            <a:cxnLst>
              <a:cxn ang="0">
                <a:pos x="T0" y="T1"/>
              </a:cxn>
              <a:cxn ang="0">
                <a:pos x="T2" y="T3"/>
              </a:cxn>
              <a:cxn ang="0">
                <a:pos x="T4" y="T5"/>
              </a:cxn>
              <a:cxn ang="0">
                <a:pos x="T6" y="T7"/>
              </a:cxn>
              <a:cxn ang="0">
                <a:pos x="T8" y="T9"/>
              </a:cxn>
            </a:cxnLst>
            <a:rect l="0" t="0" r="r" b="b"/>
            <a:pathLst>
              <a:path w="1097" h="1097">
                <a:moveTo>
                  <a:pt x="347" y="0"/>
                </a:moveTo>
                <a:cubicBezTo>
                  <a:pt x="0" y="0"/>
                  <a:pt x="0" y="0"/>
                  <a:pt x="0" y="0"/>
                </a:cubicBezTo>
                <a:cubicBezTo>
                  <a:pt x="0" y="605"/>
                  <a:pt x="492" y="1097"/>
                  <a:pt x="1097" y="1097"/>
                </a:cubicBezTo>
                <a:cubicBezTo>
                  <a:pt x="1097" y="750"/>
                  <a:pt x="1097" y="750"/>
                  <a:pt x="1097" y="750"/>
                </a:cubicBezTo>
                <a:cubicBezTo>
                  <a:pt x="683" y="750"/>
                  <a:pt x="347" y="414"/>
                  <a:pt x="347" y="0"/>
                </a:cubicBezTo>
                <a:close/>
              </a:path>
            </a:pathLst>
          </a:custGeom>
          <a:solidFill>
            <a:srgbClr val="044BC9"/>
          </a:solidFill>
          <a:ln>
            <a:noFill/>
          </a:ln>
        </p:spPr>
        <p:txBody>
          <a:bodyPr vert="horz" wrap="square" lIns="68580" tIns="34290" rIns="68580" bIns="34290" numCol="1" anchor="t" anchorCtr="0" compatLnSpc="1">
            <a:prstTxWarp prst="textNoShape">
              <a:avLst/>
            </a:prstTxWarp>
          </a:bodyPr>
          <a:lstStyle/>
          <a:p>
            <a:pPr algn="ctr"/>
            <a:endParaRPr lang="zh-CN" altLang="en-US" sz="750">
              <a:solidFill>
                <a:srgbClr val="262626"/>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Freeform 21"/>
          <p:cNvSpPr>
            <a:spLocks/>
          </p:cNvSpPr>
          <p:nvPr/>
        </p:nvSpPr>
        <p:spPr bwMode="auto">
          <a:xfrm>
            <a:off x="3011836" y="2089147"/>
            <a:ext cx="1578020" cy="1578020"/>
          </a:xfrm>
          <a:custGeom>
            <a:avLst/>
            <a:gdLst>
              <a:gd name="T0" fmla="*/ 0 w 1097"/>
              <a:gd name="T1" fmla="*/ 0 h 1097"/>
              <a:gd name="T2" fmla="*/ 0 w 1097"/>
              <a:gd name="T3" fmla="*/ 347 h 1097"/>
              <a:gd name="T4" fmla="*/ 750 w 1097"/>
              <a:gd name="T5" fmla="*/ 1097 h 1097"/>
              <a:gd name="T6" fmla="*/ 1097 w 1097"/>
              <a:gd name="T7" fmla="*/ 1097 h 1097"/>
              <a:gd name="T8" fmla="*/ 0 w 1097"/>
              <a:gd name="T9" fmla="*/ 0 h 1097"/>
            </a:gdLst>
            <a:ahLst/>
            <a:cxnLst>
              <a:cxn ang="0">
                <a:pos x="T0" y="T1"/>
              </a:cxn>
              <a:cxn ang="0">
                <a:pos x="T2" y="T3"/>
              </a:cxn>
              <a:cxn ang="0">
                <a:pos x="T4" y="T5"/>
              </a:cxn>
              <a:cxn ang="0">
                <a:pos x="T6" y="T7"/>
              </a:cxn>
              <a:cxn ang="0">
                <a:pos x="T8" y="T9"/>
              </a:cxn>
            </a:cxnLst>
            <a:rect l="0" t="0" r="r" b="b"/>
            <a:pathLst>
              <a:path w="1097" h="1097">
                <a:moveTo>
                  <a:pt x="0" y="0"/>
                </a:moveTo>
                <a:cubicBezTo>
                  <a:pt x="0" y="347"/>
                  <a:pt x="0" y="347"/>
                  <a:pt x="0" y="347"/>
                </a:cubicBezTo>
                <a:cubicBezTo>
                  <a:pt x="414" y="347"/>
                  <a:pt x="750" y="683"/>
                  <a:pt x="750" y="1097"/>
                </a:cubicBezTo>
                <a:cubicBezTo>
                  <a:pt x="1097" y="1097"/>
                  <a:pt x="1097" y="1097"/>
                  <a:pt x="1097" y="1097"/>
                </a:cubicBezTo>
                <a:cubicBezTo>
                  <a:pt x="1097" y="492"/>
                  <a:pt x="605" y="0"/>
                  <a:pt x="0" y="0"/>
                </a:cubicBezTo>
                <a:close/>
              </a:path>
            </a:pathLst>
          </a:custGeom>
          <a:solidFill>
            <a:srgbClr val="044BC9"/>
          </a:solidFill>
          <a:ln>
            <a:noFill/>
          </a:ln>
        </p:spPr>
        <p:txBody>
          <a:bodyPr vert="horz" wrap="square" lIns="68580" tIns="34290" rIns="68580" bIns="34290" numCol="1" anchor="t" anchorCtr="0" compatLnSpc="1">
            <a:prstTxWarp prst="textNoShape">
              <a:avLst/>
            </a:prstTxWarp>
          </a:bodyPr>
          <a:lstStyle/>
          <a:p>
            <a:pPr algn="ctr"/>
            <a:endParaRPr lang="zh-CN" altLang="en-US" sz="750">
              <a:solidFill>
                <a:srgbClr val="262626"/>
              </a:solidFill>
              <a:latin typeface="Arial" panose="020B0604020202020204" pitchFamily="34" charset="0"/>
              <a:ea typeface="微软雅黑" panose="020B0503020204020204" pitchFamily="34" charset="-122"/>
              <a:sym typeface="Arial" panose="020B0604020202020204" pitchFamily="34" charset="0"/>
            </a:endParaRPr>
          </a:p>
        </p:txBody>
      </p:sp>
      <p:sp>
        <p:nvSpPr>
          <p:cNvPr id="9" name="Freeform 22"/>
          <p:cNvSpPr>
            <a:spLocks/>
          </p:cNvSpPr>
          <p:nvPr/>
        </p:nvSpPr>
        <p:spPr bwMode="auto">
          <a:xfrm>
            <a:off x="3011836" y="3667167"/>
            <a:ext cx="1578020" cy="1577159"/>
          </a:xfrm>
          <a:custGeom>
            <a:avLst/>
            <a:gdLst>
              <a:gd name="T0" fmla="*/ 0 w 1097"/>
              <a:gd name="T1" fmla="*/ 750 h 1097"/>
              <a:gd name="T2" fmla="*/ 0 w 1097"/>
              <a:gd name="T3" fmla="*/ 1097 h 1097"/>
              <a:gd name="T4" fmla="*/ 1097 w 1097"/>
              <a:gd name="T5" fmla="*/ 0 h 1097"/>
              <a:gd name="T6" fmla="*/ 750 w 1097"/>
              <a:gd name="T7" fmla="*/ 0 h 1097"/>
              <a:gd name="T8" fmla="*/ 0 w 1097"/>
              <a:gd name="T9" fmla="*/ 750 h 1097"/>
            </a:gdLst>
            <a:ahLst/>
            <a:cxnLst>
              <a:cxn ang="0">
                <a:pos x="T0" y="T1"/>
              </a:cxn>
              <a:cxn ang="0">
                <a:pos x="T2" y="T3"/>
              </a:cxn>
              <a:cxn ang="0">
                <a:pos x="T4" y="T5"/>
              </a:cxn>
              <a:cxn ang="0">
                <a:pos x="T6" y="T7"/>
              </a:cxn>
              <a:cxn ang="0">
                <a:pos x="T8" y="T9"/>
              </a:cxn>
            </a:cxnLst>
            <a:rect l="0" t="0" r="r" b="b"/>
            <a:pathLst>
              <a:path w="1097" h="1097">
                <a:moveTo>
                  <a:pt x="0" y="750"/>
                </a:moveTo>
                <a:cubicBezTo>
                  <a:pt x="0" y="1097"/>
                  <a:pt x="0" y="1097"/>
                  <a:pt x="0" y="1097"/>
                </a:cubicBezTo>
                <a:cubicBezTo>
                  <a:pt x="605" y="1097"/>
                  <a:pt x="1097" y="605"/>
                  <a:pt x="1097" y="0"/>
                </a:cubicBezTo>
                <a:cubicBezTo>
                  <a:pt x="750" y="0"/>
                  <a:pt x="750" y="0"/>
                  <a:pt x="750" y="0"/>
                </a:cubicBezTo>
                <a:cubicBezTo>
                  <a:pt x="750" y="414"/>
                  <a:pt x="414" y="750"/>
                  <a:pt x="0" y="750"/>
                </a:cubicBezTo>
                <a:close/>
              </a:path>
            </a:pathLst>
          </a:custGeom>
          <a:solidFill>
            <a:srgbClr val="23A2E4"/>
          </a:solidFill>
          <a:ln>
            <a:noFill/>
          </a:ln>
        </p:spPr>
        <p:txBody>
          <a:bodyPr vert="horz" wrap="square" lIns="68580" tIns="34290" rIns="68580" bIns="34290" numCol="1" anchor="t" anchorCtr="0" compatLnSpc="1">
            <a:prstTxWarp prst="textNoShape">
              <a:avLst/>
            </a:prstTxWarp>
          </a:bodyPr>
          <a:lstStyle/>
          <a:p>
            <a:pPr algn="ctr"/>
            <a:endParaRPr lang="zh-CN" altLang="en-US" sz="750">
              <a:solidFill>
                <a:srgbClr val="262626"/>
              </a:solidFill>
              <a:latin typeface="Arial" panose="020B0604020202020204" pitchFamily="34" charset="0"/>
              <a:ea typeface="微软雅黑" panose="020B0503020204020204" pitchFamily="34" charset="-122"/>
              <a:sym typeface="Arial" panose="020B0604020202020204" pitchFamily="34" charset="0"/>
            </a:endParaRPr>
          </a:p>
        </p:txBody>
      </p:sp>
      <p:sp>
        <p:nvSpPr>
          <p:cNvPr id="10" name="文本4"/>
          <p:cNvSpPr/>
          <p:nvPr/>
        </p:nvSpPr>
        <p:spPr>
          <a:xfrm rot="18578385">
            <a:off x="1579851" y="2628197"/>
            <a:ext cx="1934283" cy="1491531"/>
          </a:xfrm>
          <a:prstGeom prst="rect">
            <a:avLst/>
          </a:prstGeom>
          <a:noFill/>
          <a:ln w="25400" cap="flat" cmpd="sng" algn="ctr">
            <a:noFill/>
            <a:prstDash val="solid"/>
          </a:ln>
          <a:effectLst/>
        </p:spPr>
        <p:txBody>
          <a:bodyPr spcFirstLastPara="1" lIns="68573" tIns="34287" rIns="68573" bIns="34287" numCol="1" anchor="ctr">
            <a:prstTxWarp prst="textArchUp">
              <a:avLst>
                <a:gd name="adj" fmla="val 10851219"/>
              </a:avLst>
            </a:prstTxWarp>
          </a:bodyPr>
          <a:lstStyle/>
          <a:p>
            <a:pPr algn="ctr">
              <a:defRPr/>
            </a:pPr>
            <a:r>
              <a:rPr lang="zh-CN" altLang="en-US" sz="900" b="1" kern="0" dirty="0">
                <a:solidFill>
                  <a:srgbClr val="FFFFFF"/>
                </a:solidFill>
                <a:latin typeface="Arial" panose="020B0604020202020204" pitchFamily="34" charset="0"/>
                <a:ea typeface="微软雅黑" panose="020B0503020204020204" pitchFamily="34" charset="-122"/>
                <a:sym typeface="Arial" panose="020B0604020202020204" pitchFamily="34" charset="0"/>
              </a:rPr>
              <a:t>我是步骤一</a:t>
            </a:r>
          </a:p>
        </p:txBody>
      </p:sp>
      <p:sp>
        <p:nvSpPr>
          <p:cNvPr id="11" name="等腰三角形 10"/>
          <p:cNvSpPr/>
          <p:nvPr/>
        </p:nvSpPr>
        <p:spPr>
          <a:xfrm>
            <a:off x="1560560" y="3452725"/>
            <a:ext cx="246856" cy="212807"/>
          </a:xfrm>
          <a:prstGeom prst="triangle">
            <a:avLst/>
          </a:prstGeom>
          <a:solidFill>
            <a:srgbClr val="044BC9"/>
          </a:solidFill>
          <a:ln>
            <a:noFill/>
          </a:ln>
        </p:spPr>
        <p:txBody>
          <a:bodyPr vert="horz" wrap="square" lIns="68580" tIns="34290" rIns="68580" bIns="34290" numCol="1" anchor="t" anchorCtr="0" compatLnSpc="1">
            <a:prstTxWarp prst="textNoShape">
              <a:avLst/>
            </a:prstTxWarp>
          </a:bodyPr>
          <a:lstStyle/>
          <a:p>
            <a:pPr algn="ctr"/>
            <a:endParaRPr lang="zh-CN" altLang="en-US" sz="750">
              <a:solidFill>
                <a:srgbClr val="262626"/>
              </a:solidFill>
              <a:latin typeface="Arial" panose="020B0604020202020204" pitchFamily="34" charset="0"/>
              <a:ea typeface="微软雅黑" panose="020B0503020204020204" pitchFamily="34" charset="-122"/>
              <a:sym typeface="Arial" panose="020B0604020202020204" pitchFamily="34" charset="0"/>
            </a:endParaRPr>
          </a:p>
        </p:txBody>
      </p:sp>
      <p:sp>
        <p:nvSpPr>
          <p:cNvPr id="15" name="等腰三角形 14"/>
          <p:cNvSpPr/>
          <p:nvPr/>
        </p:nvSpPr>
        <p:spPr>
          <a:xfrm flipV="1">
            <a:off x="4224363" y="3661140"/>
            <a:ext cx="246856" cy="212807"/>
          </a:xfrm>
          <a:prstGeom prst="triangle">
            <a:avLst/>
          </a:prstGeom>
          <a:solidFill>
            <a:srgbClr val="044BC9"/>
          </a:solidFill>
          <a:ln>
            <a:noFill/>
          </a:ln>
        </p:spPr>
        <p:txBody>
          <a:bodyPr vert="horz" wrap="square" lIns="68580" tIns="34290" rIns="68580" bIns="34290" numCol="1" anchor="t" anchorCtr="0" compatLnSpc="1">
            <a:prstTxWarp prst="textNoShape">
              <a:avLst/>
            </a:prstTxWarp>
          </a:bodyPr>
          <a:lstStyle/>
          <a:p>
            <a:pPr algn="ctr"/>
            <a:endParaRPr lang="zh-CN" altLang="en-US" sz="750">
              <a:solidFill>
                <a:srgbClr val="262626"/>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等腰三角形 15"/>
          <p:cNvSpPr/>
          <p:nvPr/>
        </p:nvSpPr>
        <p:spPr>
          <a:xfrm rot="16200000" flipV="1">
            <a:off x="2993374" y="2234953"/>
            <a:ext cx="246856" cy="212807"/>
          </a:xfrm>
          <a:prstGeom prst="triangle">
            <a:avLst/>
          </a:prstGeom>
          <a:solidFill>
            <a:srgbClr val="23A2E4"/>
          </a:solidFill>
          <a:ln>
            <a:noFill/>
          </a:ln>
        </p:spPr>
        <p:txBody>
          <a:bodyPr vert="horz" wrap="square" lIns="68580" tIns="34290" rIns="68580" bIns="34290" numCol="1" anchor="t" anchorCtr="0" compatLnSpc="1">
            <a:prstTxWarp prst="textNoShape">
              <a:avLst/>
            </a:prstTxWarp>
          </a:bodyPr>
          <a:lstStyle/>
          <a:p>
            <a:pPr algn="ctr"/>
            <a:endParaRPr lang="zh-CN" altLang="en-US" sz="750">
              <a:solidFill>
                <a:srgbClr val="262626"/>
              </a:solidFill>
              <a:latin typeface="Arial" panose="020B0604020202020204" pitchFamily="34" charset="0"/>
              <a:ea typeface="微软雅黑" panose="020B0503020204020204" pitchFamily="34" charset="-122"/>
              <a:sym typeface="Arial" panose="020B0604020202020204" pitchFamily="34" charset="0"/>
            </a:endParaRPr>
          </a:p>
        </p:txBody>
      </p:sp>
      <p:sp>
        <p:nvSpPr>
          <p:cNvPr id="18" name="等腰三角形 17"/>
          <p:cNvSpPr/>
          <p:nvPr/>
        </p:nvSpPr>
        <p:spPr>
          <a:xfrm rot="5400000" flipH="1" flipV="1">
            <a:off x="2788539" y="4885790"/>
            <a:ext cx="246856" cy="212807"/>
          </a:xfrm>
          <a:prstGeom prst="triangle">
            <a:avLst/>
          </a:prstGeom>
          <a:solidFill>
            <a:srgbClr val="23A2E4"/>
          </a:solidFill>
          <a:ln>
            <a:noFill/>
          </a:ln>
        </p:spPr>
        <p:txBody>
          <a:bodyPr vert="horz" wrap="square" lIns="68580" tIns="34290" rIns="68580" bIns="34290" numCol="1" anchor="t" anchorCtr="0" compatLnSpc="1">
            <a:prstTxWarp prst="textNoShape">
              <a:avLst/>
            </a:prstTxWarp>
          </a:bodyPr>
          <a:lstStyle/>
          <a:p>
            <a:pPr algn="ctr"/>
            <a:endParaRPr lang="zh-CN" altLang="en-US" sz="750">
              <a:solidFill>
                <a:srgbClr val="262626"/>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文本1"/>
          <p:cNvSpPr/>
          <p:nvPr/>
        </p:nvSpPr>
        <p:spPr>
          <a:xfrm rot="3203510">
            <a:off x="2361925" y="2556652"/>
            <a:ext cx="2087485" cy="1491531"/>
          </a:xfrm>
          <a:prstGeom prst="rect">
            <a:avLst/>
          </a:prstGeom>
          <a:noFill/>
          <a:ln w="25400" cap="flat" cmpd="sng" algn="ctr">
            <a:noFill/>
            <a:prstDash val="solid"/>
          </a:ln>
          <a:effectLst/>
        </p:spPr>
        <p:txBody>
          <a:bodyPr spcFirstLastPara="1" lIns="68573" tIns="34287" rIns="68573" bIns="34287" numCol="1" anchor="ctr">
            <a:prstTxWarp prst="textArchUp">
              <a:avLst/>
            </a:prstTxWarp>
          </a:bodyPr>
          <a:lstStyle/>
          <a:p>
            <a:pPr algn="ctr">
              <a:defRPr/>
            </a:pPr>
            <a:r>
              <a:rPr lang="zh-CN" altLang="en-US" sz="900" b="1" kern="0" dirty="0">
                <a:solidFill>
                  <a:srgbClr val="F9F9F9"/>
                </a:solidFill>
                <a:latin typeface="Arial" panose="020B0604020202020204" pitchFamily="34" charset="0"/>
                <a:ea typeface="微软雅黑" panose="020B0503020204020204" pitchFamily="34" charset="-122"/>
                <a:sym typeface="Arial" panose="020B0604020202020204" pitchFamily="34" charset="0"/>
              </a:rPr>
              <a:t>我是步骤二</a:t>
            </a:r>
          </a:p>
        </p:txBody>
      </p:sp>
      <p:sp>
        <p:nvSpPr>
          <p:cNvPr id="20" name="文本2"/>
          <p:cNvSpPr/>
          <p:nvPr/>
        </p:nvSpPr>
        <p:spPr>
          <a:xfrm rot="7982288">
            <a:off x="2502036" y="3204822"/>
            <a:ext cx="2002739" cy="1491531"/>
          </a:xfrm>
          <a:prstGeom prst="rect">
            <a:avLst/>
          </a:prstGeom>
          <a:noFill/>
          <a:ln w="25400" cap="flat" cmpd="sng" algn="ctr">
            <a:noFill/>
            <a:prstDash val="solid"/>
          </a:ln>
          <a:effectLst/>
        </p:spPr>
        <p:txBody>
          <a:bodyPr spcFirstLastPara="1" lIns="68573" tIns="34287" rIns="68573" bIns="34287" numCol="1" anchor="ctr">
            <a:prstTxWarp prst="textArchUp">
              <a:avLst/>
            </a:prstTxWarp>
          </a:bodyPr>
          <a:lstStyle/>
          <a:p>
            <a:pPr algn="ctr">
              <a:defRPr/>
            </a:pPr>
            <a:r>
              <a:rPr lang="zh-CN" altLang="en-US" sz="900" b="1" kern="0" dirty="0">
                <a:solidFill>
                  <a:srgbClr val="FFFFFF"/>
                </a:solidFill>
                <a:latin typeface="Arial" panose="020B0604020202020204" pitchFamily="34" charset="0"/>
                <a:ea typeface="微软雅黑" panose="020B0503020204020204" pitchFamily="34" charset="-122"/>
                <a:sym typeface="Arial" panose="020B0604020202020204" pitchFamily="34" charset="0"/>
              </a:rPr>
              <a:t>我是步骤三</a:t>
            </a:r>
          </a:p>
        </p:txBody>
      </p:sp>
      <p:sp>
        <p:nvSpPr>
          <p:cNvPr id="21" name="文本3"/>
          <p:cNvSpPr/>
          <p:nvPr/>
        </p:nvSpPr>
        <p:spPr>
          <a:xfrm rot="13451795">
            <a:off x="1681484" y="3352243"/>
            <a:ext cx="2122348" cy="1491531"/>
          </a:xfrm>
          <a:prstGeom prst="rect">
            <a:avLst/>
          </a:prstGeom>
          <a:noFill/>
          <a:ln w="25400" cap="flat" cmpd="sng" algn="ctr">
            <a:noFill/>
            <a:prstDash val="solid"/>
          </a:ln>
          <a:effectLst/>
        </p:spPr>
        <p:txBody>
          <a:bodyPr spcFirstLastPara="1" lIns="68573" tIns="34287" rIns="68573" bIns="34287" numCol="1" anchor="ctr">
            <a:prstTxWarp prst="textArchUp">
              <a:avLst>
                <a:gd name="adj" fmla="val 10710955"/>
              </a:avLst>
            </a:prstTxWarp>
          </a:bodyPr>
          <a:lstStyle/>
          <a:p>
            <a:pPr algn="ctr">
              <a:defRPr/>
            </a:pPr>
            <a:r>
              <a:rPr lang="zh-CN" altLang="en-US" sz="900" b="1" kern="0" dirty="0">
                <a:solidFill>
                  <a:srgbClr val="FFFFFF"/>
                </a:solidFill>
                <a:latin typeface="Arial" panose="020B0604020202020204" pitchFamily="34" charset="0"/>
                <a:ea typeface="微软雅黑" panose="020B0503020204020204" pitchFamily="34" charset="-122"/>
                <a:sym typeface="Arial" panose="020B0604020202020204" pitchFamily="34" charset="0"/>
              </a:rPr>
              <a:t>我是步骤四</a:t>
            </a:r>
          </a:p>
        </p:txBody>
      </p:sp>
      <p:sp>
        <p:nvSpPr>
          <p:cNvPr id="31" name="Freeform 63"/>
          <p:cNvSpPr>
            <a:spLocks noChangeAspect="1" noEditPoints="1"/>
          </p:cNvSpPr>
          <p:nvPr/>
        </p:nvSpPr>
        <p:spPr bwMode="auto">
          <a:xfrm>
            <a:off x="2575524" y="3176911"/>
            <a:ext cx="829964" cy="942689"/>
          </a:xfrm>
          <a:custGeom>
            <a:avLst/>
            <a:gdLst>
              <a:gd name="T0" fmla="*/ 319 w 352"/>
              <a:gd name="T1" fmla="*/ 209 h 400"/>
              <a:gd name="T2" fmla="*/ 238 w 352"/>
              <a:gd name="T3" fmla="*/ 134 h 400"/>
              <a:gd name="T4" fmla="*/ 251 w 352"/>
              <a:gd name="T5" fmla="*/ 134 h 400"/>
              <a:gd name="T6" fmla="*/ 313 w 352"/>
              <a:gd name="T7" fmla="*/ 114 h 400"/>
              <a:gd name="T8" fmla="*/ 283 w 352"/>
              <a:gd name="T9" fmla="*/ 96 h 400"/>
              <a:gd name="T10" fmla="*/ 292 w 352"/>
              <a:gd name="T11" fmla="*/ 82 h 400"/>
              <a:gd name="T12" fmla="*/ 289 w 352"/>
              <a:gd name="T13" fmla="*/ 75 h 400"/>
              <a:gd name="T14" fmla="*/ 237 w 352"/>
              <a:gd name="T15" fmla="*/ 97 h 400"/>
              <a:gd name="T16" fmla="*/ 231 w 352"/>
              <a:gd name="T17" fmla="*/ 16 h 400"/>
              <a:gd name="T18" fmla="*/ 142 w 352"/>
              <a:gd name="T19" fmla="*/ 17 h 400"/>
              <a:gd name="T20" fmla="*/ 136 w 352"/>
              <a:gd name="T21" fmla="*/ 108 h 400"/>
              <a:gd name="T22" fmla="*/ 121 w 352"/>
              <a:gd name="T23" fmla="*/ 112 h 400"/>
              <a:gd name="T24" fmla="*/ 111 w 352"/>
              <a:gd name="T25" fmla="*/ 119 h 400"/>
              <a:gd name="T26" fmla="*/ 127 w 352"/>
              <a:gd name="T27" fmla="*/ 130 h 400"/>
              <a:gd name="T28" fmla="*/ 34 w 352"/>
              <a:gd name="T29" fmla="*/ 214 h 400"/>
              <a:gd name="T30" fmla="*/ 149 w 352"/>
              <a:gd name="T31" fmla="*/ 391 h 400"/>
              <a:gd name="T32" fmla="*/ 343 w 352"/>
              <a:gd name="T33" fmla="*/ 268 h 400"/>
              <a:gd name="T34" fmla="*/ 303 w 352"/>
              <a:gd name="T35" fmla="*/ 109 h 400"/>
              <a:gd name="T36" fmla="*/ 251 w 352"/>
              <a:gd name="T37" fmla="*/ 123 h 400"/>
              <a:gd name="T38" fmla="*/ 243 w 352"/>
              <a:gd name="T39" fmla="*/ 122 h 400"/>
              <a:gd name="T40" fmla="*/ 280 w 352"/>
              <a:gd name="T41" fmla="*/ 85 h 400"/>
              <a:gd name="T42" fmla="*/ 239 w 352"/>
              <a:gd name="T43" fmla="*/ 111 h 400"/>
              <a:gd name="T44" fmla="*/ 280 w 352"/>
              <a:gd name="T45" fmla="*/ 85 h 400"/>
              <a:gd name="T46" fmla="*/ 218 w 352"/>
              <a:gd name="T47" fmla="*/ 315 h 400"/>
              <a:gd name="T48" fmla="*/ 183 w 352"/>
              <a:gd name="T49" fmla="*/ 326 h 400"/>
              <a:gd name="T50" fmla="*/ 169 w 352"/>
              <a:gd name="T51" fmla="*/ 344 h 400"/>
              <a:gd name="T52" fmla="*/ 147 w 352"/>
              <a:gd name="T53" fmla="*/ 322 h 400"/>
              <a:gd name="T54" fmla="*/ 122 w 352"/>
              <a:gd name="T55" fmla="*/ 300 h 400"/>
              <a:gd name="T56" fmla="*/ 155 w 352"/>
              <a:gd name="T57" fmla="*/ 280 h 400"/>
              <a:gd name="T58" fmla="*/ 169 w 352"/>
              <a:gd name="T59" fmla="*/ 301 h 400"/>
              <a:gd name="T60" fmla="*/ 142 w 352"/>
              <a:gd name="T61" fmla="*/ 258 h 400"/>
              <a:gd name="T62" fmla="*/ 122 w 352"/>
              <a:gd name="T63" fmla="*/ 225 h 400"/>
              <a:gd name="T64" fmla="*/ 169 w 352"/>
              <a:gd name="T65" fmla="*/ 184 h 400"/>
              <a:gd name="T66" fmla="*/ 183 w 352"/>
              <a:gd name="T67" fmla="*/ 175 h 400"/>
              <a:gd name="T68" fmla="*/ 215 w 352"/>
              <a:gd name="T69" fmla="*/ 194 h 400"/>
              <a:gd name="T70" fmla="*/ 195 w 352"/>
              <a:gd name="T71" fmla="*/ 223 h 400"/>
              <a:gd name="T72" fmla="*/ 183 w 352"/>
              <a:gd name="T73" fmla="*/ 209 h 400"/>
              <a:gd name="T74" fmla="*/ 221 w 352"/>
              <a:gd name="T75" fmla="*/ 252 h 400"/>
              <a:gd name="T76" fmla="*/ 230 w 352"/>
              <a:gd name="T77" fmla="*/ 301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52" h="400">
                <a:moveTo>
                  <a:pt x="343" y="268"/>
                </a:moveTo>
                <a:cubicBezTo>
                  <a:pt x="339" y="245"/>
                  <a:pt x="331" y="231"/>
                  <a:pt x="319" y="209"/>
                </a:cubicBezTo>
                <a:cubicBezTo>
                  <a:pt x="308" y="192"/>
                  <a:pt x="288" y="172"/>
                  <a:pt x="273" y="160"/>
                </a:cubicBezTo>
                <a:cubicBezTo>
                  <a:pt x="262" y="151"/>
                  <a:pt x="249" y="143"/>
                  <a:pt x="238" y="134"/>
                </a:cubicBezTo>
                <a:cubicBezTo>
                  <a:pt x="241" y="134"/>
                  <a:pt x="241" y="134"/>
                  <a:pt x="241" y="134"/>
                </a:cubicBezTo>
                <a:cubicBezTo>
                  <a:pt x="251" y="134"/>
                  <a:pt x="251" y="134"/>
                  <a:pt x="251" y="134"/>
                </a:cubicBezTo>
                <a:cubicBezTo>
                  <a:pt x="258" y="134"/>
                  <a:pt x="266" y="134"/>
                  <a:pt x="274" y="133"/>
                </a:cubicBezTo>
                <a:cubicBezTo>
                  <a:pt x="283" y="132"/>
                  <a:pt x="306" y="128"/>
                  <a:pt x="313" y="114"/>
                </a:cubicBezTo>
                <a:cubicBezTo>
                  <a:pt x="318" y="104"/>
                  <a:pt x="314" y="99"/>
                  <a:pt x="311" y="97"/>
                </a:cubicBezTo>
                <a:cubicBezTo>
                  <a:pt x="306" y="93"/>
                  <a:pt x="295" y="94"/>
                  <a:pt x="283" y="96"/>
                </a:cubicBezTo>
                <a:cubicBezTo>
                  <a:pt x="288" y="92"/>
                  <a:pt x="291" y="88"/>
                  <a:pt x="292" y="84"/>
                </a:cubicBezTo>
                <a:cubicBezTo>
                  <a:pt x="292" y="84"/>
                  <a:pt x="292" y="83"/>
                  <a:pt x="292" y="82"/>
                </a:cubicBezTo>
                <a:cubicBezTo>
                  <a:pt x="292" y="80"/>
                  <a:pt x="292" y="78"/>
                  <a:pt x="290" y="76"/>
                </a:cubicBezTo>
                <a:cubicBezTo>
                  <a:pt x="289" y="75"/>
                  <a:pt x="289" y="75"/>
                  <a:pt x="289" y="75"/>
                </a:cubicBezTo>
                <a:cubicBezTo>
                  <a:pt x="287" y="74"/>
                  <a:pt x="287" y="74"/>
                  <a:pt x="287" y="74"/>
                </a:cubicBezTo>
                <a:cubicBezTo>
                  <a:pt x="272" y="72"/>
                  <a:pt x="251" y="83"/>
                  <a:pt x="237" y="97"/>
                </a:cubicBezTo>
                <a:cubicBezTo>
                  <a:pt x="252" y="77"/>
                  <a:pt x="280" y="51"/>
                  <a:pt x="285" y="30"/>
                </a:cubicBezTo>
                <a:cubicBezTo>
                  <a:pt x="266" y="29"/>
                  <a:pt x="247" y="25"/>
                  <a:pt x="231" y="16"/>
                </a:cubicBezTo>
                <a:cubicBezTo>
                  <a:pt x="216" y="8"/>
                  <a:pt x="209" y="0"/>
                  <a:pt x="191" y="3"/>
                </a:cubicBezTo>
                <a:cubicBezTo>
                  <a:pt x="174" y="5"/>
                  <a:pt x="158" y="13"/>
                  <a:pt x="142" y="17"/>
                </a:cubicBezTo>
                <a:cubicBezTo>
                  <a:pt x="124" y="22"/>
                  <a:pt x="108" y="15"/>
                  <a:pt x="90" y="18"/>
                </a:cubicBezTo>
                <a:cubicBezTo>
                  <a:pt x="87" y="49"/>
                  <a:pt x="125" y="79"/>
                  <a:pt x="136" y="108"/>
                </a:cubicBezTo>
                <a:cubicBezTo>
                  <a:pt x="131" y="109"/>
                  <a:pt x="126" y="110"/>
                  <a:pt x="121" y="112"/>
                </a:cubicBezTo>
                <a:cubicBezTo>
                  <a:pt x="121" y="112"/>
                  <a:pt x="121" y="112"/>
                  <a:pt x="121" y="112"/>
                </a:cubicBezTo>
                <a:cubicBezTo>
                  <a:pt x="118" y="113"/>
                  <a:pt x="115" y="114"/>
                  <a:pt x="114" y="116"/>
                </a:cubicBezTo>
                <a:cubicBezTo>
                  <a:pt x="111" y="119"/>
                  <a:pt x="111" y="119"/>
                  <a:pt x="111" y="119"/>
                </a:cubicBezTo>
                <a:cubicBezTo>
                  <a:pt x="113" y="123"/>
                  <a:pt x="113" y="123"/>
                  <a:pt x="113" y="123"/>
                </a:cubicBezTo>
                <a:cubicBezTo>
                  <a:pt x="116" y="127"/>
                  <a:pt x="120" y="129"/>
                  <a:pt x="127" y="130"/>
                </a:cubicBezTo>
                <a:cubicBezTo>
                  <a:pt x="113" y="139"/>
                  <a:pt x="96" y="149"/>
                  <a:pt x="84" y="159"/>
                </a:cubicBezTo>
                <a:cubicBezTo>
                  <a:pt x="69" y="172"/>
                  <a:pt x="46" y="198"/>
                  <a:pt x="34" y="214"/>
                </a:cubicBezTo>
                <a:cubicBezTo>
                  <a:pt x="13" y="240"/>
                  <a:pt x="0" y="275"/>
                  <a:pt x="6" y="307"/>
                </a:cubicBezTo>
                <a:cubicBezTo>
                  <a:pt x="18" y="370"/>
                  <a:pt x="92" y="391"/>
                  <a:pt x="149" y="391"/>
                </a:cubicBezTo>
                <a:cubicBezTo>
                  <a:pt x="212" y="391"/>
                  <a:pt x="293" y="400"/>
                  <a:pt x="335" y="348"/>
                </a:cubicBezTo>
                <a:cubicBezTo>
                  <a:pt x="352" y="327"/>
                  <a:pt x="347" y="295"/>
                  <a:pt x="343" y="268"/>
                </a:cubicBezTo>
                <a:close/>
                <a:moveTo>
                  <a:pt x="305" y="105"/>
                </a:moveTo>
                <a:cubicBezTo>
                  <a:pt x="305" y="105"/>
                  <a:pt x="305" y="106"/>
                  <a:pt x="303" y="109"/>
                </a:cubicBezTo>
                <a:cubicBezTo>
                  <a:pt x="299" y="117"/>
                  <a:pt x="284" y="121"/>
                  <a:pt x="273" y="123"/>
                </a:cubicBezTo>
                <a:cubicBezTo>
                  <a:pt x="266" y="124"/>
                  <a:pt x="258" y="124"/>
                  <a:pt x="251" y="123"/>
                </a:cubicBezTo>
                <a:cubicBezTo>
                  <a:pt x="243" y="123"/>
                  <a:pt x="243" y="123"/>
                  <a:pt x="243" y="123"/>
                </a:cubicBezTo>
                <a:cubicBezTo>
                  <a:pt x="243" y="122"/>
                  <a:pt x="243" y="122"/>
                  <a:pt x="243" y="122"/>
                </a:cubicBezTo>
                <a:cubicBezTo>
                  <a:pt x="263" y="112"/>
                  <a:pt x="300" y="101"/>
                  <a:pt x="305" y="105"/>
                </a:cubicBezTo>
                <a:close/>
                <a:moveTo>
                  <a:pt x="280" y="85"/>
                </a:moveTo>
                <a:cubicBezTo>
                  <a:pt x="275" y="90"/>
                  <a:pt x="260" y="99"/>
                  <a:pt x="251" y="104"/>
                </a:cubicBezTo>
                <a:cubicBezTo>
                  <a:pt x="247" y="106"/>
                  <a:pt x="243" y="108"/>
                  <a:pt x="239" y="111"/>
                </a:cubicBezTo>
                <a:cubicBezTo>
                  <a:pt x="239" y="111"/>
                  <a:pt x="239" y="111"/>
                  <a:pt x="239" y="111"/>
                </a:cubicBezTo>
                <a:cubicBezTo>
                  <a:pt x="249" y="98"/>
                  <a:pt x="267" y="86"/>
                  <a:pt x="280" y="85"/>
                </a:cubicBezTo>
                <a:close/>
                <a:moveTo>
                  <a:pt x="230" y="301"/>
                </a:moveTo>
                <a:cubicBezTo>
                  <a:pt x="227" y="306"/>
                  <a:pt x="223" y="311"/>
                  <a:pt x="218" y="315"/>
                </a:cubicBezTo>
                <a:cubicBezTo>
                  <a:pt x="213" y="319"/>
                  <a:pt x="208" y="322"/>
                  <a:pt x="203" y="323"/>
                </a:cubicBezTo>
                <a:cubicBezTo>
                  <a:pt x="197" y="325"/>
                  <a:pt x="191" y="326"/>
                  <a:pt x="183" y="326"/>
                </a:cubicBezTo>
                <a:cubicBezTo>
                  <a:pt x="183" y="344"/>
                  <a:pt x="183" y="344"/>
                  <a:pt x="183" y="344"/>
                </a:cubicBezTo>
                <a:cubicBezTo>
                  <a:pt x="169" y="344"/>
                  <a:pt x="169" y="344"/>
                  <a:pt x="169" y="344"/>
                </a:cubicBezTo>
                <a:cubicBezTo>
                  <a:pt x="169" y="326"/>
                  <a:pt x="169" y="326"/>
                  <a:pt x="169" y="326"/>
                </a:cubicBezTo>
                <a:cubicBezTo>
                  <a:pt x="160" y="326"/>
                  <a:pt x="152" y="324"/>
                  <a:pt x="147" y="322"/>
                </a:cubicBezTo>
                <a:cubicBezTo>
                  <a:pt x="141" y="320"/>
                  <a:pt x="136" y="317"/>
                  <a:pt x="132" y="313"/>
                </a:cubicBezTo>
                <a:cubicBezTo>
                  <a:pt x="127" y="309"/>
                  <a:pt x="124" y="305"/>
                  <a:pt x="122" y="300"/>
                </a:cubicBezTo>
                <a:cubicBezTo>
                  <a:pt x="120" y="296"/>
                  <a:pt x="118" y="291"/>
                  <a:pt x="117" y="284"/>
                </a:cubicBezTo>
                <a:cubicBezTo>
                  <a:pt x="155" y="280"/>
                  <a:pt x="155" y="280"/>
                  <a:pt x="155" y="280"/>
                </a:cubicBezTo>
                <a:cubicBezTo>
                  <a:pt x="156" y="286"/>
                  <a:pt x="158" y="291"/>
                  <a:pt x="160" y="293"/>
                </a:cubicBezTo>
                <a:cubicBezTo>
                  <a:pt x="162" y="296"/>
                  <a:pt x="165" y="299"/>
                  <a:pt x="169" y="301"/>
                </a:cubicBezTo>
                <a:cubicBezTo>
                  <a:pt x="169" y="267"/>
                  <a:pt x="169" y="267"/>
                  <a:pt x="169" y="267"/>
                </a:cubicBezTo>
                <a:cubicBezTo>
                  <a:pt x="156" y="264"/>
                  <a:pt x="147" y="261"/>
                  <a:pt x="142" y="258"/>
                </a:cubicBezTo>
                <a:cubicBezTo>
                  <a:pt x="137" y="255"/>
                  <a:pt x="132" y="251"/>
                  <a:pt x="128" y="246"/>
                </a:cubicBezTo>
                <a:cubicBezTo>
                  <a:pt x="124" y="240"/>
                  <a:pt x="122" y="233"/>
                  <a:pt x="122" y="225"/>
                </a:cubicBezTo>
                <a:cubicBezTo>
                  <a:pt x="122" y="213"/>
                  <a:pt x="126" y="204"/>
                  <a:pt x="134" y="196"/>
                </a:cubicBezTo>
                <a:cubicBezTo>
                  <a:pt x="142" y="189"/>
                  <a:pt x="154" y="185"/>
                  <a:pt x="169" y="184"/>
                </a:cubicBezTo>
                <a:cubicBezTo>
                  <a:pt x="169" y="175"/>
                  <a:pt x="169" y="175"/>
                  <a:pt x="169" y="175"/>
                </a:cubicBezTo>
                <a:cubicBezTo>
                  <a:pt x="183" y="175"/>
                  <a:pt x="183" y="175"/>
                  <a:pt x="183" y="175"/>
                </a:cubicBezTo>
                <a:cubicBezTo>
                  <a:pt x="183" y="184"/>
                  <a:pt x="183" y="184"/>
                  <a:pt x="183" y="184"/>
                </a:cubicBezTo>
                <a:cubicBezTo>
                  <a:pt x="197" y="185"/>
                  <a:pt x="208" y="188"/>
                  <a:pt x="215" y="194"/>
                </a:cubicBezTo>
                <a:cubicBezTo>
                  <a:pt x="223" y="200"/>
                  <a:pt x="228" y="208"/>
                  <a:pt x="230" y="218"/>
                </a:cubicBezTo>
                <a:cubicBezTo>
                  <a:pt x="195" y="223"/>
                  <a:pt x="195" y="223"/>
                  <a:pt x="195" y="223"/>
                </a:cubicBezTo>
                <a:cubicBezTo>
                  <a:pt x="193" y="219"/>
                  <a:pt x="191" y="216"/>
                  <a:pt x="190" y="214"/>
                </a:cubicBezTo>
                <a:cubicBezTo>
                  <a:pt x="189" y="212"/>
                  <a:pt x="186" y="211"/>
                  <a:pt x="183" y="209"/>
                </a:cubicBezTo>
                <a:cubicBezTo>
                  <a:pt x="183" y="236"/>
                  <a:pt x="183" y="236"/>
                  <a:pt x="183" y="236"/>
                </a:cubicBezTo>
                <a:cubicBezTo>
                  <a:pt x="202" y="241"/>
                  <a:pt x="215" y="247"/>
                  <a:pt x="221" y="252"/>
                </a:cubicBezTo>
                <a:cubicBezTo>
                  <a:pt x="230" y="260"/>
                  <a:pt x="234" y="270"/>
                  <a:pt x="234" y="282"/>
                </a:cubicBezTo>
                <a:cubicBezTo>
                  <a:pt x="234" y="288"/>
                  <a:pt x="233" y="295"/>
                  <a:pt x="230" y="301"/>
                </a:cubicBezTo>
                <a:close/>
              </a:path>
            </a:pathLst>
          </a:custGeom>
          <a:solidFill>
            <a:srgbClr val="044BC9"/>
          </a:solidFill>
          <a:ln>
            <a:noFill/>
          </a:ln>
        </p:spPr>
        <p:txBody>
          <a:bodyPr vert="horz" wrap="square" lIns="68580" tIns="34290" rIns="68580" bIns="34290" numCol="1" anchor="t" anchorCtr="0" compatLnSpc="1">
            <a:prstTxWarp prst="textNoShape">
              <a:avLst/>
            </a:prstTxWarp>
          </a:bodyPr>
          <a:lstStyle/>
          <a:p>
            <a:pPr algn="ctr"/>
            <a:endParaRPr lang="zh-CN" altLang="en-US" sz="825">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34" name="Content Placeholder 2"/>
          <p:cNvSpPr txBox="1">
            <a:spLocks/>
          </p:cNvSpPr>
          <p:nvPr/>
        </p:nvSpPr>
        <p:spPr>
          <a:xfrm>
            <a:off x="6096000" y="1864620"/>
            <a:ext cx="4648200"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a:t>
            </a:r>
          </a:p>
        </p:txBody>
      </p:sp>
      <p:grpSp>
        <p:nvGrpSpPr>
          <p:cNvPr id="37" name="组合 36"/>
          <p:cNvGrpSpPr/>
          <p:nvPr/>
        </p:nvGrpSpPr>
        <p:grpSpPr>
          <a:xfrm>
            <a:off x="6184900" y="3127875"/>
            <a:ext cx="4559300" cy="0"/>
            <a:chOff x="3746190" y="2146300"/>
            <a:chExt cx="4559300" cy="0"/>
          </a:xfrm>
        </p:grpSpPr>
        <p:cxnSp>
          <p:nvCxnSpPr>
            <p:cNvPr id="38" name="直接连接符 37"/>
            <p:cNvCxnSpPr/>
            <p:nvPr/>
          </p:nvCxnSpPr>
          <p:spPr>
            <a:xfrm>
              <a:off x="3746190" y="2146300"/>
              <a:ext cx="4559300" cy="0"/>
            </a:xfrm>
            <a:prstGeom prst="line">
              <a:avLst/>
            </a:prstGeom>
            <a:ln>
              <a:solidFill>
                <a:srgbClr val="044BC9"/>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3746190" y="2146300"/>
              <a:ext cx="914710" cy="0"/>
            </a:xfrm>
            <a:prstGeom prst="line">
              <a:avLst/>
            </a:prstGeom>
            <a:ln w="57150">
              <a:solidFill>
                <a:srgbClr val="044BC9"/>
              </a:solidFill>
            </a:ln>
          </p:spPr>
          <p:style>
            <a:lnRef idx="1">
              <a:schemeClr val="accent1"/>
            </a:lnRef>
            <a:fillRef idx="0">
              <a:schemeClr val="accent1"/>
            </a:fillRef>
            <a:effectRef idx="0">
              <a:schemeClr val="accent1"/>
            </a:effectRef>
            <a:fontRef idx="minor">
              <a:schemeClr val="tx1"/>
            </a:fontRef>
          </p:style>
        </p:cxnSp>
      </p:grpSp>
      <p:sp>
        <p:nvSpPr>
          <p:cNvPr id="40" name="Content Placeholder 2"/>
          <p:cNvSpPr txBox="1">
            <a:spLocks/>
          </p:cNvSpPr>
          <p:nvPr/>
        </p:nvSpPr>
        <p:spPr>
          <a:xfrm>
            <a:off x="6096000" y="3855228"/>
            <a:ext cx="4648200"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a:t>
            </a:r>
          </a:p>
        </p:txBody>
      </p:sp>
      <p:grpSp>
        <p:nvGrpSpPr>
          <p:cNvPr id="41" name="组合 40"/>
          <p:cNvGrpSpPr/>
          <p:nvPr/>
        </p:nvGrpSpPr>
        <p:grpSpPr>
          <a:xfrm>
            <a:off x="6184900" y="5118483"/>
            <a:ext cx="4559300" cy="0"/>
            <a:chOff x="3746190" y="2146300"/>
            <a:chExt cx="4559300" cy="0"/>
          </a:xfrm>
        </p:grpSpPr>
        <p:cxnSp>
          <p:nvCxnSpPr>
            <p:cNvPr id="42" name="直接连接符 41"/>
            <p:cNvCxnSpPr/>
            <p:nvPr/>
          </p:nvCxnSpPr>
          <p:spPr>
            <a:xfrm>
              <a:off x="3746190" y="2146300"/>
              <a:ext cx="4559300" cy="0"/>
            </a:xfrm>
            <a:prstGeom prst="line">
              <a:avLst/>
            </a:prstGeom>
            <a:ln>
              <a:solidFill>
                <a:srgbClr val="044BC9"/>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3746190" y="2146300"/>
              <a:ext cx="914710" cy="0"/>
            </a:xfrm>
            <a:prstGeom prst="line">
              <a:avLst/>
            </a:prstGeom>
            <a:ln w="57150">
              <a:solidFill>
                <a:srgbClr val="044BC9"/>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68252255"/>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500"/>
                                        <p:tgtEl>
                                          <p:spTgt spid="31"/>
                                        </p:tgtEl>
                                      </p:cBhvr>
                                    </p:animEffect>
                                  </p:childTnLst>
                                </p:cTn>
                              </p:par>
                              <p:par>
                                <p:cTn id="44" presetID="42" presetClass="entr" presetSubtype="0"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500"/>
                                        <p:tgtEl>
                                          <p:spTgt spid="34"/>
                                        </p:tgtEl>
                                      </p:cBhvr>
                                    </p:animEffect>
                                    <p:anim calcmode="lin" valueType="num">
                                      <p:cBhvr>
                                        <p:cTn id="47" dur="500" fill="hold"/>
                                        <p:tgtEl>
                                          <p:spTgt spid="34"/>
                                        </p:tgtEl>
                                        <p:attrNameLst>
                                          <p:attrName>ppt_x</p:attrName>
                                        </p:attrNameLst>
                                      </p:cBhvr>
                                      <p:tavLst>
                                        <p:tav tm="0">
                                          <p:val>
                                            <p:strVal val="#ppt_x"/>
                                          </p:val>
                                        </p:tav>
                                        <p:tav tm="100000">
                                          <p:val>
                                            <p:strVal val="#ppt_x"/>
                                          </p:val>
                                        </p:tav>
                                      </p:tavLst>
                                    </p:anim>
                                    <p:anim calcmode="lin" valueType="num">
                                      <p:cBhvr>
                                        <p:cTn id="48" dur="5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37"/>
                                        </p:tgtEl>
                                        <p:attrNameLst>
                                          <p:attrName>style.visibility</p:attrName>
                                        </p:attrNameLst>
                                      </p:cBhvr>
                                      <p:to>
                                        <p:strVal val="visible"/>
                                      </p:to>
                                    </p:set>
                                    <p:animEffect transition="in" filter="wipe(left)">
                                      <p:cBhvr>
                                        <p:cTn id="53" dur="500"/>
                                        <p:tgtEl>
                                          <p:spTgt spid="37"/>
                                        </p:tgtEl>
                                      </p:cBhvr>
                                    </p:animEffect>
                                  </p:childTnLst>
                                </p:cTn>
                              </p:par>
                              <p:par>
                                <p:cTn id="54" presetID="42" presetClass="entr" presetSubtype="0" fill="hold" grpId="0"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500"/>
                                        <p:tgtEl>
                                          <p:spTgt spid="40"/>
                                        </p:tgtEl>
                                      </p:cBhvr>
                                    </p:animEffect>
                                    <p:anim calcmode="lin" valueType="num">
                                      <p:cBhvr>
                                        <p:cTn id="57" dur="500" fill="hold"/>
                                        <p:tgtEl>
                                          <p:spTgt spid="40"/>
                                        </p:tgtEl>
                                        <p:attrNameLst>
                                          <p:attrName>ppt_x</p:attrName>
                                        </p:attrNameLst>
                                      </p:cBhvr>
                                      <p:tavLst>
                                        <p:tav tm="0">
                                          <p:val>
                                            <p:strVal val="#ppt_x"/>
                                          </p:val>
                                        </p:tav>
                                        <p:tav tm="100000">
                                          <p:val>
                                            <p:strVal val="#ppt_x"/>
                                          </p:val>
                                        </p:tav>
                                      </p:tavLst>
                                    </p:anim>
                                    <p:anim calcmode="lin" valueType="num">
                                      <p:cBhvr>
                                        <p:cTn id="58" dur="5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wipe(left)">
                                      <p:cBhvr>
                                        <p:cTn id="6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p:bldP spid="11" grpId="0" animBg="1"/>
      <p:bldP spid="15" grpId="0" animBg="1"/>
      <p:bldP spid="16" grpId="0" animBg="1"/>
      <p:bldP spid="18" grpId="0" animBg="1"/>
      <p:bldP spid="19" grpId="0"/>
      <p:bldP spid="20" grpId="0"/>
      <p:bldP spid="21" grpId="0"/>
      <p:bldP spid="31" grpId="0" animBg="1"/>
      <p:bldP spid="34" grpId="0"/>
      <p:bldP spid="4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0" y="2863105"/>
            <a:ext cx="12191998" cy="3994895"/>
            <a:chOff x="0" y="3619500"/>
            <a:chExt cx="12191998" cy="3238500"/>
          </a:xfrm>
        </p:grpSpPr>
        <p:pic>
          <p:nvPicPr>
            <p:cNvPr id="3" name="图片 2"/>
            <p:cNvPicPr>
              <a:picLocks noChangeAspect="1"/>
            </p:cNvPicPr>
            <p:nvPr/>
          </p:nvPicPr>
          <p:blipFill rotWithShape="1">
            <a:blip r:embed="Rf326912936b74dab"/>
            <a:srcRect l="2986" r="2356"/>
            <a:stretch/>
          </p:blipFill>
          <p:spPr>
            <a:xfrm>
              <a:off x="6095999" y="3619500"/>
              <a:ext cx="6095999" cy="3238500"/>
            </a:xfrm>
            <a:prstGeom prst="rect">
              <a:avLst/>
            </a:prstGeom>
          </p:spPr>
        </p:pic>
        <p:pic>
          <p:nvPicPr>
            <p:cNvPr id="10" name="图片 9"/>
            <p:cNvPicPr>
              <a:picLocks noChangeAspect="1"/>
            </p:cNvPicPr>
            <p:nvPr/>
          </p:nvPicPr>
          <p:blipFill rotWithShape="1">
            <a:blip r:embed="Rf326912936b74dab"/>
            <a:srcRect l="2986" r="2356"/>
            <a:stretch/>
          </p:blipFill>
          <p:spPr>
            <a:xfrm flipH="1">
              <a:off x="0" y="3619500"/>
              <a:ext cx="6095999" cy="3238500"/>
            </a:xfrm>
            <a:prstGeom prst="rect">
              <a:avLst/>
            </a:prstGeom>
          </p:spPr>
        </p:pic>
      </p:grpSp>
      <p:sp>
        <p:nvSpPr>
          <p:cNvPr id="11" name="Text Placeholder 3">
            <a:extLst>
              <a:ext uri="{FF2B5EF4-FFF2-40B4-BE49-F238E27FC236}">
                <a16:creationId xmlns:a16="http://schemas.microsoft.com/office/drawing/2014/main" id="{CA19DF75-27FF-4804-8C59-F17F55C9C104}"/>
              </a:ext>
            </a:extLst>
          </p:cNvPr>
          <p:cNvSpPr txBox="1">
            <a:spLocks/>
          </p:cNvSpPr>
          <p:nvPr/>
        </p:nvSpPr>
        <p:spPr>
          <a:xfrm>
            <a:off x="212111" y="255771"/>
            <a:ext cx="3470283" cy="370615"/>
          </a:xfrm>
          <a:prstGeom prst="rect">
            <a:avLst/>
          </a:prstGeom>
        </p:spPr>
        <p:txBody>
          <a:bodyPr/>
          <a:lstStyle>
            <a:lvl1pPr marL="0" indent="0" algn="l" defTabSz="1828343" rtl="0" eaLnBrk="1" latinLnBrk="0" hangingPunct="1">
              <a:lnSpc>
                <a:spcPct val="90000"/>
              </a:lnSpc>
              <a:spcBef>
                <a:spcPts val="2000"/>
              </a:spcBef>
              <a:buFont typeface="Arial" panose="020B0604020202020204" pitchFamily="34" charset="0"/>
              <a:buNone/>
              <a:defRPr sz="8000" b="1" kern="1200">
                <a:solidFill>
                  <a:schemeClr val="tx2"/>
                </a:solidFill>
                <a:latin typeface="Amiri" pitchFamily="2" charset="-78"/>
                <a:ea typeface="Amiri" pitchFamily="2" charset="-78"/>
                <a:cs typeface="Amiri" pitchFamily="2" charset="-78"/>
              </a:defRPr>
            </a:lvl1pPr>
            <a:lvl2pPr marL="1371257" indent="-457086" algn="l" defTabSz="1828343" rtl="0" eaLnBrk="1" latinLnBrk="0" hangingPunct="1">
              <a:lnSpc>
                <a:spcPct val="90000"/>
              </a:lnSpc>
              <a:spcBef>
                <a:spcPts val="1000"/>
              </a:spcBef>
              <a:buFont typeface="Arial" panose="020B0604020202020204" pitchFamily="34" charset="0"/>
              <a:buChar char="•"/>
              <a:defRPr sz="4799" kern="1200">
                <a:solidFill>
                  <a:schemeClr val="tx1"/>
                </a:solidFill>
                <a:latin typeface="+mn-lt"/>
                <a:ea typeface="+mn-ea"/>
                <a:cs typeface="+mn-cs"/>
              </a:defRPr>
            </a:lvl2pPr>
            <a:lvl3pPr marL="2285429" indent="-457086" algn="l" defTabSz="1828343" rtl="0" eaLnBrk="1" latinLnBrk="0" hangingPunct="1">
              <a:lnSpc>
                <a:spcPct val="90000"/>
              </a:lnSpc>
              <a:spcBef>
                <a:spcPts val="1000"/>
              </a:spcBef>
              <a:buFont typeface="Arial" panose="020B0604020202020204" pitchFamily="34" charset="0"/>
              <a:buChar char="•"/>
              <a:defRPr sz="3999" kern="1200">
                <a:solidFill>
                  <a:schemeClr val="tx1"/>
                </a:solidFill>
                <a:latin typeface="+mn-lt"/>
                <a:ea typeface="+mn-ea"/>
                <a:cs typeface="+mn-cs"/>
              </a:defRPr>
            </a:lvl3pPr>
            <a:lvl4pPr marL="3199600"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4pPr>
            <a:lvl5pPr marL="4113771"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gn="dist"/>
            <a:r>
              <a:rPr lang="zh-CN" altLang="en-US" sz="1600" b="0" dirty="0">
                <a:solidFill>
                  <a:srgbClr val="044BC9"/>
                </a:solidFill>
                <a:latin typeface="思源黑体 CN Light" panose="020B0300000000000000" pitchFamily="34" charset="-122"/>
                <a:ea typeface="思源黑体 CN Light" panose="020B0300000000000000" pitchFamily="34" charset="-122"/>
              </a:rPr>
              <a:t>这里输入您的公司</a:t>
            </a:r>
            <a:r>
              <a:rPr lang="en-US" altLang="zh-CN" sz="1600" b="0" dirty="0">
                <a:solidFill>
                  <a:srgbClr val="044BC9"/>
                </a:solidFill>
                <a:latin typeface="思源黑体 CN Light" panose="020B0300000000000000" pitchFamily="34" charset="-122"/>
                <a:ea typeface="思源黑体 CN Light" panose="020B0300000000000000" pitchFamily="34" charset="-122"/>
              </a:rPr>
              <a:t>/</a:t>
            </a:r>
            <a:r>
              <a:rPr lang="zh-CN" altLang="en-US" sz="1600" b="0" dirty="0">
                <a:solidFill>
                  <a:srgbClr val="044BC9"/>
                </a:solidFill>
                <a:latin typeface="思源黑体 CN Light" panose="020B0300000000000000" pitchFamily="34" charset="-122"/>
                <a:ea typeface="思源黑体 CN Light" panose="020B0300000000000000" pitchFamily="34" charset="-122"/>
              </a:rPr>
              <a:t>组织名称</a:t>
            </a:r>
            <a:endParaRPr lang="en-ID" sz="1600" b="0" dirty="0">
              <a:solidFill>
                <a:srgbClr val="044BC9"/>
              </a:solidFill>
              <a:latin typeface="思源黑体 CN Light" panose="020B0300000000000000" pitchFamily="34" charset="-122"/>
              <a:ea typeface="思源黑体 CN Light" panose="020B0300000000000000" pitchFamily="34" charset="-122"/>
            </a:endParaRPr>
          </a:p>
        </p:txBody>
      </p:sp>
      <p:sp>
        <p:nvSpPr>
          <p:cNvPr id="16" name="文本框 15"/>
          <p:cNvSpPr txBox="1"/>
          <p:nvPr/>
        </p:nvSpPr>
        <p:spPr>
          <a:xfrm>
            <a:off x="4375878" y="2126329"/>
            <a:ext cx="3440242" cy="1015663"/>
          </a:xfrm>
          <a:prstGeom prst="rect">
            <a:avLst/>
          </a:prstGeom>
          <a:noFill/>
        </p:spPr>
        <p:txBody>
          <a:bodyPr wrap="square" rtlCol="0">
            <a:spAutoFit/>
          </a:bodyPr>
          <a:lstStyle/>
          <a:p>
            <a:pPr algn="dist"/>
            <a:r>
              <a:rPr lang="zh-CN" altLang="en-US" sz="6000" b="1" dirty="0">
                <a:ln w="12700">
                  <a:noFill/>
                </a:ln>
                <a:gradFill>
                  <a:gsLst>
                    <a:gs pos="0">
                      <a:srgbClr val="044BC9"/>
                    </a:gs>
                    <a:gs pos="100000">
                      <a:srgbClr val="23A2E4"/>
                    </a:gs>
                  </a:gsLst>
                  <a:lin ang="0" scaled="0"/>
                </a:gradFill>
                <a:latin typeface="Aa黑体 (非商业使用)" panose="02010600010101010101" pitchFamily="2" charset="-122"/>
                <a:ea typeface="Aa黑体 (非商业使用)" panose="02010600010101010101" pitchFamily="2" charset="-122"/>
                <a:sym typeface="思源黑体" panose="020B0500000000000000" pitchFamily="34" charset="-122"/>
              </a:rPr>
              <a:t>经验分享</a:t>
            </a:r>
          </a:p>
        </p:txBody>
      </p:sp>
      <p:sp>
        <p:nvSpPr>
          <p:cNvPr id="18" name="矩形 17">
            <a:extLst>
              <a:ext uri="{FF2B5EF4-FFF2-40B4-BE49-F238E27FC236}">
                <a16:creationId xmlns:a16="http://schemas.microsoft.com/office/drawing/2014/main" id="{535883B3-EF7F-4DF1-A1E7-9EAA262A8946}"/>
              </a:ext>
            </a:extLst>
          </p:cNvPr>
          <p:cNvSpPr/>
          <p:nvPr/>
        </p:nvSpPr>
        <p:spPr>
          <a:xfrm>
            <a:off x="2541328" y="3497499"/>
            <a:ext cx="7109342" cy="812530"/>
          </a:xfrm>
          <a:prstGeom prst="rect">
            <a:avLst/>
          </a:prstGeom>
        </p:spPr>
        <p:txBody>
          <a:bodyPr wrap="square">
            <a:spAutoFit/>
          </a:bodyPr>
          <a:lstStyle/>
          <a:p>
            <a:pPr algn="ctr">
              <a:lnSpc>
                <a:spcPct val="130000"/>
              </a:lnSpc>
              <a:spcBef>
                <a:spcPts val="600"/>
              </a:spcBef>
              <a:spcAft>
                <a:spcPts val="600"/>
              </a:spcAft>
              <a:defRPr/>
            </a:pPr>
            <a:r>
              <a:rPr lang="en-US" altLang="zh-CN" sz="1200" dirty="0">
                <a:solidFill>
                  <a:srgbClr val="044BC9"/>
                </a:solidFill>
                <a:latin typeface="Aa黑体 (非商业使用)" panose="02010600010101010101" pitchFamily="2" charset="-122"/>
                <a:ea typeface="Aa黑体 (非商业使用)" panose="02010600010101010101" pitchFamily="2" charset="-122"/>
              </a:rPr>
              <a:t>Please replace text, click add relevant headline, modify the text content, also can copy your. Please replace text, click add relevant headline, modify the text content, Please replace text, click add relevant headline, modify the text content, also can copy your. Please replace text.</a:t>
            </a:r>
          </a:p>
        </p:txBody>
      </p:sp>
      <p:grpSp>
        <p:nvGrpSpPr>
          <p:cNvPr id="22" name="组合 21"/>
          <p:cNvGrpSpPr/>
          <p:nvPr/>
        </p:nvGrpSpPr>
        <p:grpSpPr>
          <a:xfrm>
            <a:off x="4184571" y="3286874"/>
            <a:ext cx="3822856" cy="0"/>
            <a:chOff x="3746190" y="2146300"/>
            <a:chExt cx="3822856" cy="0"/>
          </a:xfrm>
        </p:grpSpPr>
        <p:cxnSp>
          <p:nvCxnSpPr>
            <p:cNvPr id="23" name="直接连接符 22"/>
            <p:cNvCxnSpPr/>
            <p:nvPr/>
          </p:nvCxnSpPr>
          <p:spPr>
            <a:xfrm>
              <a:off x="3746190" y="2146300"/>
              <a:ext cx="3822856" cy="0"/>
            </a:xfrm>
            <a:prstGeom prst="line">
              <a:avLst/>
            </a:prstGeom>
            <a:ln>
              <a:solidFill>
                <a:srgbClr val="044BC9"/>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746190" y="2146300"/>
              <a:ext cx="914710" cy="0"/>
            </a:xfrm>
            <a:prstGeom prst="line">
              <a:avLst/>
            </a:prstGeom>
            <a:ln w="57150">
              <a:solidFill>
                <a:srgbClr val="044BC9"/>
              </a:solidFill>
            </a:ln>
          </p:spPr>
          <p:style>
            <a:lnRef idx="1">
              <a:schemeClr val="accent1"/>
            </a:lnRef>
            <a:fillRef idx="0">
              <a:schemeClr val="accent1"/>
            </a:fillRef>
            <a:effectRef idx="0">
              <a:schemeClr val="accent1"/>
            </a:effectRef>
            <a:fontRef idx="minor">
              <a:schemeClr val="tx1"/>
            </a:fontRef>
          </p:style>
        </p:cxnSp>
      </p:grpSp>
      <p:sp>
        <p:nvSpPr>
          <p:cNvPr id="26" name="矩形 25"/>
          <p:cNvSpPr/>
          <p:nvPr/>
        </p:nvSpPr>
        <p:spPr>
          <a:xfrm>
            <a:off x="8457078" y="949528"/>
            <a:ext cx="3405842" cy="769441"/>
          </a:xfrm>
          <a:prstGeom prst="rect">
            <a:avLst/>
          </a:prstGeom>
          <a:noFill/>
        </p:spPr>
        <p:txBody>
          <a:bodyPr wrap="square" rtlCol="0">
            <a:spAutoFit/>
          </a:bodyPr>
          <a:lstStyle/>
          <a:p>
            <a:pPr algn="ctr"/>
            <a:r>
              <a:rPr lang="en-US" altLang="zh-CN" sz="4400" b="1" dirty="0">
                <a:ln w="12700">
                  <a:noFill/>
                </a:ln>
                <a:gradFill>
                  <a:gsLst>
                    <a:gs pos="0">
                      <a:srgbClr val="044BC9"/>
                    </a:gs>
                    <a:gs pos="100000">
                      <a:srgbClr val="23A2E4"/>
                    </a:gs>
                  </a:gsLst>
                  <a:lin ang="5400000" scaled="0"/>
                </a:gradFill>
                <a:latin typeface="Aa黑体 (非商业使用)" panose="02010600010101010101" pitchFamily="2" charset="-122"/>
                <a:ea typeface="Aa黑体 (非商业使用)" panose="02010600010101010101" pitchFamily="2" charset="-122"/>
              </a:rPr>
              <a:t>PART 04</a:t>
            </a:r>
            <a:endParaRPr lang="zh-CN" altLang="en-US" sz="4400" b="1" dirty="0">
              <a:ln w="12700">
                <a:noFill/>
              </a:ln>
              <a:gradFill>
                <a:gsLst>
                  <a:gs pos="0">
                    <a:srgbClr val="044BC9"/>
                  </a:gs>
                  <a:gs pos="100000">
                    <a:srgbClr val="23A2E4"/>
                  </a:gs>
                </a:gsLst>
                <a:lin ang="5400000" scaled="0"/>
              </a:gradFill>
              <a:latin typeface="Aa黑体 (非商业使用)" panose="02010600010101010101" pitchFamily="2" charset="-122"/>
              <a:ea typeface="Aa黑体 (非商业使用)" panose="02010600010101010101" pitchFamily="2" charset="-122"/>
            </a:endParaRPr>
          </a:p>
        </p:txBody>
      </p:sp>
    </p:spTree>
    <p:extLst>
      <p:ext uri="{BB962C8B-B14F-4D97-AF65-F5344CB8AC3E}">
        <p14:creationId xmlns:p14="http://schemas.microsoft.com/office/powerpoint/2010/main" val="36855322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4000">
        <p15:prstTrans prst="airplane"/>
      </p:transition>
    </mc:Choice>
    <mc:Fallback xmlns:p14="http://schemas.microsoft.com/office/powerpoint/2010/main" xmlns:a16="http://schemas.microsoft.com/office/drawing/2014/main" xmlns="">
      <p:transition spd="slow" advTm="4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randombar(horizontal)">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41" presetClass="entr" presetSubtype="0" fill="hold" grpId="0" nodeType="clickEffect">
                                  <p:stCondLst>
                                    <p:cond delay="0"/>
                                  </p:stCondLst>
                                  <p:iterate type="lt">
                                    <p:tmPct val="10000"/>
                                  </p:iterate>
                                  <p:childTnLst>
                                    <p:set>
                                      <p:cBhvr>
                                        <p:cTn id="11" dur="1" fill="hold">
                                          <p:stCondLst>
                                            <p:cond delay="0"/>
                                          </p:stCondLst>
                                        </p:cTn>
                                        <p:tgtEl>
                                          <p:spTgt spid="16"/>
                                        </p:tgtEl>
                                        <p:attrNameLst>
                                          <p:attrName>style.visibility</p:attrName>
                                        </p:attrNameLst>
                                      </p:cBhvr>
                                      <p:to>
                                        <p:strVal val="visible"/>
                                      </p:to>
                                    </p:set>
                                    <p:anim calcmode="lin" valueType="num">
                                      <p:cBhvr>
                                        <p:cTn id="12"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16"/>
                                        </p:tgtEl>
                                        <p:attrNameLst>
                                          <p:attrName>ppt_y</p:attrName>
                                        </p:attrNameLst>
                                      </p:cBhvr>
                                      <p:tavLst>
                                        <p:tav tm="0">
                                          <p:val>
                                            <p:strVal val="#ppt_y"/>
                                          </p:val>
                                        </p:tav>
                                        <p:tav tm="100000">
                                          <p:val>
                                            <p:strVal val="#ppt_y"/>
                                          </p:val>
                                        </p:tav>
                                      </p:tavLst>
                                    </p:anim>
                                    <p:anim calcmode="lin" valueType="num">
                                      <p:cBhvr>
                                        <p:cTn id="14"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left)">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randombar(horizontal)">
                                      <p:cBhvr>
                                        <p:cTn id="2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2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3423744"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经验分享</a:t>
            </a:r>
          </a:p>
        </p:txBody>
      </p:sp>
      <p:grpSp>
        <p:nvGrpSpPr>
          <p:cNvPr id="6" name="组合 5"/>
          <p:cNvGrpSpPr/>
          <p:nvPr/>
        </p:nvGrpSpPr>
        <p:grpSpPr>
          <a:xfrm>
            <a:off x="3864696" y="2027525"/>
            <a:ext cx="4685257" cy="3120223"/>
            <a:chOff x="4844" y="2266"/>
            <a:chExt cx="9517" cy="6338"/>
          </a:xfrm>
        </p:grpSpPr>
        <p:sp>
          <p:nvSpPr>
            <p:cNvPr id="7" name="iŝľîďé"/>
            <p:cNvSpPr/>
            <p:nvPr/>
          </p:nvSpPr>
          <p:spPr bwMode="auto">
            <a:xfrm>
              <a:off x="8336" y="3013"/>
              <a:ext cx="2680" cy="2720"/>
            </a:xfrm>
            <a:custGeom>
              <a:avLst/>
              <a:gdLst>
                <a:gd name="T0" fmla="*/ 415 w 453"/>
                <a:gd name="T1" fmla="*/ 229 h 459"/>
                <a:gd name="T2" fmla="*/ 444 w 453"/>
                <a:gd name="T3" fmla="*/ 195 h 459"/>
                <a:gd name="T4" fmla="*/ 449 w 453"/>
                <a:gd name="T5" fmla="*/ 174 h 459"/>
                <a:gd name="T6" fmla="*/ 432 w 453"/>
                <a:gd name="T7" fmla="*/ 165 h 459"/>
                <a:gd name="T8" fmla="*/ 398 w 453"/>
                <a:gd name="T9" fmla="*/ 151 h 459"/>
                <a:gd name="T10" fmla="*/ 387 w 453"/>
                <a:gd name="T11" fmla="*/ 131 h 459"/>
                <a:gd name="T12" fmla="*/ 406 w 453"/>
                <a:gd name="T13" fmla="*/ 86 h 459"/>
                <a:gd name="T14" fmla="*/ 388 w 453"/>
                <a:gd name="T15" fmla="*/ 81 h 459"/>
                <a:gd name="T16" fmla="*/ 345 w 453"/>
                <a:gd name="T17" fmla="*/ 83 h 459"/>
                <a:gd name="T18" fmla="*/ 331 w 453"/>
                <a:gd name="T19" fmla="*/ 61 h 459"/>
                <a:gd name="T20" fmla="*/ 334 w 453"/>
                <a:gd name="T21" fmla="*/ 26 h 459"/>
                <a:gd name="T22" fmla="*/ 308 w 453"/>
                <a:gd name="T23" fmla="*/ 25 h 459"/>
                <a:gd name="T24" fmla="*/ 276 w 453"/>
                <a:gd name="T25" fmla="*/ 48 h 459"/>
                <a:gd name="T26" fmla="*/ 255 w 453"/>
                <a:gd name="T27" fmla="*/ 43 h 459"/>
                <a:gd name="T28" fmla="*/ 238 w 453"/>
                <a:gd name="T29" fmla="*/ 0 h 459"/>
                <a:gd name="T30" fmla="*/ 214 w 453"/>
                <a:gd name="T31" fmla="*/ 0 h 459"/>
                <a:gd name="T32" fmla="*/ 188 w 453"/>
                <a:gd name="T33" fmla="*/ 45 h 459"/>
                <a:gd name="T34" fmla="*/ 172 w 453"/>
                <a:gd name="T35" fmla="*/ 49 h 459"/>
                <a:gd name="T36" fmla="*/ 138 w 453"/>
                <a:gd name="T37" fmla="*/ 17 h 459"/>
                <a:gd name="T38" fmla="*/ 117 w 453"/>
                <a:gd name="T39" fmla="*/ 28 h 459"/>
                <a:gd name="T40" fmla="*/ 125 w 453"/>
                <a:gd name="T41" fmla="*/ 71 h 459"/>
                <a:gd name="T42" fmla="*/ 106 w 453"/>
                <a:gd name="T43" fmla="*/ 84 h 459"/>
                <a:gd name="T44" fmla="*/ 57 w 453"/>
                <a:gd name="T45" fmla="*/ 78 h 459"/>
                <a:gd name="T46" fmla="*/ 42 w 453"/>
                <a:gd name="T47" fmla="*/ 93 h 459"/>
                <a:gd name="T48" fmla="*/ 64 w 453"/>
                <a:gd name="T49" fmla="*/ 133 h 459"/>
                <a:gd name="T50" fmla="*/ 51 w 453"/>
                <a:gd name="T51" fmla="*/ 160 h 459"/>
                <a:gd name="T52" fmla="*/ 16 w 453"/>
                <a:gd name="T53" fmla="*/ 166 h 459"/>
                <a:gd name="T54" fmla="*/ 3 w 453"/>
                <a:gd name="T55" fmla="*/ 178 h 459"/>
                <a:gd name="T56" fmla="*/ 30 w 453"/>
                <a:gd name="T57" fmla="*/ 206 h 459"/>
                <a:gd name="T58" fmla="*/ 38 w 453"/>
                <a:gd name="T59" fmla="*/ 233 h 459"/>
                <a:gd name="T60" fmla="*/ 0 w 453"/>
                <a:gd name="T61" fmla="*/ 268 h 459"/>
                <a:gd name="T62" fmla="*/ 4 w 453"/>
                <a:gd name="T63" fmla="*/ 287 h 459"/>
                <a:gd name="T64" fmla="*/ 27 w 453"/>
                <a:gd name="T65" fmla="*/ 293 h 459"/>
                <a:gd name="T66" fmla="*/ 57 w 453"/>
                <a:gd name="T67" fmla="*/ 311 h 459"/>
                <a:gd name="T68" fmla="*/ 59 w 453"/>
                <a:gd name="T69" fmla="*/ 336 h 459"/>
                <a:gd name="T70" fmla="*/ 50 w 453"/>
                <a:gd name="T71" fmla="*/ 376 h 459"/>
                <a:gd name="T72" fmla="*/ 85 w 453"/>
                <a:gd name="T73" fmla="*/ 369 h 459"/>
                <a:gd name="T74" fmla="*/ 109 w 453"/>
                <a:gd name="T75" fmla="*/ 377 h 459"/>
                <a:gd name="T76" fmla="*/ 120 w 453"/>
                <a:gd name="T77" fmla="*/ 410 h 459"/>
                <a:gd name="T78" fmla="*/ 127 w 453"/>
                <a:gd name="T79" fmla="*/ 436 h 459"/>
                <a:gd name="T80" fmla="*/ 152 w 453"/>
                <a:gd name="T81" fmla="*/ 426 h 459"/>
                <a:gd name="T82" fmla="*/ 179 w 453"/>
                <a:gd name="T83" fmla="*/ 412 h 459"/>
                <a:gd name="T84" fmla="*/ 204 w 453"/>
                <a:gd name="T85" fmla="*/ 416 h 459"/>
                <a:gd name="T86" fmla="*/ 218 w 453"/>
                <a:gd name="T87" fmla="*/ 459 h 459"/>
                <a:gd name="T88" fmla="*/ 242 w 453"/>
                <a:gd name="T89" fmla="*/ 449 h 459"/>
                <a:gd name="T90" fmla="*/ 268 w 453"/>
                <a:gd name="T91" fmla="*/ 413 h 459"/>
                <a:gd name="T92" fmla="*/ 287 w 453"/>
                <a:gd name="T93" fmla="*/ 408 h 459"/>
                <a:gd name="T94" fmla="*/ 316 w 453"/>
                <a:gd name="T95" fmla="*/ 441 h 459"/>
                <a:gd name="T96" fmla="*/ 337 w 453"/>
                <a:gd name="T97" fmla="*/ 431 h 459"/>
                <a:gd name="T98" fmla="*/ 333 w 453"/>
                <a:gd name="T99" fmla="*/ 385 h 459"/>
                <a:gd name="T100" fmla="*/ 354 w 453"/>
                <a:gd name="T101" fmla="*/ 368 h 459"/>
                <a:gd name="T102" fmla="*/ 398 w 453"/>
                <a:gd name="T103" fmla="*/ 382 h 459"/>
                <a:gd name="T104" fmla="*/ 413 w 453"/>
                <a:gd name="T105" fmla="*/ 363 h 459"/>
                <a:gd name="T106" fmla="*/ 390 w 453"/>
                <a:gd name="T107" fmla="*/ 323 h 459"/>
                <a:gd name="T108" fmla="*/ 404 w 453"/>
                <a:gd name="T109" fmla="*/ 293 h 459"/>
                <a:gd name="T110" fmla="*/ 447 w 453"/>
                <a:gd name="T111" fmla="*/ 292 h 459"/>
                <a:gd name="T112" fmla="*/ 451 w 453"/>
                <a:gd name="T113" fmla="*/ 276 h 459"/>
                <a:gd name="T114" fmla="*/ 226 w 453"/>
                <a:gd name="T115" fmla="*/ 368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53" h="459">
                  <a:moveTo>
                    <a:pt x="423" y="253"/>
                  </a:moveTo>
                  <a:cubicBezTo>
                    <a:pt x="420" y="252"/>
                    <a:pt x="417" y="250"/>
                    <a:pt x="414" y="249"/>
                  </a:cubicBezTo>
                  <a:cubicBezTo>
                    <a:pt x="414" y="247"/>
                    <a:pt x="414" y="245"/>
                    <a:pt x="414" y="243"/>
                  </a:cubicBezTo>
                  <a:cubicBezTo>
                    <a:pt x="415" y="239"/>
                    <a:pt x="415" y="235"/>
                    <a:pt x="415" y="233"/>
                  </a:cubicBezTo>
                  <a:cubicBezTo>
                    <a:pt x="415" y="231"/>
                    <a:pt x="415" y="229"/>
                    <a:pt x="415" y="229"/>
                  </a:cubicBezTo>
                  <a:cubicBezTo>
                    <a:pt x="415" y="229"/>
                    <a:pt x="415" y="228"/>
                    <a:pt x="415" y="226"/>
                  </a:cubicBezTo>
                  <a:cubicBezTo>
                    <a:pt x="415" y="223"/>
                    <a:pt x="415" y="220"/>
                    <a:pt x="414" y="216"/>
                  </a:cubicBezTo>
                  <a:cubicBezTo>
                    <a:pt x="414" y="214"/>
                    <a:pt x="414" y="212"/>
                    <a:pt x="414" y="210"/>
                  </a:cubicBezTo>
                  <a:cubicBezTo>
                    <a:pt x="417" y="209"/>
                    <a:pt x="420" y="207"/>
                    <a:pt x="423" y="206"/>
                  </a:cubicBezTo>
                  <a:cubicBezTo>
                    <a:pt x="431" y="202"/>
                    <a:pt x="438" y="198"/>
                    <a:pt x="444" y="195"/>
                  </a:cubicBezTo>
                  <a:cubicBezTo>
                    <a:pt x="449" y="192"/>
                    <a:pt x="453" y="190"/>
                    <a:pt x="453" y="190"/>
                  </a:cubicBezTo>
                  <a:cubicBezTo>
                    <a:pt x="453" y="190"/>
                    <a:pt x="452" y="189"/>
                    <a:pt x="452" y="187"/>
                  </a:cubicBezTo>
                  <a:cubicBezTo>
                    <a:pt x="452" y="185"/>
                    <a:pt x="452" y="184"/>
                    <a:pt x="451" y="183"/>
                  </a:cubicBezTo>
                  <a:cubicBezTo>
                    <a:pt x="451" y="181"/>
                    <a:pt x="451" y="180"/>
                    <a:pt x="450" y="178"/>
                  </a:cubicBezTo>
                  <a:cubicBezTo>
                    <a:pt x="450" y="177"/>
                    <a:pt x="450" y="175"/>
                    <a:pt x="449" y="174"/>
                  </a:cubicBezTo>
                  <a:cubicBezTo>
                    <a:pt x="449" y="173"/>
                    <a:pt x="449" y="173"/>
                    <a:pt x="449" y="172"/>
                  </a:cubicBezTo>
                  <a:cubicBezTo>
                    <a:pt x="449" y="171"/>
                    <a:pt x="448" y="171"/>
                    <a:pt x="448" y="170"/>
                  </a:cubicBezTo>
                  <a:cubicBezTo>
                    <a:pt x="448" y="168"/>
                    <a:pt x="447" y="166"/>
                    <a:pt x="447" y="166"/>
                  </a:cubicBezTo>
                  <a:cubicBezTo>
                    <a:pt x="447" y="166"/>
                    <a:pt x="443" y="166"/>
                    <a:pt x="437" y="166"/>
                  </a:cubicBezTo>
                  <a:cubicBezTo>
                    <a:pt x="435" y="166"/>
                    <a:pt x="434" y="166"/>
                    <a:pt x="432" y="165"/>
                  </a:cubicBezTo>
                  <a:cubicBezTo>
                    <a:pt x="430" y="165"/>
                    <a:pt x="428" y="165"/>
                    <a:pt x="426" y="165"/>
                  </a:cubicBezTo>
                  <a:cubicBezTo>
                    <a:pt x="422" y="165"/>
                    <a:pt x="418" y="165"/>
                    <a:pt x="414" y="165"/>
                  </a:cubicBezTo>
                  <a:cubicBezTo>
                    <a:pt x="411" y="165"/>
                    <a:pt x="407" y="165"/>
                    <a:pt x="404" y="166"/>
                  </a:cubicBezTo>
                  <a:cubicBezTo>
                    <a:pt x="403" y="163"/>
                    <a:pt x="402" y="162"/>
                    <a:pt x="402" y="160"/>
                  </a:cubicBezTo>
                  <a:cubicBezTo>
                    <a:pt x="400" y="156"/>
                    <a:pt x="399" y="153"/>
                    <a:pt x="398" y="151"/>
                  </a:cubicBezTo>
                  <a:cubicBezTo>
                    <a:pt x="397" y="149"/>
                    <a:pt x="396" y="148"/>
                    <a:pt x="396" y="148"/>
                  </a:cubicBezTo>
                  <a:cubicBezTo>
                    <a:pt x="396" y="148"/>
                    <a:pt x="396" y="146"/>
                    <a:pt x="395" y="144"/>
                  </a:cubicBezTo>
                  <a:cubicBezTo>
                    <a:pt x="394" y="142"/>
                    <a:pt x="392" y="139"/>
                    <a:pt x="390" y="136"/>
                  </a:cubicBezTo>
                  <a:cubicBezTo>
                    <a:pt x="390" y="135"/>
                    <a:pt x="389" y="134"/>
                    <a:pt x="389" y="133"/>
                  </a:cubicBezTo>
                  <a:cubicBezTo>
                    <a:pt x="388" y="132"/>
                    <a:pt x="387" y="131"/>
                    <a:pt x="387" y="131"/>
                  </a:cubicBezTo>
                  <a:cubicBezTo>
                    <a:pt x="389" y="128"/>
                    <a:pt x="391" y="125"/>
                    <a:pt x="394" y="123"/>
                  </a:cubicBezTo>
                  <a:cubicBezTo>
                    <a:pt x="399" y="116"/>
                    <a:pt x="404" y="110"/>
                    <a:pt x="407" y="105"/>
                  </a:cubicBezTo>
                  <a:cubicBezTo>
                    <a:pt x="411" y="99"/>
                    <a:pt x="413" y="96"/>
                    <a:pt x="413" y="96"/>
                  </a:cubicBezTo>
                  <a:cubicBezTo>
                    <a:pt x="413" y="96"/>
                    <a:pt x="412" y="95"/>
                    <a:pt x="411" y="93"/>
                  </a:cubicBezTo>
                  <a:cubicBezTo>
                    <a:pt x="410" y="91"/>
                    <a:pt x="408" y="89"/>
                    <a:pt x="406" y="86"/>
                  </a:cubicBezTo>
                  <a:cubicBezTo>
                    <a:pt x="405" y="85"/>
                    <a:pt x="404" y="84"/>
                    <a:pt x="403" y="83"/>
                  </a:cubicBezTo>
                  <a:cubicBezTo>
                    <a:pt x="402" y="82"/>
                    <a:pt x="401" y="81"/>
                    <a:pt x="401" y="80"/>
                  </a:cubicBezTo>
                  <a:cubicBezTo>
                    <a:pt x="399" y="78"/>
                    <a:pt x="398" y="77"/>
                    <a:pt x="398" y="77"/>
                  </a:cubicBezTo>
                  <a:cubicBezTo>
                    <a:pt x="398" y="77"/>
                    <a:pt x="397" y="77"/>
                    <a:pt x="395" y="78"/>
                  </a:cubicBezTo>
                  <a:cubicBezTo>
                    <a:pt x="394" y="79"/>
                    <a:pt x="391" y="79"/>
                    <a:pt x="388" y="81"/>
                  </a:cubicBezTo>
                  <a:cubicBezTo>
                    <a:pt x="383" y="83"/>
                    <a:pt x="375" y="87"/>
                    <a:pt x="368" y="90"/>
                  </a:cubicBezTo>
                  <a:cubicBezTo>
                    <a:pt x="365" y="92"/>
                    <a:pt x="361" y="93"/>
                    <a:pt x="359" y="95"/>
                  </a:cubicBezTo>
                  <a:cubicBezTo>
                    <a:pt x="357" y="93"/>
                    <a:pt x="355" y="92"/>
                    <a:pt x="354" y="91"/>
                  </a:cubicBezTo>
                  <a:cubicBezTo>
                    <a:pt x="351" y="88"/>
                    <a:pt x="348" y="86"/>
                    <a:pt x="347" y="84"/>
                  </a:cubicBezTo>
                  <a:cubicBezTo>
                    <a:pt x="346" y="84"/>
                    <a:pt x="345" y="83"/>
                    <a:pt x="345" y="83"/>
                  </a:cubicBezTo>
                  <a:cubicBezTo>
                    <a:pt x="344" y="82"/>
                    <a:pt x="344" y="82"/>
                    <a:pt x="344" y="82"/>
                  </a:cubicBezTo>
                  <a:cubicBezTo>
                    <a:pt x="344" y="82"/>
                    <a:pt x="343" y="81"/>
                    <a:pt x="341" y="80"/>
                  </a:cubicBezTo>
                  <a:cubicBezTo>
                    <a:pt x="339" y="78"/>
                    <a:pt x="337" y="77"/>
                    <a:pt x="333" y="74"/>
                  </a:cubicBezTo>
                  <a:cubicBezTo>
                    <a:pt x="332" y="73"/>
                    <a:pt x="330" y="72"/>
                    <a:pt x="328" y="71"/>
                  </a:cubicBezTo>
                  <a:cubicBezTo>
                    <a:pt x="329" y="67"/>
                    <a:pt x="330" y="64"/>
                    <a:pt x="331" y="61"/>
                  </a:cubicBezTo>
                  <a:cubicBezTo>
                    <a:pt x="332" y="57"/>
                    <a:pt x="333" y="53"/>
                    <a:pt x="333" y="49"/>
                  </a:cubicBezTo>
                  <a:cubicBezTo>
                    <a:pt x="334" y="45"/>
                    <a:pt x="335" y="41"/>
                    <a:pt x="335" y="38"/>
                  </a:cubicBezTo>
                  <a:cubicBezTo>
                    <a:pt x="336" y="32"/>
                    <a:pt x="337" y="28"/>
                    <a:pt x="337" y="28"/>
                  </a:cubicBezTo>
                  <a:cubicBezTo>
                    <a:pt x="337" y="28"/>
                    <a:pt x="337" y="28"/>
                    <a:pt x="336" y="28"/>
                  </a:cubicBezTo>
                  <a:cubicBezTo>
                    <a:pt x="335" y="27"/>
                    <a:pt x="335" y="27"/>
                    <a:pt x="334" y="26"/>
                  </a:cubicBezTo>
                  <a:cubicBezTo>
                    <a:pt x="332" y="25"/>
                    <a:pt x="329" y="24"/>
                    <a:pt x="326" y="22"/>
                  </a:cubicBezTo>
                  <a:cubicBezTo>
                    <a:pt x="323" y="21"/>
                    <a:pt x="321" y="20"/>
                    <a:pt x="318" y="19"/>
                  </a:cubicBezTo>
                  <a:cubicBezTo>
                    <a:pt x="317" y="18"/>
                    <a:pt x="317" y="18"/>
                    <a:pt x="316" y="18"/>
                  </a:cubicBezTo>
                  <a:cubicBezTo>
                    <a:pt x="315" y="18"/>
                    <a:pt x="315" y="17"/>
                    <a:pt x="315" y="17"/>
                  </a:cubicBezTo>
                  <a:cubicBezTo>
                    <a:pt x="315" y="17"/>
                    <a:pt x="312" y="20"/>
                    <a:pt x="308" y="25"/>
                  </a:cubicBezTo>
                  <a:cubicBezTo>
                    <a:pt x="306" y="28"/>
                    <a:pt x="303" y="30"/>
                    <a:pt x="301" y="33"/>
                  </a:cubicBezTo>
                  <a:cubicBezTo>
                    <a:pt x="298" y="36"/>
                    <a:pt x="296" y="39"/>
                    <a:pt x="293" y="43"/>
                  </a:cubicBezTo>
                  <a:cubicBezTo>
                    <a:pt x="291" y="45"/>
                    <a:pt x="289" y="48"/>
                    <a:pt x="287" y="51"/>
                  </a:cubicBezTo>
                  <a:cubicBezTo>
                    <a:pt x="285" y="50"/>
                    <a:pt x="283" y="50"/>
                    <a:pt x="281" y="49"/>
                  </a:cubicBezTo>
                  <a:cubicBezTo>
                    <a:pt x="279" y="48"/>
                    <a:pt x="277" y="48"/>
                    <a:pt x="276" y="48"/>
                  </a:cubicBezTo>
                  <a:cubicBezTo>
                    <a:pt x="275" y="47"/>
                    <a:pt x="274" y="47"/>
                    <a:pt x="274" y="47"/>
                  </a:cubicBezTo>
                  <a:cubicBezTo>
                    <a:pt x="273" y="47"/>
                    <a:pt x="272" y="47"/>
                    <a:pt x="272" y="47"/>
                  </a:cubicBezTo>
                  <a:cubicBezTo>
                    <a:pt x="270" y="46"/>
                    <a:pt x="268" y="46"/>
                    <a:pt x="268" y="46"/>
                  </a:cubicBezTo>
                  <a:cubicBezTo>
                    <a:pt x="268" y="46"/>
                    <a:pt x="267" y="45"/>
                    <a:pt x="265" y="45"/>
                  </a:cubicBezTo>
                  <a:cubicBezTo>
                    <a:pt x="263" y="44"/>
                    <a:pt x="259" y="44"/>
                    <a:pt x="255" y="43"/>
                  </a:cubicBezTo>
                  <a:cubicBezTo>
                    <a:pt x="253" y="43"/>
                    <a:pt x="251" y="43"/>
                    <a:pt x="249" y="42"/>
                  </a:cubicBezTo>
                  <a:cubicBezTo>
                    <a:pt x="249" y="39"/>
                    <a:pt x="248" y="36"/>
                    <a:pt x="247" y="32"/>
                  </a:cubicBezTo>
                  <a:cubicBezTo>
                    <a:pt x="245" y="24"/>
                    <a:pt x="243" y="16"/>
                    <a:pt x="242" y="10"/>
                  </a:cubicBezTo>
                  <a:cubicBezTo>
                    <a:pt x="240" y="4"/>
                    <a:pt x="239" y="0"/>
                    <a:pt x="239" y="0"/>
                  </a:cubicBezTo>
                  <a:cubicBezTo>
                    <a:pt x="239" y="0"/>
                    <a:pt x="238" y="0"/>
                    <a:pt x="238" y="0"/>
                  </a:cubicBezTo>
                  <a:cubicBezTo>
                    <a:pt x="237" y="0"/>
                    <a:pt x="236" y="0"/>
                    <a:pt x="235" y="0"/>
                  </a:cubicBezTo>
                  <a:cubicBezTo>
                    <a:pt x="233" y="0"/>
                    <a:pt x="229" y="0"/>
                    <a:pt x="226" y="0"/>
                  </a:cubicBezTo>
                  <a:cubicBezTo>
                    <a:pt x="223" y="0"/>
                    <a:pt x="220" y="0"/>
                    <a:pt x="218" y="0"/>
                  </a:cubicBezTo>
                  <a:cubicBezTo>
                    <a:pt x="217" y="0"/>
                    <a:pt x="216" y="0"/>
                    <a:pt x="215" y="0"/>
                  </a:cubicBezTo>
                  <a:cubicBezTo>
                    <a:pt x="215" y="0"/>
                    <a:pt x="214" y="0"/>
                    <a:pt x="214" y="0"/>
                  </a:cubicBezTo>
                  <a:cubicBezTo>
                    <a:pt x="214" y="0"/>
                    <a:pt x="213" y="4"/>
                    <a:pt x="211" y="10"/>
                  </a:cubicBezTo>
                  <a:cubicBezTo>
                    <a:pt x="210" y="16"/>
                    <a:pt x="207" y="24"/>
                    <a:pt x="206" y="32"/>
                  </a:cubicBezTo>
                  <a:cubicBezTo>
                    <a:pt x="205" y="36"/>
                    <a:pt x="204" y="39"/>
                    <a:pt x="204" y="42"/>
                  </a:cubicBezTo>
                  <a:cubicBezTo>
                    <a:pt x="202" y="43"/>
                    <a:pt x="199" y="43"/>
                    <a:pt x="197" y="43"/>
                  </a:cubicBezTo>
                  <a:cubicBezTo>
                    <a:pt x="194" y="44"/>
                    <a:pt x="190" y="44"/>
                    <a:pt x="188" y="45"/>
                  </a:cubicBezTo>
                  <a:cubicBezTo>
                    <a:pt x="186" y="45"/>
                    <a:pt x="185" y="46"/>
                    <a:pt x="185" y="46"/>
                  </a:cubicBezTo>
                  <a:cubicBezTo>
                    <a:pt x="185" y="46"/>
                    <a:pt x="183" y="46"/>
                    <a:pt x="181" y="47"/>
                  </a:cubicBezTo>
                  <a:cubicBezTo>
                    <a:pt x="180" y="47"/>
                    <a:pt x="180" y="47"/>
                    <a:pt x="179" y="47"/>
                  </a:cubicBezTo>
                  <a:cubicBezTo>
                    <a:pt x="178" y="47"/>
                    <a:pt x="178" y="47"/>
                    <a:pt x="177" y="48"/>
                  </a:cubicBezTo>
                  <a:cubicBezTo>
                    <a:pt x="175" y="48"/>
                    <a:pt x="174" y="48"/>
                    <a:pt x="172" y="49"/>
                  </a:cubicBezTo>
                  <a:cubicBezTo>
                    <a:pt x="170" y="50"/>
                    <a:pt x="168" y="50"/>
                    <a:pt x="166" y="51"/>
                  </a:cubicBezTo>
                  <a:cubicBezTo>
                    <a:pt x="164" y="48"/>
                    <a:pt x="162" y="45"/>
                    <a:pt x="160" y="43"/>
                  </a:cubicBezTo>
                  <a:cubicBezTo>
                    <a:pt x="157" y="39"/>
                    <a:pt x="154" y="36"/>
                    <a:pt x="152" y="33"/>
                  </a:cubicBezTo>
                  <a:cubicBezTo>
                    <a:pt x="149" y="30"/>
                    <a:pt x="147" y="28"/>
                    <a:pt x="145" y="25"/>
                  </a:cubicBezTo>
                  <a:cubicBezTo>
                    <a:pt x="141" y="20"/>
                    <a:pt x="138" y="17"/>
                    <a:pt x="138" y="17"/>
                  </a:cubicBezTo>
                  <a:cubicBezTo>
                    <a:pt x="138" y="17"/>
                    <a:pt x="138" y="18"/>
                    <a:pt x="137" y="18"/>
                  </a:cubicBezTo>
                  <a:cubicBezTo>
                    <a:pt x="136" y="18"/>
                    <a:pt x="135" y="18"/>
                    <a:pt x="134" y="19"/>
                  </a:cubicBezTo>
                  <a:cubicBezTo>
                    <a:pt x="132" y="20"/>
                    <a:pt x="130" y="21"/>
                    <a:pt x="127" y="22"/>
                  </a:cubicBezTo>
                  <a:cubicBezTo>
                    <a:pt x="124" y="24"/>
                    <a:pt x="121" y="25"/>
                    <a:pt x="119" y="26"/>
                  </a:cubicBezTo>
                  <a:cubicBezTo>
                    <a:pt x="118" y="27"/>
                    <a:pt x="117" y="27"/>
                    <a:pt x="117" y="28"/>
                  </a:cubicBezTo>
                  <a:cubicBezTo>
                    <a:pt x="116" y="28"/>
                    <a:pt x="116" y="28"/>
                    <a:pt x="116" y="28"/>
                  </a:cubicBezTo>
                  <a:cubicBezTo>
                    <a:pt x="116" y="28"/>
                    <a:pt x="116" y="32"/>
                    <a:pt x="118" y="38"/>
                  </a:cubicBezTo>
                  <a:cubicBezTo>
                    <a:pt x="118" y="41"/>
                    <a:pt x="119" y="45"/>
                    <a:pt x="120" y="49"/>
                  </a:cubicBezTo>
                  <a:cubicBezTo>
                    <a:pt x="120" y="53"/>
                    <a:pt x="121" y="57"/>
                    <a:pt x="122" y="61"/>
                  </a:cubicBezTo>
                  <a:cubicBezTo>
                    <a:pt x="123" y="64"/>
                    <a:pt x="124" y="67"/>
                    <a:pt x="125" y="71"/>
                  </a:cubicBezTo>
                  <a:cubicBezTo>
                    <a:pt x="123" y="72"/>
                    <a:pt x="121" y="73"/>
                    <a:pt x="120" y="74"/>
                  </a:cubicBezTo>
                  <a:cubicBezTo>
                    <a:pt x="116" y="77"/>
                    <a:pt x="114" y="78"/>
                    <a:pt x="112" y="80"/>
                  </a:cubicBezTo>
                  <a:cubicBezTo>
                    <a:pt x="110" y="81"/>
                    <a:pt x="109" y="82"/>
                    <a:pt x="109" y="82"/>
                  </a:cubicBezTo>
                  <a:cubicBezTo>
                    <a:pt x="109" y="82"/>
                    <a:pt x="109" y="82"/>
                    <a:pt x="108" y="83"/>
                  </a:cubicBezTo>
                  <a:cubicBezTo>
                    <a:pt x="108" y="83"/>
                    <a:pt x="107" y="84"/>
                    <a:pt x="106" y="84"/>
                  </a:cubicBezTo>
                  <a:cubicBezTo>
                    <a:pt x="104" y="86"/>
                    <a:pt x="102" y="88"/>
                    <a:pt x="99" y="91"/>
                  </a:cubicBezTo>
                  <a:cubicBezTo>
                    <a:pt x="98" y="92"/>
                    <a:pt x="96" y="93"/>
                    <a:pt x="94" y="95"/>
                  </a:cubicBezTo>
                  <a:cubicBezTo>
                    <a:pt x="91" y="93"/>
                    <a:pt x="88" y="92"/>
                    <a:pt x="85" y="90"/>
                  </a:cubicBezTo>
                  <a:cubicBezTo>
                    <a:pt x="78" y="87"/>
                    <a:pt x="70" y="83"/>
                    <a:pt x="64" y="81"/>
                  </a:cubicBezTo>
                  <a:cubicBezTo>
                    <a:pt x="62" y="79"/>
                    <a:pt x="59" y="79"/>
                    <a:pt x="57" y="78"/>
                  </a:cubicBezTo>
                  <a:cubicBezTo>
                    <a:pt x="56" y="77"/>
                    <a:pt x="55" y="77"/>
                    <a:pt x="55" y="77"/>
                  </a:cubicBezTo>
                  <a:cubicBezTo>
                    <a:pt x="55" y="77"/>
                    <a:pt x="54" y="78"/>
                    <a:pt x="52" y="80"/>
                  </a:cubicBezTo>
                  <a:cubicBezTo>
                    <a:pt x="52" y="81"/>
                    <a:pt x="51" y="82"/>
                    <a:pt x="50" y="83"/>
                  </a:cubicBezTo>
                  <a:cubicBezTo>
                    <a:pt x="49" y="84"/>
                    <a:pt x="48" y="85"/>
                    <a:pt x="47" y="86"/>
                  </a:cubicBezTo>
                  <a:cubicBezTo>
                    <a:pt x="45" y="89"/>
                    <a:pt x="43" y="91"/>
                    <a:pt x="42" y="93"/>
                  </a:cubicBezTo>
                  <a:cubicBezTo>
                    <a:pt x="40" y="95"/>
                    <a:pt x="40" y="96"/>
                    <a:pt x="40" y="96"/>
                  </a:cubicBezTo>
                  <a:cubicBezTo>
                    <a:pt x="40" y="96"/>
                    <a:pt x="42" y="99"/>
                    <a:pt x="46" y="105"/>
                  </a:cubicBezTo>
                  <a:cubicBezTo>
                    <a:pt x="49" y="110"/>
                    <a:pt x="54" y="116"/>
                    <a:pt x="59" y="123"/>
                  </a:cubicBezTo>
                  <a:cubicBezTo>
                    <a:pt x="62" y="125"/>
                    <a:pt x="64" y="128"/>
                    <a:pt x="66" y="131"/>
                  </a:cubicBezTo>
                  <a:cubicBezTo>
                    <a:pt x="65" y="131"/>
                    <a:pt x="65" y="132"/>
                    <a:pt x="64" y="133"/>
                  </a:cubicBezTo>
                  <a:cubicBezTo>
                    <a:pt x="64" y="134"/>
                    <a:pt x="63" y="135"/>
                    <a:pt x="63" y="136"/>
                  </a:cubicBezTo>
                  <a:cubicBezTo>
                    <a:pt x="61" y="139"/>
                    <a:pt x="59" y="142"/>
                    <a:pt x="58" y="144"/>
                  </a:cubicBezTo>
                  <a:cubicBezTo>
                    <a:pt x="57" y="146"/>
                    <a:pt x="57" y="148"/>
                    <a:pt x="57" y="148"/>
                  </a:cubicBezTo>
                  <a:cubicBezTo>
                    <a:pt x="57" y="148"/>
                    <a:pt x="56" y="149"/>
                    <a:pt x="55" y="151"/>
                  </a:cubicBezTo>
                  <a:cubicBezTo>
                    <a:pt x="54" y="153"/>
                    <a:pt x="53" y="156"/>
                    <a:pt x="51" y="160"/>
                  </a:cubicBezTo>
                  <a:cubicBezTo>
                    <a:pt x="51" y="162"/>
                    <a:pt x="50" y="163"/>
                    <a:pt x="49" y="166"/>
                  </a:cubicBezTo>
                  <a:cubicBezTo>
                    <a:pt x="46" y="165"/>
                    <a:pt x="42" y="165"/>
                    <a:pt x="39" y="165"/>
                  </a:cubicBezTo>
                  <a:cubicBezTo>
                    <a:pt x="35" y="165"/>
                    <a:pt x="31" y="165"/>
                    <a:pt x="27" y="165"/>
                  </a:cubicBezTo>
                  <a:cubicBezTo>
                    <a:pt x="25" y="165"/>
                    <a:pt x="23" y="165"/>
                    <a:pt x="21" y="165"/>
                  </a:cubicBezTo>
                  <a:cubicBezTo>
                    <a:pt x="19" y="166"/>
                    <a:pt x="18" y="166"/>
                    <a:pt x="16" y="166"/>
                  </a:cubicBezTo>
                  <a:cubicBezTo>
                    <a:pt x="10" y="166"/>
                    <a:pt x="6" y="166"/>
                    <a:pt x="6" y="166"/>
                  </a:cubicBezTo>
                  <a:cubicBezTo>
                    <a:pt x="6" y="166"/>
                    <a:pt x="5" y="168"/>
                    <a:pt x="5" y="170"/>
                  </a:cubicBezTo>
                  <a:cubicBezTo>
                    <a:pt x="4" y="171"/>
                    <a:pt x="4" y="171"/>
                    <a:pt x="4" y="172"/>
                  </a:cubicBezTo>
                  <a:cubicBezTo>
                    <a:pt x="4" y="173"/>
                    <a:pt x="4" y="173"/>
                    <a:pt x="4" y="174"/>
                  </a:cubicBezTo>
                  <a:cubicBezTo>
                    <a:pt x="3" y="175"/>
                    <a:pt x="3" y="177"/>
                    <a:pt x="3" y="178"/>
                  </a:cubicBezTo>
                  <a:cubicBezTo>
                    <a:pt x="2" y="180"/>
                    <a:pt x="2" y="181"/>
                    <a:pt x="2" y="183"/>
                  </a:cubicBezTo>
                  <a:cubicBezTo>
                    <a:pt x="1" y="184"/>
                    <a:pt x="1" y="185"/>
                    <a:pt x="1" y="187"/>
                  </a:cubicBezTo>
                  <a:cubicBezTo>
                    <a:pt x="0" y="189"/>
                    <a:pt x="0" y="190"/>
                    <a:pt x="0" y="190"/>
                  </a:cubicBezTo>
                  <a:cubicBezTo>
                    <a:pt x="0" y="190"/>
                    <a:pt x="4" y="192"/>
                    <a:pt x="9" y="195"/>
                  </a:cubicBezTo>
                  <a:cubicBezTo>
                    <a:pt x="15" y="198"/>
                    <a:pt x="22" y="202"/>
                    <a:pt x="30" y="206"/>
                  </a:cubicBezTo>
                  <a:cubicBezTo>
                    <a:pt x="33" y="207"/>
                    <a:pt x="36" y="209"/>
                    <a:pt x="39" y="210"/>
                  </a:cubicBezTo>
                  <a:cubicBezTo>
                    <a:pt x="39" y="212"/>
                    <a:pt x="39" y="214"/>
                    <a:pt x="39" y="216"/>
                  </a:cubicBezTo>
                  <a:cubicBezTo>
                    <a:pt x="38" y="220"/>
                    <a:pt x="38" y="223"/>
                    <a:pt x="38" y="226"/>
                  </a:cubicBezTo>
                  <a:cubicBezTo>
                    <a:pt x="38" y="228"/>
                    <a:pt x="38" y="229"/>
                    <a:pt x="38" y="229"/>
                  </a:cubicBezTo>
                  <a:cubicBezTo>
                    <a:pt x="38" y="229"/>
                    <a:pt x="38" y="231"/>
                    <a:pt x="38" y="233"/>
                  </a:cubicBezTo>
                  <a:cubicBezTo>
                    <a:pt x="38" y="235"/>
                    <a:pt x="38" y="239"/>
                    <a:pt x="39" y="243"/>
                  </a:cubicBezTo>
                  <a:cubicBezTo>
                    <a:pt x="39" y="245"/>
                    <a:pt x="39" y="247"/>
                    <a:pt x="39" y="249"/>
                  </a:cubicBezTo>
                  <a:cubicBezTo>
                    <a:pt x="36" y="250"/>
                    <a:pt x="33" y="252"/>
                    <a:pt x="30" y="253"/>
                  </a:cubicBezTo>
                  <a:cubicBezTo>
                    <a:pt x="22" y="257"/>
                    <a:pt x="15" y="260"/>
                    <a:pt x="9" y="263"/>
                  </a:cubicBezTo>
                  <a:cubicBezTo>
                    <a:pt x="4" y="266"/>
                    <a:pt x="0" y="268"/>
                    <a:pt x="0" y="268"/>
                  </a:cubicBezTo>
                  <a:cubicBezTo>
                    <a:pt x="0" y="268"/>
                    <a:pt x="0" y="270"/>
                    <a:pt x="1" y="272"/>
                  </a:cubicBezTo>
                  <a:cubicBezTo>
                    <a:pt x="1" y="273"/>
                    <a:pt x="1" y="275"/>
                    <a:pt x="2" y="276"/>
                  </a:cubicBezTo>
                  <a:cubicBezTo>
                    <a:pt x="2" y="277"/>
                    <a:pt x="2" y="279"/>
                    <a:pt x="3" y="280"/>
                  </a:cubicBezTo>
                  <a:cubicBezTo>
                    <a:pt x="3" y="282"/>
                    <a:pt x="3" y="283"/>
                    <a:pt x="4" y="285"/>
                  </a:cubicBezTo>
                  <a:cubicBezTo>
                    <a:pt x="4" y="286"/>
                    <a:pt x="4" y="286"/>
                    <a:pt x="4" y="287"/>
                  </a:cubicBezTo>
                  <a:cubicBezTo>
                    <a:pt x="4" y="287"/>
                    <a:pt x="4" y="288"/>
                    <a:pt x="5" y="289"/>
                  </a:cubicBezTo>
                  <a:cubicBezTo>
                    <a:pt x="5" y="291"/>
                    <a:pt x="6" y="292"/>
                    <a:pt x="6" y="292"/>
                  </a:cubicBezTo>
                  <a:cubicBezTo>
                    <a:pt x="6" y="292"/>
                    <a:pt x="10" y="293"/>
                    <a:pt x="16" y="293"/>
                  </a:cubicBezTo>
                  <a:cubicBezTo>
                    <a:pt x="18" y="293"/>
                    <a:pt x="19" y="293"/>
                    <a:pt x="21" y="293"/>
                  </a:cubicBezTo>
                  <a:cubicBezTo>
                    <a:pt x="23" y="293"/>
                    <a:pt x="25" y="293"/>
                    <a:pt x="27" y="293"/>
                  </a:cubicBezTo>
                  <a:cubicBezTo>
                    <a:pt x="31" y="293"/>
                    <a:pt x="35" y="294"/>
                    <a:pt x="39" y="293"/>
                  </a:cubicBezTo>
                  <a:cubicBezTo>
                    <a:pt x="42" y="293"/>
                    <a:pt x="46" y="293"/>
                    <a:pt x="49" y="293"/>
                  </a:cubicBezTo>
                  <a:cubicBezTo>
                    <a:pt x="50" y="295"/>
                    <a:pt x="51" y="297"/>
                    <a:pt x="51" y="299"/>
                  </a:cubicBezTo>
                  <a:cubicBezTo>
                    <a:pt x="53" y="303"/>
                    <a:pt x="54" y="306"/>
                    <a:pt x="55" y="308"/>
                  </a:cubicBezTo>
                  <a:cubicBezTo>
                    <a:pt x="56" y="310"/>
                    <a:pt x="57" y="311"/>
                    <a:pt x="57" y="311"/>
                  </a:cubicBezTo>
                  <a:cubicBezTo>
                    <a:pt x="57" y="311"/>
                    <a:pt x="57" y="312"/>
                    <a:pt x="58" y="314"/>
                  </a:cubicBezTo>
                  <a:cubicBezTo>
                    <a:pt x="59" y="316"/>
                    <a:pt x="61" y="319"/>
                    <a:pt x="63" y="323"/>
                  </a:cubicBezTo>
                  <a:cubicBezTo>
                    <a:pt x="63" y="324"/>
                    <a:pt x="64" y="325"/>
                    <a:pt x="64" y="325"/>
                  </a:cubicBezTo>
                  <a:cubicBezTo>
                    <a:pt x="65" y="326"/>
                    <a:pt x="65" y="327"/>
                    <a:pt x="66" y="328"/>
                  </a:cubicBezTo>
                  <a:cubicBezTo>
                    <a:pt x="64" y="331"/>
                    <a:pt x="62" y="333"/>
                    <a:pt x="59" y="336"/>
                  </a:cubicBezTo>
                  <a:cubicBezTo>
                    <a:pt x="54" y="342"/>
                    <a:pt x="49" y="349"/>
                    <a:pt x="46" y="354"/>
                  </a:cubicBezTo>
                  <a:cubicBezTo>
                    <a:pt x="42" y="359"/>
                    <a:pt x="40" y="363"/>
                    <a:pt x="40" y="363"/>
                  </a:cubicBezTo>
                  <a:cubicBezTo>
                    <a:pt x="40" y="363"/>
                    <a:pt x="40" y="364"/>
                    <a:pt x="42" y="366"/>
                  </a:cubicBezTo>
                  <a:cubicBezTo>
                    <a:pt x="43" y="368"/>
                    <a:pt x="45" y="370"/>
                    <a:pt x="47" y="373"/>
                  </a:cubicBezTo>
                  <a:cubicBezTo>
                    <a:pt x="48" y="374"/>
                    <a:pt x="49" y="375"/>
                    <a:pt x="50" y="376"/>
                  </a:cubicBezTo>
                  <a:cubicBezTo>
                    <a:pt x="51" y="377"/>
                    <a:pt x="52" y="378"/>
                    <a:pt x="52" y="379"/>
                  </a:cubicBezTo>
                  <a:cubicBezTo>
                    <a:pt x="54" y="381"/>
                    <a:pt x="55" y="382"/>
                    <a:pt x="55" y="382"/>
                  </a:cubicBezTo>
                  <a:cubicBezTo>
                    <a:pt x="55" y="382"/>
                    <a:pt x="56" y="382"/>
                    <a:pt x="57" y="381"/>
                  </a:cubicBezTo>
                  <a:cubicBezTo>
                    <a:pt x="59" y="380"/>
                    <a:pt x="62" y="379"/>
                    <a:pt x="64" y="378"/>
                  </a:cubicBezTo>
                  <a:cubicBezTo>
                    <a:pt x="70" y="376"/>
                    <a:pt x="78" y="372"/>
                    <a:pt x="85" y="369"/>
                  </a:cubicBezTo>
                  <a:cubicBezTo>
                    <a:pt x="88" y="367"/>
                    <a:pt x="91" y="365"/>
                    <a:pt x="94" y="364"/>
                  </a:cubicBezTo>
                  <a:cubicBezTo>
                    <a:pt x="96" y="365"/>
                    <a:pt x="98" y="367"/>
                    <a:pt x="99" y="368"/>
                  </a:cubicBezTo>
                  <a:cubicBezTo>
                    <a:pt x="102" y="371"/>
                    <a:pt x="104" y="373"/>
                    <a:pt x="106" y="374"/>
                  </a:cubicBezTo>
                  <a:cubicBezTo>
                    <a:pt x="107" y="375"/>
                    <a:pt x="108" y="376"/>
                    <a:pt x="108" y="376"/>
                  </a:cubicBezTo>
                  <a:cubicBezTo>
                    <a:pt x="109" y="376"/>
                    <a:pt x="109" y="377"/>
                    <a:pt x="109" y="377"/>
                  </a:cubicBezTo>
                  <a:cubicBezTo>
                    <a:pt x="109" y="377"/>
                    <a:pt x="110" y="377"/>
                    <a:pt x="112" y="379"/>
                  </a:cubicBezTo>
                  <a:cubicBezTo>
                    <a:pt x="114" y="380"/>
                    <a:pt x="116" y="382"/>
                    <a:pt x="120" y="385"/>
                  </a:cubicBezTo>
                  <a:cubicBezTo>
                    <a:pt x="121" y="386"/>
                    <a:pt x="123" y="387"/>
                    <a:pt x="125" y="388"/>
                  </a:cubicBezTo>
                  <a:cubicBezTo>
                    <a:pt x="124" y="391"/>
                    <a:pt x="123" y="395"/>
                    <a:pt x="122" y="398"/>
                  </a:cubicBezTo>
                  <a:cubicBezTo>
                    <a:pt x="121" y="402"/>
                    <a:pt x="120" y="406"/>
                    <a:pt x="120" y="410"/>
                  </a:cubicBezTo>
                  <a:cubicBezTo>
                    <a:pt x="119" y="414"/>
                    <a:pt x="118" y="417"/>
                    <a:pt x="118" y="420"/>
                  </a:cubicBezTo>
                  <a:cubicBezTo>
                    <a:pt x="116" y="427"/>
                    <a:pt x="116" y="431"/>
                    <a:pt x="116" y="431"/>
                  </a:cubicBezTo>
                  <a:cubicBezTo>
                    <a:pt x="116" y="431"/>
                    <a:pt x="116" y="431"/>
                    <a:pt x="117" y="431"/>
                  </a:cubicBezTo>
                  <a:cubicBezTo>
                    <a:pt x="117" y="432"/>
                    <a:pt x="118" y="432"/>
                    <a:pt x="119" y="432"/>
                  </a:cubicBezTo>
                  <a:cubicBezTo>
                    <a:pt x="121" y="434"/>
                    <a:pt x="124" y="435"/>
                    <a:pt x="127" y="436"/>
                  </a:cubicBezTo>
                  <a:cubicBezTo>
                    <a:pt x="130" y="438"/>
                    <a:pt x="132" y="439"/>
                    <a:pt x="134" y="440"/>
                  </a:cubicBezTo>
                  <a:cubicBezTo>
                    <a:pt x="135" y="440"/>
                    <a:pt x="136" y="441"/>
                    <a:pt x="137" y="441"/>
                  </a:cubicBezTo>
                  <a:cubicBezTo>
                    <a:pt x="138" y="441"/>
                    <a:pt x="138" y="441"/>
                    <a:pt x="138" y="441"/>
                  </a:cubicBezTo>
                  <a:cubicBezTo>
                    <a:pt x="138" y="441"/>
                    <a:pt x="141" y="438"/>
                    <a:pt x="145" y="434"/>
                  </a:cubicBezTo>
                  <a:cubicBezTo>
                    <a:pt x="147" y="431"/>
                    <a:pt x="149" y="428"/>
                    <a:pt x="152" y="426"/>
                  </a:cubicBezTo>
                  <a:cubicBezTo>
                    <a:pt x="154" y="423"/>
                    <a:pt x="157" y="419"/>
                    <a:pt x="160" y="416"/>
                  </a:cubicBezTo>
                  <a:cubicBezTo>
                    <a:pt x="162" y="413"/>
                    <a:pt x="164" y="410"/>
                    <a:pt x="166" y="408"/>
                  </a:cubicBezTo>
                  <a:cubicBezTo>
                    <a:pt x="168" y="408"/>
                    <a:pt x="170" y="409"/>
                    <a:pt x="172" y="410"/>
                  </a:cubicBezTo>
                  <a:cubicBezTo>
                    <a:pt x="174" y="410"/>
                    <a:pt x="175" y="411"/>
                    <a:pt x="177" y="411"/>
                  </a:cubicBezTo>
                  <a:cubicBezTo>
                    <a:pt x="178" y="411"/>
                    <a:pt x="178" y="412"/>
                    <a:pt x="179" y="412"/>
                  </a:cubicBezTo>
                  <a:cubicBezTo>
                    <a:pt x="180" y="412"/>
                    <a:pt x="180" y="412"/>
                    <a:pt x="181" y="412"/>
                  </a:cubicBezTo>
                  <a:cubicBezTo>
                    <a:pt x="183" y="413"/>
                    <a:pt x="185" y="413"/>
                    <a:pt x="185" y="413"/>
                  </a:cubicBezTo>
                  <a:cubicBezTo>
                    <a:pt x="185" y="413"/>
                    <a:pt x="186" y="413"/>
                    <a:pt x="188" y="414"/>
                  </a:cubicBezTo>
                  <a:cubicBezTo>
                    <a:pt x="190" y="414"/>
                    <a:pt x="194" y="415"/>
                    <a:pt x="197" y="416"/>
                  </a:cubicBezTo>
                  <a:cubicBezTo>
                    <a:pt x="199" y="416"/>
                    <a:pt x="202" y="416"/>
                    <a:pt x="204" y="416"/>
                  </a:cubicBezTo>
                  <a:cubicBezTo>
                    <a:pt x="204" y="420"/>
                    <a:pt x="205" y="423"/>
                    <a:pt x="206" y="427"/>
                  </a:cubicBezTo>
                  <a:cubicBezTo>
                    <a:pt x="207" y="435"/>
                    <a:pt x="210" y="443"/>
                    <a:pt x="211" y="449"/>
                  </a:cubicBezTo>
                  <a:cubicBezTo>
                    <a:pt x="213" y="455"/>
                    <a:pt x="214" y="459"/>
                    <a:pt x="214" y="459"/>
                  </a:cubicBezTo>
                  <a:cubicBezTo>
                    <a:pt x="214" y="459"/>
                    <a:pt x="215" y="459"/>
                    <a:pt x="215" y="459"/>
                  </a:cubicBezTo>
                  <a:cubicBezTo>
                    <a:pt x="216" y="459"/>
                    <a:pt x="217" y="459"/>
                    <a:pt x="218" y="459"/>
                  </a:cubicBezTo>
                  <a:cubicBezTo>
                    <a:pt x="220" y="459"/>
                    <a:pt x="223" y="459"/>
                    <a:pt x="226" y="459"/>
                  </a:cubicBezTo>
                  <a:cubicBezTo>
                    <a:pt x="229" y="459"/>
                    <a:pt x="233" y="459"/>
                    <a:pt x="235" y="459"/>
                  </a:cubicBezTo>
                  <a:cubicBezTo>
                    <a:pt x="236" y="459"/>
                    <a:pt x="237" y="459"/>
                    <a:pt x="238" y="459"/>
                  </a:cubicBezTo>
                  <a:cubicBezTo>
                    <a:pt x="238" y="459"/>
                    <a:pt x="239" y="459"/>
                    <a:pt x="239" y="459"/>
                  </a:cubicBezTo>
                  <a:cubicBezTo>
                    <a:pt x="239" y="459"/>
                    <a:pt x="240" y="455"/>
                    <a:pt x="242" y="449"/>
                  </a:cubicBezTo>
                  <a:cubicBezTo>
                    <a:pt x="243" y="443"/>
                    <a:pt x="245" y="435"/>
                    <a:pt x="247" y="427"/>
                  </a:cubicBezTo>
                  <a:cubicBezTo>
                    <a:pt x="248" y="423"/>
                    <a:pt x="249" y="420"/>
                    <a:pt x="249" y="416"/>
                  </a:cubicBezTo>
                  <a:cubicBezTo>
                    <a:pt x="251" y="416"/>
                    <a:pt x="253" y="416"/>
                    <a:pt x="255" y="416"/>
                  </a:cubicBezTo>
                  <a:cubicBezTo>
                    <a:pt x="259" y="415"/>
                    <a:pt x="263" y="414"/>
                    <a:pt x="265" y="414"/>
                  </a:cubicBezTo>
                  <a:cubicBezTo>
                    <a:pt x="267" y="413"/>
                    <a:pt x="268" y="413"/>
                    <a:pt x="268" y="413"/>
                  </a:cubicBezTo>
                  <a:cubicBezTo>
                    <a:pt x="268" y="413"/>
                    <a:pt x="270" y="413"/>
                    <a:pt x="272" y="412"/>
                  </a:cubicBezTo>
                  <a:cubicBezTo>
                    <a:pt x="272" y="412"/>
                    <a:pt x="273" y="412"/>
                    <a:pt x="274" y="412"/>
                  </a:cubicBezTo>
                  <a:cubicBezTo>
                    <a:pt x="274" y="412"/>
                    <a:pt x="275" y="411"/>
                    <a:pt x="276" y="411"/>
                  </a:cubicBezTo>
                  <a:cubicBezTo>
                    <a:pt x="277" y="411"/>
                    <a:pt x="279" y="410"/>
                    <a:pt x="281" y="410"/>
                  </a:cubicBezTo>
                  <a:cubicBezTo>
                    <a:pt x="283" y="409"/>
                    <a:pt x="285" y="408"/>
                    <a:pt x="287" y="408"/>
                  </a:cubicBezTo>
                  <a:cubicBezTo>
                    <a:pt x="289" y="410"/>
                    <a:pt x="291" y="413"/>
                    <a:pt x="293" y="416"/>
                  </a:cubicBezTo>
                  <a:cubicBezTo>
                    <a:pt x="296" y="419"/>
                    <a:pt x="298" y="423"/>
                    <a:pt x="301" y="426"/>
                  </a:cubicBezTo>
                  <a:cubicBezTo>
                    <a:pt x="303" y="428"/>
                    <a:pt x="306" y="431"/>
                    <a:pt x="308" y="434"/>
                  </a:cubicBezTo>
                  <a:cubicBezTo>
                    <a:pt x="312" y="438"/>
                    <a:pt x="315" y="441"/>
                    <a:pt x="315" y="441"/>
                  </a:cubicBezTo>
                  <a:cubicBezTo>
                    <a:pt x="315" y="441"/>
                    <a:pt x="315" y="441"/>
                    <a:pt x="316" y="441"/>
                  </a:cubicBezTo>
                  <a:cubicBezTo>
                    <a:pt x="317" y="441"/>
                    <a:pt x="317" y="440"/>
                    <a:pt x="318" y="440"/>
                  </a:cubicBezTo>
                  <a:cubicBezTo>
                    <a:pt x="321" y="439"/>
                    <a:pt x="323" y="438"/>
                    <a:pt x="326" y="436"/>
                  </a:cubicBezTo>
                  <a:cubicBezTo>
                    <a:pt x="329" y="435"/>
                    <a:pt x="332" y="434"/>
                    <a:pt x="334" y="432"/>
                  </a:cubicBezTo>
                  <a:cubicBezTo>
                    <a:pt x="335" y="432"/>
                    <a:pt x="335" y="432"/>
                    <a:pt x="336" y="431"/>
                  </a:cubicBezTo>
                  <a:cubicBezTo>
                    <a:pt x="337" y="431"/>
                    <a:pt x="337" y="431"/>
                    <a:pt x="337" y="431"/>
                  </a:cubicBezTo>
                  <a:cubicBezTo>
                    <a:pt x="337" y="431"/>
                    <a:pt x="336" y="427"/>
                    <a:pt x="335" y="420"/>
                  </a:cubicBezTo>
                  <a:cubicBezTo>
                    <a:pt x="335" y="417"/>
                    <a:pt x="334" y="414"/>
                    <a:pt x="333" y="410"/>
                  </a:cubicBezTo>
                  <a:cubicBezTo>
                    <a:pt x="333" y="406"/>
                    <a:pt x="332" y="402"/>
                    <a:pt x="331" y="398"/>
                  </a:cubicBezTo>
                  <a:cubicBezTo>
                    <a:pt x="330" y="395"/>
                    <a:pt x="329" y="391"/>
                    <a:pt x="328" y="388"/>
                  </a:cubicBezTo>
                  <a:cubicBezTo>
                    <a:pt x="330" y="387"/>
                    <a:pt x="332" y="386"/>
                    <a:pt x="333" y="385"/>
                  </a:cubicBezTo>
                  <a:cubicBezTo>
                    <a:pt x="337" y="382"/>
                    <a:pt x="339" y="380"/>
                    <a:pt x="341" y="379"/>
                  </a:cubicBezTo>
                  <a:cubicBezTo>
                    <a:pt x="343" y="377"/>
                    <a:pt x="344" y="377"/>
                    <a:pt x="344" y="377"/>
                  </a:cubicBezTo>
                  <a:cubicBezTo>
                    <a:pt x="344" y="377"/>
                    <a:pt x="344" y="376"/>
                    <a:pt x="345" y="376"/>
                  </a:cubicBezTo>
                  <a:cubicBezTo>
                    <a:pt x="345" y="376"/>
                    <a:pt x="346" y="375"/>
                    <a:pt x="347" y="374"/>
                  </a:cubicBezTo>
                  <a:cubicBezTo>
                    <a:pt x="348" y="373"/>
                    <a:pt x="351" y="371"/>
                    <a:pt x="354" y="368"/>
                  </a:cubicBezTo>
                  <a:cubicBezTo>
                    <a:pt x="355" y="367"/>
                    <a:pt x="357" y="365"/>
                    <a:pt x="359" y="364"/>
                  </a:cubicBezTo>
                  <a:cubicBezTo>
                    <a:pt x="361" y="365"/>
                    <a:pt x="365" y="367"/>
                    <a:pt x="368" y="369"/>
                  </a:cubicBezTo>
                  <a:cubicBezTo>
                    <a:pt x="375" y="372"/>
                    <a:pt x="383" y="376"/>
                    <a:pt x="388" y="378"/>
                  </a:cubicBezTo>
                  <a:cubicBezTo>
                    <a:pt x="391" y="379"/>
                    <a:pt x="394" y="380"/>
                    <a:pt x="395" y="381"/>
                  </a:cubicBezTo>
                  <a:cubicBezTo>
                    <a:pt x="397" y="382"/>
                    <a:pt x="398" y="382"/>
                    <a:pt x="398" y="382"/>
                  </a:cubicBezTo>
                  <a:cubicBezTo>
                    <a:pt x="398" y="382"/>
                    <a:pt x="399" y="381"/>
                    <a:pt x="401" y="379"/>
                  </a:cubicBezTo>
                  <a:cubicBezTo>
                    <a:pt x="401" y="378"/>
                    <a:pt x="402" y="377"/>
                    <a:pt x="403" y="376"/>
                  </a:cubicBezTo>
                  <a:cubicBezTo>
                    <a:pt x="404" y="375"/>
                    <a:pt x="405" y="374"/>
                    <a:pt x="406" y="373"/>
                  </a:cubicBezTo>
                  <a:cubicBezTo>
                    <a:pt x="408" y="370"/>
                    <a:pt x="410" y="368"/>
                    <a:pt x="411" y="366"/>
                  </a:cubicBezTo>
                  <a:cubicBezTo>
                    <a:pt x="412" y="364"/>
                    <a:pt x="413" y="363"/>
                    <a:pt x="413" y="363"/>
                  </a:cubicBezTo>
                  <a:cubicBezTo>
                    <a:pt x="413" y="363"/>
                    <a:pt x="411" y="359"/>
                    <a:pt x="407" y="354"/>
                  </a:cubicBezTo>
                  <a:cubicBezTo>
                    <a:pt x="404" y="349"/>
                    <a:pt x="399" y="342"/>
                    <a:pt x="394" y="336"/>
                  </a:cubicBezTo>
                  <a:cubicBezTo>
                    <a:pt x="391" y="333"/>
                    <a:pt x="389" y="331"/>
                    <a:pt x="387" y="328"/>
                  </a:cubicBezTo>
                  <a:cubicBezTo>
                    <a:pt x="387" y="327"/>
                    <a:pt x="388" y="326"/>
                    <a:pt x="389" y="325"/>
                  </a:cubicBezTo>
                  <a:cubicBezTo>
                    <a:pt x="389" y="325"/>
                    <a:pt x="390" y="324"/>
                    <a:pt x="390" y="323"/>
                  </a:cubicBezTo>
                  <a:cubicBezTo>
                    <a:pt x="392" y="319"/>
                    <a:pt x="394" y="316"/>
                    <a:pt x="395" y="314"/>
                  </a:cubicBezTo>
                  <a:cubicBezTo>
                    <a:pt x="396" y="312"/>
                    <a:pt x="396" y="311"/>
                    <a:pt x="396" y="311"/>
                  </a:cubicBezTo>
                  <a:cubicBezTo>
                    <a:pt x="396" y="311"/>
                    <a:pt x="397" y="310"/>
                    <a:pt x="398" y="308"/>
                  </a:cubicBezTo>
                  <a:cubicBezTo>
                    <a:pt x="399" y="306"/>
                    <a:pt x="400" y="303"/>
                    <a:pt x="402" y="299"/>
                  </a:cubicBezTo>
                  <a:cubicBezTo>
                    <a:pt x="402" y="297"/>
                    <a:pt x="403" y="295"/>
                    <a:pt x="404" y="293"/>
                  </a:cubicBezTo>
                  <a:cubicBezTo>
                    <a:pt x="407" y="293"/>
                    <a:pt x="411" y="293"/>
                    <a:pt x="414" y="293"/>
                  </a:cubicBezTo>
                  <a:cubicBezTo>
                    <a:pt x="418" y="294"/>
                    <a:pt x="422" y="293"/>
                    <a:pt x="426" y="293"/>
                  </a:cubicBezTo>
                  <a:cubicBezTo>
                    <a:pt x="428" y="293"/>
                    <a:pt x="430" y="293"/>
                    <a:pt x="432" y="293"/>
                  </a:cubicBezTo>
                  <a:cubicBezTo>
                    <a:pt x="434" y="293"/>
                    <a:pt x="435" y="293"/>
                    <a:pt x="437" y="293"/>
                  </a:cubicBezTo>
                  <a:cubicBezTo>
                    <a:pt x="443" y="293"/>
                    <a:pt x="447" y="292"/>
                    <a:pt x="447" y="292"/>
                  </a:cubicBezTo>
                  <a:cubicBezTo>
                    <a:pt x="447" y="292"/>
                    <a:pt x="448" y="291"/>
                    <a:pt x="448" y="289"/>
                  </a:cubicBezTo>
                  <a:cubicBezTo>
                    <a:pt x="448" y="288"/>
                    <a:pt x="449" y="287"/>
                    <a:pt x="449" y="287"/>
                  </a:cubicBezTo>
                  <a:cubicBezTo>
                    <a:pt x="449" y="286"/>
                    <a:pt x="449" y="286"/>
                    <a:pt x="449" y="285"/>
                  </a:cubicBezTo>
                  <a:cubicBezTo>
                    <a:pt x="450" y="283"/>
                    <a:pt x="450" y="282"/>
                    <a:pt x="450" y="280"/>
                  </a:cubicBezTo>
                  <a:cubicBezTo>
                    <a:pt x="451" y="279"/>
                    <a:pt x="451" y="277"/>
                    <a:pt x="451" y="276"/>
                  </a:cubicBezTo>
                  <a:cubicBezTo>
                    <a:pt x="452" y="275"/>
                    <a:pt x="452" y="273"/>
                    <a:pt x="452" y="272"/>
                  </a:cubicBezTo>
                  <a:cubicBezTo>
                    <a:pt x="452" y="270"/>
                    <a:pt x="453" y="268"/>
                    <a:pt x="453" y="268"/>
                  </a:cubicBezTo>
                  <a:cubicBezTo>
                    <a:pt x="453" y="268"/>
                    <a:pt x="449" y="266"/>
                    <a:pt x="444" y="263"/>
                  </a:cubicBezTo>
                  <a:cubicBezTo>
                    <a:pt x="438" y="260"/>
                    <a:pt x="431" y="257"/>
                    <a:pt x="423" y="253"/>
                  </a:cubicBezTo>
                  <a:close/>
                  <a:moveTo>
                    <a:pt x="226" y="368"/>
                  </a:moveTo>
                  <a:cubicBezTo>
                    <a:pt x="150" y="368"/>
                    <a:pt x="88" y="306"/>
                    <a:pt x="88" y="229"/>
                  </a:cubicBezTo>
                  <a:cubicBezTo>
                    <a:pt x="88" y="153"/>
                    <a:pt x="150" y="91"/>
                    <a:pt x="226" y="91"/>
                  </a:cubicBezTo>
                  <a:cubicBezTo>
                    <a:pt x="303" y="91"/>
                    <a:pt x="365" y="153"/>
                    <a:pt x="365" y="229"/>
                  </a:cubicBezTo>
                  <a:cubicBezTo>
                    <a:pt x="365" y="306"/>
                    <a:pt x="303" y="368"/>
                    <a:pt x="226" y="368"/>
                  </a:cubicBezTo>
                  <a:close/>
                </a:path>
              </a:pathLst>
            </a:custGeom>
            <a:solidFill>
              <a:srgbClr val="044BC9"/>
            </a:solidFill>
            <a:ln>
              <a:noFill/>
            </a:ln>
          </p:spPr>
          <p:txBody>
            <a:bodyPr vert="horz" wrap="square" lIns="91440" tIns="45720" rIns="91440" bIns="45720" numCol="1" anchor="ctr" anchorCtr="0" compatLnSpc="1">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000000"/>
                  </a:solidFill>
                  <a:effectLst/>
                  <a:uLnTx/>
                  <a:uFillTx/>
                </a:rPr>
                <a:t>02</a:t>
              </a:r>
              <a:endParaRPr kumimoji="0" lang="zh-CN" altLang="en-US" sz="2000" b="1" i="0" u="none" strike="noStrike" kern="1200" cap="none" spc="0" normalizeH="0" baseline="0" noProof="0" dirty="0">
                <a:ln>
                  <a:noFill/>
                </a:ln>
                <a:solidFill>
                  <a:srgbClr val="000000"/>
                </a:solidFill>
                <a:effectLst/>
                <a:uLnTx/>
                <a:uFillTx/>
              </a:endParaRPr>
            </a:p>
          </p:txBody>
        </p:sp>
        <p:sp>
          <p:nvSpPr>
            <p:cNvPr id="8" name="î$ḷîḍe"/>
            <p:cNvSpPr/>
            <p:nvPr/>
          </p:nvSpPr>
          <p:spPr bwMode="auto">
            <a:xfrm>
              <a:off x="9111" y="5591"/>
              <a:ext cx="2970" cy="3013"/>
            </a:xfrm>
            <a:custGeom>
              <a:avLst/>
              <a:gdLst>
                <a:gd name="T0" fmla="*/ 460 w 502"/>
                <a:gd name="T1" fmla="*/ 254 h 509"/>
                <a:gd name="T2" fmla="*/ 492 w 502"/>
                <a:gd name="T3" fmla="*/ 217 h 509"/>
                <a:gd name="T4" fmla="*/ 498 w 502"/>
                <a:gd name="T5" fmla="*/ 193 h 509"/>
                <a:gd name="T6" fmla="*/ 479 w 502"/>
                <a:gd name="T7" fmla="*/ 183 h 509"/>
                <a:gd name="T8" fmla="*/ 441 w 502"/>
                <a:gd name="T9" fmla="*/ 167 h 509"/>
                <a:gd name="T10" fmla="*/ 429 w 502"/>
                <a:gd name="T11" fmla="*/ 145 h 509"/>
                <a:gd name="T12" fmla="*/ 450 w 502"/>
                <a:gd name="T13" fmla="*/ 95 h 509"/>
                <a:gd name="T14" fmla="*/ 431 w 502"/>
                <a:gd name="T15" fmla="*/ 89 h 509"/>
                <a:gd name="T16" fmla="*/ 382 w 502"/>
                <a:gd name="T17" fmla="*/ 92 h 509"/>
                <a:gd name="T18" fmla="*/ 367 w 502"/>
                <a:gd name="T19" fmla="*/ 67 h 509"/>
                <a:gd name="T20" fmla="*/ 370 w 502"/>
                <a:gd name="T21" fmla="*/ 29 h 509"/>
                <a:gd name="T22" fmla="*/ 341 w 502"/>
                <a:gd name="T23" fmla="*/ 28 h 509"/>
                <a:gd name="T24" fmla="*/ 306 w 502"/>
                <a:gd name="T25" fmla="*/ 53 h 509"/>
                <a:gd name="T26" fmla="*/ 283 w 502"/>
                <a:gd name="T27" fmla="*/ 48 h 509"/>
                <a:gd name="T28" fmla="*/ 263 w 502"/>
                <a:gd name="T29" fmla="*/ 0 h 509"/>
                <a:gd name="T30" fmla="*/ 238 w 502"/>
                <a:gd name="T31" fmla="*/ 0 h 509"/>
                <a:gd name="T32" fmla="*/ 209 w 502"/>
                <a:gd name="T33" fmla="*/ 50 h 509"/>
                <a:gd name="T34" fmla="*/ 191 w 502"/>
                <a:gd name="T35" fmla="*/ 54 h 509"/>
                <a:gd name="T36" fmla="*/ 153 w 502"/>
                <a:gd name="T37" fmla="*/ 19 h 509"/>
                <a:gd name="T38" fmla="*/ 130 w 502"/>
                <a:gd name="T39" fmla="*/ 31 h 509"/>
                <a:gd name="T40" fmla="*/ 139 w 502"/>
                <a:gd name="T41" fmla="*/ 78 h 509"/>
                <a:gd name="T42" fmla="*/ 118 w 502"/>
                <a:gd name="T43" fmla="*/ 93 h 509"/>
                <a:gd name="T44" fmla="*/ 64 w 502"/>
                <a:gd name="T45" fmla="*/ 86 h 509"/>
                <a:gd name="T46" fmla="*/ 47 w 502"/>
                <a:gd name="T47" fmla="*/ 103 h 509"/>
                <a:gd name="T48" fmla="*/ 72 w 502"/>
                <a:gd name="T49" fmla="*/ 148 h 509"/>
                <a:gd name="T50" fmla="*/ 57 w 502"/>
                <a:gd name="T51" fmla="*/ 177 h 509"/>
                <a:gd name="T52" fmla="*/ 18 w 502"/>
                <a:gd name="T53" fmla="*/ 184 h 509"/>
                <a:gd name="T54" fmla="*/ 3 w 502"/>
                <a:gd name="T55" fmla="*/ 198 h 509"/>
                <a:gd name="T56" fmla="*/ 33 w 502"/>
                <a:gd name="T57" fmla="*/ 228 h 509"/>
                <a:gd name="T58" fmla="*/ 42 w 502"/>
                <a:gd name="T59" fmla="*/ 258 h 509"/>
                <a:gd name="T60" fmla="*/ 0 w 502"/>
                <a:gd name="T61" fmla="*/ 297 h 509"/>
                <a:gd name="T62" fmla="*/ 5 w 502"/>
                <a:gd name="T63" fmla="*/ 318 h 509"/>
                <a:gd name="T64" fmla="*/ 30 w 502"/>
                <a:gd name="T65" fmla="*/ 325 h 509"/>
                <a:gd name="T66" fmla="*/ 63 w 502"/>
                <a:gd name="T67" fmla="*/ 345 h 509"/>
                <a:gd name="T68" fmla="*/ 66 w 502"/>
                <a:gd name="T69" fmla="*/ 372 h 509"/>
                <a:gd name="T70" fmla="*/ 55 w 502"/>
                <a:gd name="T71" fmla="*/ 417 h 509"/>
                <a:gd name="T72" fmla="*/ 95 w 502"/>
                <a:gd name="T73" fmla="*/ 408 h 509"/>
                <a:gd name="T74" fmla="*/ 121 w 502"/>
                <a:gd name="T75" fmla="*/ 417 h 509"/>
                <a:gd name="T76" fmla="*/ 133 w 502"/>
                <a:gd name="T77" fmla="*/ 454 h 509"/>
                <a:gd name="T78" fmla="*/ 141 w 502"/>
                <a:gd name="T79" fmla="*/ 483 h 509"/>
                <a:gd name="T80" fmla="*/ 169 w 502"/>
                <a:gd name="T81" fmla="*/ 471 h 509"/>
                <a:gd name="T82" fmla="*/ 199 w 502"/>
                <a:gd name="T83" fmla="*/ 456 h 509"/>
                <a:gd name="T84" fmla="*/ 226 w 502"/>
                <a:gd name="T85" fmla="*/ 461 h 509"/>
                <a:gd name="T86" fmla="*/ 242 w 502"/>
                <a:gd name="T87" fmla="*/ 508 h 509"/>
                <a:gd name="T88" fmla="*/ 268 w 502"/>
                <a:gd name="T89" fmla="*/ 497 h 509"/>
                <a:gd name="T90" fmla="*/ 298 w 502"/>
                <a:gd name="T91" fmla="*/ 458 h 509"/>
                <a:gd name="T92" fmla="*/ 318 w 502"/>
                <a:gd name="T93" fmla="*/ 452 h 509"/>
                <a:gd name="T94" fmla="*/ 350 w 502"/>
                <a:gd name="T95" fmla="*/ 489 h 509"/>
                <a:gd name="T96" fmla="*/ 374 w 502"/>
                <a:gd name="T97" fmla="*/ 477 h 509"/>
                <a:gd name="T98" fmla="*/ 370 w 502"/>
                <a:gd name="T99" fmla="*/ 426 h 509"/>
                <a:gd name="T100" fmla="*/ 392 w 502"/>
                <a:gd name="T101" fmla="*/ 408 h 509"/>
                <a:gd name="T102" fmla="*/ 441 w 502"/>
                <a:gd name="T103" fmla="*/ 423 h 509"/>
                <a:gd name="T104" fmla="*/ 458 w 502"/>
                <a:gd name="T105" fmla="*/ 402 h 509"/>
                <a:gd name="T106" fmla="*/ 432 w 502"/>
                <a:gd name="T107" fmla="*/ 358 h 509"/>
                <a:gd name="T108" fmla="*/ 448 w 502"/>
                <a:gd name="T109" fmla="*/ 325 h 509"/>
                <a:gd name="T110" fmla="*/ 496 w 502"/>
                <a:gd name="T111" fmla="*/ 324 h 509"/>
                <a:gd name="T112" fmla="*/ 500 w 502"/>
                <a:gd name="T113" fmla="*/ 306 h 509"/>
                <a:gd name="T114" fmla="*/ 251 w 502"/>
                <a:gd name="T115" fmla="*/ 408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02" h="509">
                  <a:moveTo>
                    <a:pt x="469" y="280"/>
                  </a:moveTo>
                  <a:cubicBezTo>
                    <a:pt x="466" y="279"/>
                    <a:pt x="462" y="277"/>
                    <a:pt x="459" y="276"/>
                  </a:cubicBezTo>
                  <a:cubicBezTo>
                    <a:pt x="459" y="273"/>
                    <a:pt x="459" y="271"/>
                    <a:pt x="459" y="269"/>
                  </a:cubicBezTo>
                  <a:cubicBezTo>
                    <a:pt x="460" y="264"/>
                    <a:pt x="460" y="261"/>
                    <a:pt x="460" y="258"/>
                  </a:cubicBezTo>
                  <a:cubicBezTo>
                    <a:pt x="460" y="256"/>
                    <a:pt x="460" y="254"/>
                    <a:pt x="460" y="254"/>
                  </a:cubicBezTo>
                  <a:cubicBezTo>
                    <a:pt x="460" y="254"/>
                    <a:pt x="460" y="253"/>
                    <a:pt x="460" y="250"/>
                  </a:cubicBezTo>
                  <a:cubicBezTo>
                    <a:pt x="460" y="248"/>
                    <a:pt x="460" y="244"/>
                    <a:pt x="459" y="239"/>
                  </a:cubicBezTo>
                  <a:cubicBezTo>
                    <a:pt x="459" y="237"/>
                    <a:pt x="459" y="235"/>
                    <a:pt x="459" y="233"/>
                  </a:cubicBezTo>
                  <a:cubicBezTo>
                    <a:pt x="462" y="231"/>
                    <a:pt x="466" y="230"/>
                    <a:pt x="469" y="228"/>
                  </a:cubicBezTo>
                  <a:cubicBezTo>
                    <a:pt x="477" y="224"/>
                    <a:pt x="486" y="220"/>
                    <a:pt x="492" y="217"/>
                  </a:cubicBezTo>
                  <a:cubicBezTo>
                    <a:pt x="498" y="213"/>
                    <a:pt x="502" y="211"/>
                    <a:pt x="502" y="211"/>
                  </a:cubicBezTo>
                  <a:cubicBezTo>
                    <a:pt x="502" y="211"/>
                    <a:pt x="502" y="209"/>
                    <a:pt x="501" y="207"/>
                  </a:cubicBezTo>
                  <a:cubicBezTo>
                    <a:pt x="501" y="205"/>
                    <a:pt x="501" y="204"/>
                    <a:pt x="500" y="202"/>
                  </a:cubicBezTo>
                  <a:cubicBezTo>
                    <a:pt x="500" y="201"/>
                    <a:pt x="500" y="199"/>
                    <a:pt x="499" y="198"/>
                  </a:cubicBezTo>
                  <a:cubicBezTo>
                    <a:pt x="499" y="196"/>
                    <a:pt x="498" y="194"/>
                    <a:pt x="498" y="193"/>
                  </a:cubicBezTo>
                  <a:cubicBezTo>
                    <a:pt x="498" y="192"/>
                    <a:pt x="498" y="191"/>
                    <a:pt x="498" y="190"/>
                  </a:cubicBezTo>
                  <a:cubicBezTo>
                    <a:pt x="497" y="190"/>
                    <a:pt x="497" y="189"/>
                    <a:pt x="497" y="188"/>
                  </a:cubicBezTo>
                  <a:cubicBezTo>
                    <a:pt x="496" y="186"/>
                    <a:pt x="496" y="184"/>
                    <a:pt x="496" y="184"/>
                  </a:cubicBezTo>
                  <a:cubicBezTo>
                    <a:pt x="496" y="184"/>
                    <a:pt x="491" y="184"/>
                    <a:pt x="484" y="184"/>
                  </a:cubicBezTo>
                  <a:cubicBezTo>
                    <a:pt x="483" y="184"/>
                    <a:pt x="481" y="183"/>
                    <a:pt x="479" y="183"/>
                  </a:cubicBezTo>
                  <a:cubicBezTo>
                    <a:pt x="477" y="183"/>
                    <a:pt x="475" y="183"/>
                    <a:pt x="473" y="183"/>
                  </a:cubicBezTo>
                  <a:cubicBezTo>
                    <a:pt x="468" y="183"/>
                    <a:pt x="464" y="183"/>
                    <a:pt x="459" y="183"/>
                  </a:cubicBezTo>
                  <a:cubicBezTo>
                    <a:pt x="455" y="183"/>
                    <a:pt x="451" y="183"/>
                    <a:pt x="448" y="183"/>
                  </a:cubicBezTo>
                  <a:cubicBezTo>
                    <a:pt x="447" y="181"/>
                    <a:pt x="446" y="179"/>
                    <a:pt x="445" y="177"/>
                  </a:cubicBezTo>
                  <a:cubicBezTo>
                    <a:pt x="444" y="173"/>
                    <a:pt x="442" y="170"/>
                    <a:pt x="441" y="167"/>
                  </a:cubicBezTo>
                  <a:cubicBezTo>
                    <a:pt x="440" y="165"/>
                    <a:pt x="439" y="164"/>
                    <a:pt x="439" y="164"/>
                  </a:cubicBezTo>
                  <a:cubicBezTo>
                    <a:pt x="439" y="164"/>
                    <a:pt x="439" y="162"/>
                    <a:pt x="437" y="160"/>
                  </a:cubicBezTo>
                  <a:cubicBezTo>
                    <a:pt x="436" y="158"/>
                    <a:pt x="435" y="154"/>
                    <a:pt x="432" y="151"/>
                  </a:cubicBezTo>
                  <a:cubicBezTo>
                    <a:pt x="432" y="150"/>
                    <a:pt x="431" y="149"/>
                    <a:pt x="431" y="148"/>
                  </a:cubicBezTo>
                  <a:cubicBezTo>
                    <a:pt x="430" y="147"/>
                    <a:pt x="430" y="146"/>
                    <a:pt x="429" y="145"/>
                  </a:cubicBezTo>
                  <a:cubicBezTo>
                    <a:pt x="431" y="142"/>
                    <a:pt x="434" y="139"/>
                    <a:pt x="436" y="136"/>
                  </a:cubicBezTo>
                  <a:cubicBezTo>
                    <a:pt x="442" y="129"/>
                    <a:pt x="448" y="121"/>
                    <a:pt x="452" y="116"/>
                  </a:cubicBezTo>
                  <a:cubicBezTo>
                    <a:pt x="456" y="110"/>
                    <a:pt x="458" y="106"/>
                    <a:pt x="458" y="106"/>
                  </a:cubicBezTo>
                  <a:cubicBezTo>
                    <a:pt x="458" y="106"/>
                    <a:pt x="457" y="105"/>
                    <a:pt x="456" y="103"/>
                  </a:cubicBezTo>
                  <a:cubicBezTo>
                    <a:pt x="454" y="101"/>
                    <a:pt x="452" y="98"/>
                    <a:pt x="450" y="95"/>
                  </a:cubicBezTo>
                  <a:cubicBezTo>
                    <a:pt x="449" y="94"/>
                    <a:pt x="448" y="93"/>
                    <a:pt x="447" y="92"/>
                  </a:cubicBezTo>
                  <a:cubicBezTo>
                    <a:pt x="446" y="90"/>
                    <a:pt x="445" y="89"/>
                    <a:pt x="444" y="88"/>
                  </a:cubicBezTo>
                  <a:cubicBezTo>
                    <a:pt x="442" y="86"/>
                    <a:pt x="441" y="85"/>
                    <a:pt x="441" y="85"/>
                  </a:cubicBezTo>
                  <a:cubicBezTo>
                    <a:pt x="441" y="85"/>
                    <a:pt x="440" y="86"/>
                    <a:pt x="438" y="86"/>
                  </a:cubicBezTo>
                  <a:cubicBezTo>
                    <a:pt x="436" y="87"/>
                    <a:pt x="434" y="88"/>
                    <a:pt x="431" y="89"/>
                  </a:cubicBezTo>
                  <a:cubicBezTo>
                    <a:pt x="424" y="92"/>
                    <a:pt x="416" y="96"/>
                    <a:pt x="408" y="100"/>
                  </a:cubicBezTo>
                  <a:cubicBezTo>
                    <a:pt x="404" y="102"/>
                    <a:pt x="401" y="103"/>
                    <a:pt x="397" y="105"/>
                  </a:cubicBezTo>
                  <a:cubicBezTo>
                    <a:pt x="396" y="104"/>
                    <a:pt x="394" y="102"/>
                    <a:pt x="392" y="100"/>
                  </a:cubicBezTo>
                  <a:cubicBezTo>
                    <a:pt x="389" y="97"/>
                    <a:pt x="386" y="95"/>
                    <a:pt x="384" y="93"/>
                  </a:cubicBezTo>
                  <a:cubicBezTo>
                    <a:pt x="383" y="93"/>
                    <a:pt x="383" y="92"/>
                    <a:pt x="382" y="92"/>
                  </a:cubicBezTo>
                  <a:cubicBezTo>
                    <a:pt x="382" y="91"/>
                    <a:pt x="381" y="91"/>
                    <a:pt x="381" y="91"/>
                  </a:cubicBezTo>
                  <a:cubicBezTo>
                    <a:pt x="381" y="91"/>
                    <a:pt x="380" y="90"/>
                    <a:pt x="378" y="88"/>
                  </a:cubicBezTo>
                  <a:cubicBezTo>
                    <a:pt x="376" y="87"/>
                    <a:pt x="373" y="85"/>
                    <a:pt x="370" y="82"/>
                  </a:cubicBezTo>
                  <a:cubicBezTo>
                    <a:pt x="368" y="81"/>
                    <a:pt x="366" y="80"/>
                    <a:pt x="364" y="78"/>
                  </a:cubicBezTo>
                  <a:cubicBezTo>
                    <a:pt x="365" y="75"/>
                    <a:pt x="366" y="71"/>
                    <a:pt x="367" y="67"/>
                  </a:cubicBezTo>
                  <a:cubicBezTo>
                    <a:pt x="368" y="63"/>
                    <a:pt x="369" y="58"/>
                    <a:pt x="370" y="54"/>
                  </a:cubicBezTo>
                  <a:cubicBezTo>
                    <a:pt x="370" y="50"/>
                    <a:pt x="371" y="46"/>
                    <a:pt x="372" y="43"/>
                  </a:cubicBezTo>
                  <a:cubicBezTo>
                    <a:pt x="373" y="36"/>
                    <a:pt x="374" y="31"/>
                    <a:pt x="374" y="31"/>
                  </a:cubicBezTo>
                  <a:cubicBezTo>
                    <a:pt x="374" y="31"/>
                    <a:pt x="373" y="31"/>
                    <a:pt x="373" y="31"/>
                  </a:cubicBezTo>
                  <a:cubicBezTo>
                    <a:pt x="372" y="30"/>
                    <a:pt x="371" y="30"/>
                    <a:pt x="370" y="29"/>
                  </a:cubicBezTo>
                  <a:cubicBezTo>
                    <a:pt x="368" y="28"/>
                    <a:pt x="365" y="26"/>
                    <a:pt x="362" y="25"/>
                  </a:cubicBezTo>
                  <a:cubicBezTo>
                    <a:pt x="358" y="23"/>
                    <a:pt x="355" y="22"/>
                    <a:pt x="353" y="21"/>
                  </a:cubicBezTo>
                  <a:cubicBezTo>
                    <a:pt x="352" y="20"/>
                    <a:pt x="351" y="20"/>
                    <a:pt x="350" y="20"/>
                  </a:cubicBezTo>
                  <a:cubicBezTo>
                    <a:pt x="350" y="19"/>
                    <a:pt x="349" y="19"/>
                    <a:pt x="349" y="19"/>
                  </a:cubicBezTo>
                  <a:cubicBezTo>
                    <a:pt x="349" y="19"/>
                    <a:pt x="346" y="23"/>
                    <a:pt x="341" y="28"/>
                  </a:cubicBezTo>
                  <a:cubicBezTo>
                    <a:pt x="339" y="30"/>
                    <a:pt x="336" y="34"/>
                    <a:pt x="334" y="37"/>
                  </a:cubicBezTo>
                  <a:cubicBezTo>
                    <a:pt x="331" y="40"/>
                    <a:pt x="328" y="44"/>
                    <a:pt x="325" y="47"/>
                  </a:cubicBezTo>
                  <a:cubicBezTo>
                    <a:pt x="323" y="50"/>
                    <a:pt x="321" y="53"/>
                    <a:pt x="318" y="56"/>
                  </a:cubicBezTo>
                  <a:cubicBezTo>
                    <a:pt x="316" y="56"/>
                    <a:pt x="314" y="55"/>
                    <a:pt x="312" y="54"/>
                  </a:cubicBezTo>
                  <a:cubicBezTo>
                    <a:pt x="310" y="54"/>
                    <a:pt x="308" y="53"/>
                    <a:pt x="306" y="53"/>
                  </a:cubicBezTo>
                  <a:cubicBezTo>
                    <a:pt x="305" y="52"/>
                    <a:pt x="304" y="52"/>
                    <a:pt x="304" y="52"/>
                  </a:cubicBezTo>
                  <a:cubicBezTo>
                    <a:pt x="303" y="52"/>
                    <a:pt x="302" y="52"/>
                    <a:pt x="302" y="52"/>
                  </a:cubicBezTo>
                  <a:cubicBezTo>
                    <a:pt x="299" y="51"/>
                    <a:pt x="298" y="51"/>
                    <a:pt x="298" y="51"/>
                  </a:cubicBezTo>
                  <a:cubicBezTo>
                    <a:pt x="298" y="51"/>
                    <a:pt x="296" y="50"/>
                    <a:pt x="294" y="50"/>
                  </a:cubicBezTo>
                  <a:cubicBezTo>
                    <a:pt x="291" y="49"/>
                    <a:pt x="288" y="49"/>
                    <a:pt x="283" y="48"/>
                  </a:cubicBezTo>
                  <a:cubicBezTo>
                    <a:pt x="281" y="48"/>
                    <a:pt x="279" y="47"/>
                    <a:pt x="276" y="47"/>
                  </a:cubicBezTo>
                  <a:cubicBezTo>
                    <a:pt x="276" y="43"/>
                    <a:pt x="275" y="39"/>
                    <a:pt x="274" y="36"/>
                  </a:cubicBezTo>
                  <a:cubicBezTo>
                    <a:pt x="272" y="27"/>
                    <a:pt x="270" y="18"/>
                    <a:pt x="268" y="11"/>
                  </a:cubicBezTo>
                  <a:cubicBezTo>
                    <a:pt x="266" y="4"/>
                    <a:pt x="265" y="0"/>
                    <a:pt x="265" y="0"/>
                  </a:cubicBezTo>
                  <a:cubicBezTo>
                    <a:pt x="265" y="0"/>
                    <a:pt x="264" y="0"/>
                    <a:pt x="263" y="0"/>
                  </a:cubicBezTo>
                  <a:cubicBezTo>
                    <a:pt x="263" y="0"/>
                    <a:pt x="262" y="0"/>
                    <a:pt x="260" y="0"/>
                  </a:cubicBezTo>
                  <a:cubicBezTo>
                    <a:pt x="258" y="0"/>
                    <a:pt x="255" y="0"/>
                    <a:pt x="251" y="0"/>
                  </a:cubicBezTo>
                  <a:cubicBezTo>
                    <a:pt x="248" y="0"/>
                    <a:pt x="244" y="0"/>
                    <a:pt x="242" y="0"/>
                  </a:cubicBezTo>
                  <a:cubicBezTo>
                    <a:pt x="241" y="0"/>
                    <a:pt x="240" y="0"/>
                    <a:pt x="239" y="0"/>
                  </a:cubicBezTo>
                  <a:cubicBezTo>
                    <a:pt x="238" y="0"/>
                    <a:pt x="238" y="0"/>
                    <a:pt x="238" y="0"/>
                  </a:cubicBezTo>
                  <a:cubicBezTo>
                    <a:pt x="238" y="0"/>
                    <a:pt x="236" y="4"/>
                    <a:pt x="234" y="11"/>
                  </a:cubicBezTo>
                  <a:cubicBezTo>
                    <a:pt x="232" y="18"/>
                    <a:pt x="230" y="27"/>
                    <a:pt x="228" y="36"/>
                  </a:cubicBezTo>
                  <a:cubicBezTo>
                    <a:pt x="227" y="39"/>
                    <a:pt x="227" y="43"/>
                    <a:pt x="226" y="47"/>
                  </a:cubicBezTo>
                  <a:cubicBezTo>
                    <a:pt x="224" y="47"/>
                    <a:pt x="221" y="48"/>
                    <a:pt x="219" y="48"/>
                  </a:cubicBezTo>
                  <a:cubicBezTo>
                    <a:pt x="215" y="49"/>
                    <a:pt x="211" y="49"/>
                    <a:pt x="209" y="50"/>
                  </a:cubicBezTo>
                  <a:cubicBezTo>
                    <a:pt x="206" y="50"/>
                    <a:pt x="205" y="51"/>
                    <a:pt x="205" y="51"/>
                  </a:cubicBezTo>
                  <a:cubicBezTo>
                    <a:pt x="205" y="51"/>
                    <a:pt x="203" y="51"/>
                    <a:pt x="201" y="52"/>
                  </a:cubicBezTo>
                  <a:cubicBezTo>
                    <a:pt x="200" y="52"/>
                    <a:pt x="199" y="52"/>
                    <a:pt x="199" y="52"/>
                  </a:cubicBezTo>
                  <a:cubicBezTo>
                    <a:pt x="198" y="52"/>
                    <a:pt x="197" y="52"/>
                    <a:pt x="196" y="53"/>
                  </a:cubicBezTo>
                  <a:cubicBezTo>
                    <a:pt x="195" y="53"/>
                    <a:pt x="193" y="54"/>
                    <a:pt x="191" y="54"/>
                  </a:cubicBezTo>
                  <a:cubicBezTo>
                    <a:pt x="188" y="55"/>
                    <a:pt x="186" y="56"/>
                    <a:pt x="184" y="56"/>
                  </a:cubicBezTo>
                  <a:cubicBezTo>
                    <a:pt x="182" y="53"/>
                    <a:pt x="179" y="50"/>
                    <a:pt x="177" y="47"/>
                  </a:cubicBezTo>
                  <a:cubicBezTo>
                    <a:pt x="174" y="44"/>
                    <a:pt x="171" y="40"/>
                    <a:pt x="169" y="37"/>
                  </a:cubicBezTo>
                  <a:cubicBezTo>
                    <a:pt x="166" y="34"/>
                    <a:pt x="163" y="30"/>
                    <a:pt x="161" y="28"/>
                  </a:cubicBezTo>
                  <a:cubicBezTo>
                    <a:pt x="156" y="23"/>
                    <a:pt x="153" y="19"/>
                    <a:pt x="153" y="19"/>
                  </a:cubicBezTo>
                  <a:cubicBezTo>
                    <a:pt x="153" y="19"/>
                    <a:pt x="153" y="19"/>
                    <a:pt x="152" y="20"/>
                  </a:cubicBezTo>
                  <a:cubicBezTo>
                    <a:pt x="151" y="20"/>
                    <a:pt x="150" y="20"/>
                    <a:pt x="149" y="21"/>
                  </a:cubicBezTo>
                  <a:cubicBezTo>
                    <a:pt x="147" y="22"/>
                    <a:pt x="144" y="23"/>
                    <a:pt x="141" y="25"/>
                  </a:cubicBezTo>
                  <a:cubicBezTo>
                    <a:pt x="138" y="26"/>
                    <a:pt x="135" y="28"/>
                    <a:pt x="132" y="29"/>
                  </a:cubicBezTo>
                  <a:cubicBezTo>
                    <a:pt x="131" y="30"/>
                    <a:pt x="130" y="30"/>
                    <a:pt x="130" y="31"/>
                  </a:cubicBezTo>
                  <a:cubicBezTo>
                    <a:pt x="129" y="31"/>
                    <a:pt x="129" y="31"/>
                    <a:pt x="129" y="31"/>
                  </a:cubicBezTo>
                  <a:cubicBezTo>
                    <a:pt x="129" y="31"/>
                    <a:pt x="129" y="36"/>
                    <a:pt x="130" y="43"/>
                  </a:cubicBezTo>
                  <a:cubicBezTo>
                    <a:pt x="131" y="46"/>
                    <a:pt x="132" y="50"/>
                    <a:pt x="133" y="54"/>
                  </a:cubicBezTo>
                  <a:cubicBezTo>
                    <a:pt x="134" y="58"/>
                    <a:pt x="135" y="63"/>
                    <a:pt x="136" y="67"/>
                  </a:cubicBezTo>
                  <a:cubicBezTo>
                    <a:pt x="137" y="71"/>
                    <a:pt x="138" y="75"/>
                    <a:pt x="139" y="78"/>
                  </a:cubicBezTo>
                  <a:cubicBezTo>
                    <a:pt x="136" y="80"/>
                    <a:pt x="135" y="81"/>
                    <a:pt x="133" y="82"/>
                  </a:cubicBezTo>
                  <a:cubicBezTo>
                    <a:pt x="129" y="85"/>
                    <a:pt x="126" y="87"/>
                    <a:pt x="124" y="88"/>
                  </a:cubicBezTo>
                  <a:cubicBezTo>
                    <a:pt x="122" y="90"/>
                    <a:pt x="121" y="91"/>
                    <a:pt x="121" y="91"/>
                  </a:cubicBezTo>
                  <a:cubicBezTo>
                    <a:pt x="121" y="91"/>
                    <a:pt x="121" y="91"/>
                    <a:pt x="120" y="92"/>
                  </a:cubicBezTo>
                  <a:cubicBezTo>
                    <a:pt x="120" y="92"/>
                    <a:pt x="119" y="93"/>
                    <a:pt x="118" y="93"/>
                  </a:cubicBezTo>
                  <a:cubicBezTo>
                    <a:pt x="116" y="95"/>
                    <a:pt x="113" y="97"/>
                    <a:pt x="110" y="100"/>
                  </a:cubicBezTo>
                  <a:cubicBezTo>
                    <a:pt x="108" y="102"/>
                    <a:pt x="107" y="104"/>
                    <a:pt x="105" y="105"/>
                  </a:cubicBezTo>
                  <a:cubicBezTo>
                    <a:pt x="102" y="103"/>
                    <a:pt x="98" y="102"/>
                    <a:pt x="95" y="100"/>
                  </a:cubicBezTo>
                  <a:cubicBezTo>
                    <a:pt x="86" y="96"/>
                    <a:pt x="78" y="92"/>
                    <a:pt x="72" y="89"/>
                  </a:cubicBezTo>
                  <a:cubicBezTo>
                    <a:pt x="68" y="88"/>
                    <a:pt x="66" y="87"/>
                    <a:pt x="64" y="86"/>
                  </a:cubicBezTo>
                  <a:cubicBezTo>
                    <a:pt x="62" y="86"/>
                    <a:pt x="61" y="85"/>
                    <a:pt x="61" y="85"/>
                  </a:cubicBezTo>
                  <a:cubicBezTo>
                    <a:pt x="61" y="85"/>
                    <a:pt x="60" y="86"/>
                    <a:pt x="58" y="88"/>
                  </a:cubicBezTo>
                  <a:cubicBezTo>
                    <a:pt x="57" y="89"/>
                    <a:pt x="56" y="90"/>
                    <a:pt x="55" y="92"/>
                  </a:cubicBezTo>
                  <a:cubicBezTo>
                    <a:pt x="54" y="93"/>
                    <a:pt x="53" y="94"/>
                    <a:pt x="52" y="95"/>
                  </a:cubicBezTo>
                  <a:cubicBezTo>
                    <a:pt x="50" y="98"/>
                    <a:pt x="48" y="101"/>
                    <a:pt x="47" y="103"/>
                  </a:cubicBezTo>
                  <a:cubicBezTo>
                    <a:pt x="45" y="105"/>
                    <a:pt x="44" y="106"/>
                    <a:pt x="44" y="106"/>
                  </a:cubicBezTo>
                  <a:cubicBezTo>
                    <a:pt x="44" y="106"/>
                    <a:pt x="47" y="110"/>
                    <a:pt x="51" y="116"/>
                  </a:cubicBezTo>
                  <a:cubicBezTo>
                    <a:pt x="55" y="121"/>
                    <a:pt x="60" y="129"/>
                    <a:pt x="66" y="136"/>
                  </a:cubicBezTo>
                  <a:cubicBezTo>
                    <a:pt x="68" y="139"/>
                    <a:pt x="71" y="142"/>
                    <a:pt x="73" y="145"/>
                  </a:cubicBezTo>
                  <a:cubicBezTo>
                    <a:pt x="73" y="146"/>
                    <a:pt x="72" y="147"/>
                    <a:pt x="72" y="148"/>
                  </a:cubicBezTo>
                  <a:cubicBezTo>
                    <a:pt x="71" y="149"/>
                    <a:pt x="70" y="150"/>
                    <a:pt x="70" y="151"/>
                  </a:cubicBezTo>
                  <a:cubicBezTo>
                    <a:pt x="68" y="154"/>
                    <a:pt x="66" y="158"/>
                    <a:pt x="65" y="160"/>
                  </a:cubicBezTo>
                  <a:cubicBezTo>
                    <a:pt x="64" y="162"/>
                    <a:pt x="63" y="164"/>
                    <a:pt x="63" y="164"/>
                  </a:cubicBezTo>
                  <a:cubicBezTo>
                    <a:pt x="63" y="164"/>
                    <a:pt x="62" y="165"/>
                    <a:pt x="61" y="167"/>
                  </a:cubicBezTo>
                  <a:cubicBezTo>
                    <a:pt x="60" y="170"/>
                    <a:pt x="59" y="173"/>
                    <a:pt x="57" y="177"/>
                  </a:cubicBezTo>
                  <a:cubicBezTo>
                    <a:pt x="56" y="179"/>
                    <a:pt x="55" y="181"/>
                    <a:pt x="55" y="183"/>
                  </a:cubicBezTo>
                  <a:cubicBezTo>
                    <a:pt x="51" y="183"/>
                    <a:pt x="47" y="183"/>
                    <a:pt x="43" y="183"/>
                  </a:cubicBezTo>
                  <a:cubicBezTo>
                    <a:pt x="39" y="183"/>
                    <a:pt x="34" y="183"/>
                    <a:pt x="30" y="183"/>
                  </a:cubicBezTo>
                  <a:cubicBezTo>
                    <a:pt x="28" y="183"/>
                    <a:pt x="25" y="183"/>
                    <a:pt x="23" y="183"/>
                  </a:cubicBezTo>
                  <a:cubicBezTo>
                    <a:pt x="22" y="183"/>
                    <a:pt x="20" y="184"/>
                    <a:pt x="18" y="184"/>
                  </a:cubicBezTo>
                  <a:cubicBezTo>
                    <a:pt x="11" y="184"/>
                    <a:pt x="6" y="184"/>
                    <a:pt x="6" y="184"/>
                  </a:cubicBezTo>
                  <a:cubicBezTo>
                    <a:pt x="6" y="184"/>
                    <a:pt x="6" y="186"/>
                    <a:pt x="5" y="188"/>
                  </a:cubicBezTo>
                  <a:cubicBezTo>
                    <a:pt x="5" y="189"/>
                    <a:pt x="5" y="190"/>
                    <a:pt x="5" y="190"/>
                  </a:cubicBezTo>
                  <a:cubicBezTo>
                    <a:pt x="5" y="191"/>
                    <a:pt x="4" y="192"/>
                    <a:pt x="4" y="193"/>
                  </a:cubicBezTo>
                  <a:cubicBezTo>
                    <a:pt x="4" y="194"/>
                    <a:pt x="3" y="196"/>
                    <a:pt x="3" y="198"/>
                  </a:cubicBezTo>
                  <a:cubicBezTo>
                    <a:pt x="3" y="199"/>
                    <a:pt x="2" y="201"/>
                    <a:pt x="2" y="202"/>
                  </a:cubicBezTo>
                  <a:cubicBezTo>
                    <a:pt x="2" y="204"/>
                    <a:pt x="1" y="205"/>
                    <a:pt x="1" y="207"/>
                  </a:cubicBezTo>
                  <a:cubicBezTo>
                    <a:pt x="1" y="209"/>
                    <a:pt x="0" y="211"/>
                    <a:pt x="0" y="211"/>
                  </a:cubicBezTo>
                  <a:cubicBezTo>
                    <a:pt x="0" y="211"/>
                    <a:pt x="4" y="213"/>
                    <a:pt x="10" y="217"/>
                  </a:cubicBezTo>
                  <a:cubicBezTo>
                    <a:pt x="17" y="220"/>
                    <a:pt x="25" y="224"/>
                    <a:pt x="33" y="228"/>
                  </a:cubicBezTo>
                  <a:cubicBezTo>
                    <a:pt x="37" y="230"/>
                    <a:pt x="40" y="231"/>
                    <a:pt x="43" y="233"/>
                  </a:cubicBezTo>
                  <a:cubicBezTo>
                    <a:pt x="43" y="235"/>
                    <a:pt x="43" y="237"/>
                    <a:pt x="43" y="239"/>
                  </a:cubicBezTo>
                  <a:cubicBezTo>
                    <a:pt x="43" y="244"/>
                    <a:pt x="43" y="248"/>
                    <a:pt x="42" y="250"/>
                  </a:cubicBezTo>
                  <a:cubicBezTo>
                    <a:pt x="42" y="253"/>
                    <a:pt x="42" y="254"/>
                    <a:pt x="42" y="254"/>
                  </a:cubicBezTo>
                  <a:cubicBezTo>
                    <a:pt x="42" y="254"/>
                    <a:pt x="42" y="256"/>
                    <a:pt x="42" y="258"/>
                  </a:cubicBezTo>
                  <a:cubicBezTo>
                    <a:pt x="43" y="261"/>
                    <a:pt x="43" y="264"/>
                    <a:pt x="43" y="269"/>
                  </a:cubicBezTo>
                  <a:cubicBezTo>
                    <a:pt x="43" y="271"/>
                    <a:pt x="43" y="273"/>
                    <a:pt x="43" y="276"/>
                  </a:cubicBezTo>
                  <a:cubicBezTo>
                    <a:pt x="40" y="277"/>
                    <a:pt x="37" y="279"/>
                    <a:pt x="33" y="280"/>
                  </a:cubicBezTo>
                  <a:cubicBezTo>
                    <a:pt x="25" y="284"/>
                    <a:pt x="17" y="288"/>
                    <a:pt x="10" y="292"/>
                  </a:cubicBezTo>
                  <a:cubicBezTo>
                    <a:pt x="4" y="295"/>
                    <a:pt x="0" y="297"/>
                    <a:pt x="0" y="297"/>
                  </a:cubicBezTo>
                  <a:cubicBezTo>
                    <a:pt x="0" y="297"/>
                    <a:pt x="1" y="299"/>
                    <a:pt x="1" y="302"/>
                  </a:cubicBezTo>
                  <a:cubicBezTo>
                    <a:pt x="1" y="303"/>
                    <a:pt x="2" y="304"/>
                    <a:pt x="2" y="306"/>
                  </a:cubicBezTo>
                  <a:cubicBezTo>
                    <a:pt x="2" y="307"/>
                    <a:pt x="3" y="309"/>
                    <a:pt x="3" y="311"/>
                  </a:cubicBezTo>
                  <a:cubicBezTo>
                    <a:pt x="3" y="312"/>
                    <a:pt x="4" y="314"/>
                    <a:pt x="4" y="316"/>
                  </a:cubicBezTo>
                  <a:cubicBezTo>
                    <a:pt x="4" y="316"/>
                    <a:pt x="5" y="317"/>
                    <a:pt x="5" y="318"/>
                  </a:cubicBezTo>
                  <a:cubicBezTo>
                    <a:pt x="5" y="318"/>
                    <a:pt x="5" y="319"/>
                    <a:pt x="5" y="320"/>
                  </a:cubicBezTo>
                  <a:cubicBezTo>
                    <a:pt x="6" y="322"/>
                    <a:pt x="6" y="324"/>
                    <a:pt x="6" y="324"/>
                  </a:cubicBezTo>
                  <a:cubicBezTo>
                    <a:pt x="6" y="324"/>
                    <a:pt x="11" y="324"/>
                    <a:pt x="18" y="325"/>
                  </a:cubicBezTo>
                  <a:cubicBezTo>
                    <a:pt x="20" y="325"/>
                    <a:pt x="22" y="325"/>
                    <a:pt x="23" y="325"/>
                  </a:cubicBezTo>
                  <a:cubicBezTo>
                    <a:pt x="25" y="325"/>
                    <a:pt x="28" y="325"/>
                    <a:pt x="30" y="325"/>
                  </a:cubicBezTo>
                  <a:cubicBezTo>
                    <a:pt x="34" y="325"/>
                    <a:pt x="39" y="325"/>
                    <a:pt x="43" y="325"/>
                  </a:cubicBezTo>
                  <a:cubicBezTo>
                    <a:pt x="47" y="325"/>
                    <a:pt x="51" y="325"/>
                    <a:pt x="55" y="325"/>
                  </a:cubicBezTo>
                  <a:cubicBezTo>
                    <a:pt x="55" y="327"/>
                    <a:pt x="56" y="329"/>
                    <a:pt x="57" y="331"/>
                  </a:cubicBezTo>
                  <a:cubicBezTo>
                    <a:pt x="59" y="335"/>
                    <a:pt x="60" y="339"/>
                    <a:pt x="61" y="341"/>
                  </a:cubicBezTo>
                  <a:cubicBezTo>
                    <a:pt x="62" y="343"/>
                    <a:pt x="63" y="345"/>
                    <a:pt x="63" y="345"/>
                  </a:cubicBezTo>
                  <a:cubicBezTo>
                    <a:pt x="63" y="345"/>
                    <a:pt x="64" y="346"/>
                    <a:pt x="65" y="348"/>
                  </a:cubicBezTo>
                  <a:cubicBezTo>
                    <a:pt x="66" y="351"/>
                    <a:pt x="68" y="354"/>
                    <a:pt x="70" y="358"/>
                  </a:cubicBezTo>
                  <a:cubicBezTo>
                    <a:pt x="70" y="359"/>
                    <a:pt x="71" y="360"/>
                    <a:pt x="72" y="361"/>
                  </a:cubicBezTo>
                  <a:cubicBezTo>
                    <a:pt x="72" y="362"/>
                    <a:pt x="73" y="363"/>
                    <a:pt x="73" y="364"/>
                  </a:cubicBezTo>
                  <a:cubicBezTo>
                    <a:pt x="71" y="366"/>
                    <a:pt x="68" y="369"/>
                    <a:pt x="66" y="372"/>
                  </a:cubicBezTo>
                  <a:cubicBezTo>
                    <a:pt x="60" y="379"/>
                    <a:pt x="55" y="387"/>
                    <a:pt x="51" y="392"/>
                  </a:cubicBezTo>
                  <a:cubicBezTo>
                    <a:pt x="47" y="398"/>
                    <a:pt x="44" y="402"/>
                    <a:pt x="44" y="402"/>
                  </a:cubicBezTo>
                  <a:cubicBezTo>
                    <a:pt x="44" y="402"/>
                    <a:pt x="45" y="403"/>
                    <a:pt x="47" y="405"/>
                  </a:cubicBezTo>
                  <a:cubicBezTo>
                    <a:pt x="48" y="407"/>
                    <a:pt x="50" y="410"/>
                    <a:pt x="52" y="413"/>
                  </a:cubicBezTo>
                  <a:cubicBezTo>
                    <a:pt x="53" y="414"/>
                    <a:pt x="54" y="415"/>
                    <a:pt x="55" y="417"/>
                  </a:cubicBezTo>
                  <a:cubicBezTo>
                    <a:pt x="56" y="418"/>
                    <a:pt x="57" y="419"/>
                    <a:pt x="58" y="420"/>
                  </a:cubicBezTo>
                  <a:cubicBezTo>
                    <a:pt x="60" y="422"/>
                    <a:pt x="61" y="423"/>
                    <a:pt x="61" y="423"/>
                  </a:cubicBezTo>
                  <a:cubicBezTo>
                    <a:pt x="61" y="423"/>
                    <a:pt x="62" y="423"/>
                    <a:pt x="64" y="422"/>
                  </a:cubicBezTo>
                  <a:cubicBezTo>
                    <a:pt x="66" y="421"/>
                    <a:pt x="68" y="420"/>
                    <a:pt x="72" y="419"/>
                  </a:cubicBezTo>
                  <a:cubicBezTo>
                    <a:pt x="78" y="416"/>
                    <a:pt x="86" y="412"/>
                    <a:pt x="95" y="408"/>
                  </a:cubicBezTo>
                  <a:cubicBezTo>
                    <a:pt x="98" y="407"/>
                    <a:pt x="102" y="405"/>
                    <a:pt x="105" y="403"/>
                  </a:cubicBezTo>
                  <a:cubicBezTo>
                    <a:pt x="107" y="405"/>
                    <a:pt x="108" y="406"/>
                    <a:pt x="110" y="408"/>
                  </a:cubicBezTo>
                  <a:cubicBezTo>
                    <a:pt x="113" y="411"/>
                    <a:pt x="116" y="413"/>
                    <a:pt x="118" y="415"/>
                  </a:cubicBezTo>
                  <a:cubicBezTo>
                    <a:pt x="119" y="416"/>
                    <a:pt x="120" y="416"/>
                    <a:pt x="120" y="417"/>
                  </a:cubicBezTo>
                  <a:cubicBezTo>
                    <a:pt x="121" y="417"/>
                    <a:pt x="121" y="417"/>
                    <a:pt x="121" y="417"/>
                  </a:cubicBezTo>
                  <a:cubicBezTo>
                    <a:pt x="121" y="417"/>
                    <a:pt x="122" y="418"/>
                    <a:pt x="124" y="420"/>
                  </a:cubicBezTo>
                  <a:cubicBezTo>
                    <a:pt x="126" y="421"/>
                    <a:pt x="129" y="423"/>
                    <a:pt x="133" y="426"/>
                  </a:cubicBezTo>
                  <a:cubicBezTo>
                    <a:pt x="135" y="427"/>
                    <a:pt x="136" y="429"/>
                    <a:pt x="139" y="430"/>
                  </a:cubicBezTo>
                  <a:cubicBezTo>
                    <a:pt x="138" y="433"/>
                    <a:pt x="137" y="437"/>
                    <a:pt x="136" y="441"/>
                  </a:cubicBezTo>
                  <a:cubicBezTo>
                    <a:pt x="135" y="446"/>
                    <a:pt x="134" y="450"/>
                    <a:pt x="133" y="454"/>
                  </a:cubicBezTo>
                  <a:cubicBezTo>
                    <a:pt x="132" y="458"/>
                    <a:pt x="131" y="462"/>
                    <a:pt x="130" y="466"/>
                  </a:cubicBezTo>
                  <a:cubicBezTo>
                    <a:pt x="129" y="473"/>
                    <a:pt x="129" y="477"/>
                    <a:pt x="129" y="477"/>
                  </a:cubicBezTo>
                  <a:cubicBezTo>
                    <a:pt x="129" y="477"/>
                    <a:pt x="129" y="477"/>
                    <a:pt x="130" y="478"/>
                  </a:cubicBezTo>
                  <a:cubicBezTo>
                    <a:pt x="130" y="478"/>
                    <a:pt x="131" y="479"/>
                    <a:pt x="132" y="479"/>
                  </a:cubicBezTo>
                  <a:cubicBezTo>
                    <a:pt x="135" y="480"/>
                    <a:pt x="138" y="482"/>
                    <a:pt x="141" y="483"/>
                  </a:cubicBezTo>
                  <a:cubicBezTo>
                    <a:pt x="144" y="485"/>
                    <a:pt x="147" y="486"/>
                    <a:pt x="149" y="487"/>
                  </a:cubicBezTo>
                  <a:cubicBezTo>
                    <a:pt x="150" y="488"/>
                    <a:pt x="151" y="488"/>
                    <a:pt x="152" y="489"/>
                  </a:cubicBezTo>
                  <a:cubicBezTo>
                    <a:pt x="153" y="489"/>
                    <a:pt x="153" y="489"/>
                    <a:pt x="153" y="489"/>
                  </a:cubicBezTo>
                  <a:cubicBezTo>
                    <a:pt x="153" y="489"/>
                    <a:pt x="156" y="486"/>
                    <a:pt x="161" y="480"/>
                  </a:cubicBezTo>
                  <a:cubicBezTo>
                    <a:pt x="163" y="478"/>
                    <a:pt x="166" y="475"/>
                    <a:pt x="169" y="471"/>
                  </a:cubicBezTo>
                  <a:cubicBezTo>
                    <a:pt x="171" y="468"/>
                    <a:pt x="174" y="465"/>
                    <a:pt x="177" y="461"/>
                  </a:cubicBezTo>
                  <a:cubicBezTo>
                    <a:pt x="179" y="458"/>
                    <a:pt x="182" y="455"/>
                    <a:pt x="184" y="452"/>
                  </a:cubicBezTo>
                  <a:cubicBezTo>
                    <a:pt x="186" y="453"/>
                    <a:pt x="188" y="453"/>
                    <a:pt x="191" y="454"/>
                  </a:cubicBezTo>
                  <a:cubicBezTo>
                    <a:pt x="193" y="455"/>
                    <a:pt x="195" y="455"/>
                    <a:pt x="196" y="456"/>
                  </a:cubicBezTo>
                  <a:cubicBezTo>
                    <a:pt x="197" y="456"/>
                    <a:pt x="198" y="456"/>
                    <a:pt x="199" y="456"/>
                  </a:cubicBezTo>
                  <a:cubicBezTo>
                    <a:pt x="199" y="456"/>
                    <a:pt x="200" y="457"/>
                    <a:pt x="201" y="457"/>
                  </a:cubicBezTo>
                  <a:cubicBezTo>
                    <a:pt x="203" y="457"/>
                    <a:pt x="205" y="458"/>
                    <a:pt x="205" y="458"/>
                  </a:cubicBezTo>
                  <a:cubicBezTo>
                    <a:pt x="205" y="458"/>
                    <a:pt x="206" y="458"/>
                    <a:pt x="209" y="459"/>
                  </a:cubicBezTo>
                  <a:cubicBezTo>
                    <a:pt x="211" y="459"/>
                    <a:pt x="215" y="460"/>
                    <a:pt x="219" y="460"/>
                  </a:cubicBezTo>
                  <a:cubicBezTo>
                    <a:pt x="221" y="461"/>
                    <a:pt x="224" y="461"/>
                    <a:pt x="226" y="461"/>
                  </a:cubicBezTo>
                  <a:cubicBezTo>
                    <a:pt x="227" y="465"/>
                    <a:pt x="227" y="469"/>
                    <a:pt x="228" y="473"/>
                  </a:cubicBezTo>
                  <a:cubicBezTo>
                    <a:pt x="230" y="482"/>
                    <a:pt x="232" y="490"/>
                    <a:pt x="234" y="497"/>
                  </a:cubicBezTo>
                  <a:cubicBezTo>
                    <a:pt x="236" y="504"/>
                    <a:pt x="238" y="508"/>
                    <a:pt x="238" y="508"/>
                  </a:cubicBezTo>
                  <a:cubicBezTo>
                    <a:pt x="238" y="508"/>
                    <a:pt x="238" y="508"/>
                    <a:pt x="239" y="508"/>
                  </a:cubicBezTo>
                  <a:cubicBezTo>
                    <a:pt x="240" y="508"/>
                    <a:pt x="241" y="508"/>
                    <a:pt x="242" y="508"/>
                  </a:cubicBezTo>
                  <a:cubicBezTo>
                    <a:pt x="244" y="508"/>
                    <a:pt x="248" y="508"/>
                    <a:pt x="251" y="509"/>
                  </a:cubicBezTo>
                  <a:cubicBezTo>
                    <a:pt x="255" y="508"/>
                    <a:pt x="258" y="508"/>
                    <a:pt x="260" y="508"/>
                  </a:cubicBezTo>
                  <a:cubicBezTo>
                    <a:pt x="262" y="508"/>
                    <a:pt x="263" y="508"/>
                    <a:pt x="263" y="508"/>
                  </a:cubicBezTo>
                  <a:cubicBezTo>
                    <a:pt x="264" y="508"/>
                    <a:pt x="265" y="508"/>
                    <a:pt x="265" y="508"/>
                  </a:cubicBezTo>
                  <a:cubicBezTo>
                    <a:pt x="265" y="508"/>
                    <a:pt x="266" y="504"/>
                    <a:pt x="268" y="497"/>
                  </a:cubicBezTo>
                  <a:cubicBezTo>
                    <a:pt x="270" y="490"/>
                    <a:pt x="272" y="482"/>
                    <a:pt x="274" y="473"/>
                  </a:cubicBezTo>
                  <a:cubicBezTo>
                    <a:pt x="275" y="469"/>
                    <a:pt x="276" y="465"/>
                    <a:pt x="276" y="461"/>
                  </a:cubicBezTo>
                  <a:cubicBezTo>
                    <a:pt x="279" y="461"/>
                    <a:pt x="281" y="461"/>
                    <a:pt x="283" y="460"/>
                  </a:cubicBezTo>
                  <a:cubicBezTo>
                    <a:pt x="288" y="460"/>
                    <a:pt x="291" y="459"/>
                    <a:pt x="294" y="459"/>
                  </a:cubicBezTo>
                  <a:cubicBezTo>
                    <a:pt x="296" y="458"/>
                    <a:pt x="298" y="458"/>
                    <a:pt x="298" y="458"/>
                  </a:cubicBezTo>
                  <a:cubicBezTo>
                    <a:pt x="298" y="458"/>
                    <a:pt x="299" y="457"/>
                    <a:pt x="302" y="457"/>
                  </a:cubicBezTo>
                  <a:cubicBezTo>
                    <a:pt x="302" y="457"/>
                    <a:pt x="303" y="456"/>
                    <a:pt x="304" y="456"/>
                  </a:cubicBezTo>
                  <a:cubicBezTo>
                    <a:pt x="304" y="456"/>
                    <a:pt x="305" y="456"/>
                    <a:pt x="306" y="456"/>
                  </a:cubicBezTo>
                  <a:cubicBezTo>
                    <a:pt x="308" y="455"/>
                    <a:pt x="310" y="455"/>
                    <a:pt x="312" y="454"/>
                  </a:cubicBezTo>
                  <a:cubicBezTo>
                    <a:pt x="314" y="453"/>
                    <a:pt x="316" y="453"/>
                    <a:pt x="318" y="452"/>
                  </a:cubicBezTo>
                  <a:cubicBezTo>
                    <a:pt x="321" y="455"/>
                    <a:pt x="323" y="458"/>
                    <a:pt x="325" y="461"/>
                  </a:cubicBezTo>
                  <a:cubicBezTo>
                    <a:pt x="328" y="465"/>
                    <a:pt x="331" y="468"/>
                    <a:pt x="334" y="471"/>
                  </a:cubicBezTo>
                  <a:cubicBezTo>
                    <a:pt x="336" y="475"/>
                    <a:pt x="339" y="478"/>
                    <a:pt x="341" y="480"/>
                  </a:cubicBezTo>
                  <a:cubicBezTo>
                    <a:pt x="346" y="486"/>
                    <a:pt x="349" y="489"/>
                    <a:pt x="349" y="489"/>
                  </a:cubicBezTo>
                  <a:cubicBezTo>
                    <a:pt x="349" y="489"/>
                    <a:pt x="350" y="489"/>
                    <a:pt x="350" y="489"/>
                  </a:cubicBezTo>
                  <a:cubicBezTo>
                    <a:pt x="351" y="488"/>
                    <a:pt x="352" y="488"/>
                    <a:pt x="353" y="487"/>
                  </a:cubicBezTo>
                  <a:cubicBezTo>
                    <a:pt x="355" y="486"/>
                    <a:pt x="358" y="485"/>
                    <a:pt x="362" y="483"/>
                  </a:cubicBezTo>
                  <a:cubicBezTo>
                    <a:pt x="365" y="482"/>
                    <a:pt x="368" y="480"/>
                    <a:pt x="370" y="479"/>
                  </a:cubicBezTo>
                  <a:cubicBezTo>
                    <a:pt x="371" y="479"/>
                    <a:pt x="372" y="478"/>
                    <a:pt x="373" y="478"/>
                  </a:cubicBezTo>
                  <a:cubicBezTo>
                    <a:pt x="373" y="477"/>
                    <a:pt x="374" y="477"/>
                    <a:pt x="374" y="477"/>
                  </a:cubicBezTo>
                  <a:cubicBezTo>
                    <a:pt x="374" y="477"/>
                    <a:pt x="373" y="473"/>
                    <a:pt x="372" y="466"/>
                  </a:cubicBezTo>
                  <a:cubicBezTo>
                    <a:pt x="371" y="462"/>
                    <a:pt x="370" y="458"/>
                    <a:pt x="370" y="454"/>
                  </a:cubicBezTo>
                  <a:cubicBezTo>
                    <a:pt x="369" y="450"/>
                    <a:pt x="368" y="446"/>
                    <a:pt x="367" y="441"/>
                  </a:cubicBezTo>
                  <a:cubicBezTo>
                    <a:pt x="366" y="437"/>
                    <a:pt x="365" y="433"/>
                    <a:pt x="364" y="430"/>
                  </a:cubicBezTo>
                  <a:cubicBezTo>
                    <a:pt x="366" y="429"/>
                    <a:pt x="368" y="427"/>
                    <a:pt x="370" y="426"/>
                  </a:cubicBezTo>
                  <a:cubicBezTo>
                    <a:pt x="373" y="423"/>
                    <a:pt x="376" y="421"/>
                    <a:pt x="378" y="420"/>
                  </a:cubicBezTo>
                  <a:cubicBezTo>
                    <a:pt x="380" y="418"/>
                    <a:pt x="381" y="417"/>
                    <a:pt x="381" y="417"/>
                  </a:cubicBezTo>
                  <a:cubicBezTo>
                    <a:pt x="381" y="417"/>
                    <a:pt x="382" y="417"/>
                    <a:pt x="382" y="417"/>
                  </a:cubicBezTo>
                  <a:cubicBezTo>
                    <a:pt x="383" y="416"/>
                    <a:pt x="383" y="416"/>
                    <a:pt x="384" y="415"/>
                  </a:cubicBezTo>
                  <a:cubicBezTo>
                    <a:pt x="386" y="413"/>
                    <a:pt x="389" y="411"/>
                    <a:pt x="392" y="408"/>
                  </a:cubicBezTo>
                  <a:cubicBezTo>
                    <a:pt x="394" y="406"/>
                    <a:pt x="396" y="405"/>
                    <a:pt x="397" y="403"/>
                  </a:cubicBezTo>
                  <a:cubicBezTo>
                    <a:pt x="401" y="405"/>
                    <a:pt x="404" y="407"/>
                    <a:pt x="408" y="408"/>
                  </a:cubicBezTo>
                  <a:cubicBezTo>
                    <a:pt x="416" y="412"/>
                    <a:pt x="424" y="416"/>
                    <a:pt x="431" y="419"/>
                  </a:cubicBezTo>
                  <a:cubicBezTo>
                    <a:pt x="434" y="420"/>
                    <a:pt x="436" y="421"/>
                    <a:pt x="438" y="422"/>
                  </a:cubicBezTo>
                  <a:cubicBezTo>
                    <a:pt x="440" y="423"/>
                    <a:pt x="441" y="423"/>
                    <a:pt x="441" y="423"/>
                  </a:cubicBezTo>
                  <a:cubicBezTo>
                    <a:pt x="441" y="423"/>
                    <a:pt x="442" y="422"/>
                    <a:pt x="444" y="420"/>
                  </a:cubicBezTo>
                  <a:cubicBezTo>
                    <a:pt x="445" y="419"/>
                    <a:pt x="446" y="418"/>
                    <a:pt x="447" y="417"/>
                  </a:cubicBezTo>
                  <a:cubicBezTo>
                    <a:pt x="448" y="415"/>
                    <a:pt x="449" y="414"/>
                    <a:pt x="450" y="413"/>
                  </a:cubicBezTo>
                  <a:cubicBezTo>
                    <a:pt x="452" y="410"/>
                    <a:pt x="454" y="407"/>
                    <a:pt x="456" y="405"/>
                  </a:cubicBezTo>
                  <a:cubicBezTo>
                    <a:pt x="457" y="403"/>
                    <a:pt x="458" y="402"/>
                    <a:pt x="458" y="402"/>
                  </a:cubicBezTo>
                  <a:cubicBezTo>
                    <a:pt x="458" y="402"/>
                    <a:pt x="456" y="398"/>
                    <a:pt x="452" y="392"/>
                  </a:cubicBezTo>
                  <a:cubicBezTo>
                    <a:pt x="448" y="387"/>
                    <a:pt x="442" y="379"/>
                    <a:pt x="436" y="372"/>
                  </a:cubicBezTo>
                  <a:cubicBezTo>
                    <a:pt x="434" y="369"/>
                    <a:pt x="431" y="366"/>
                    <a:pt x="429" y="364"/>
                  </a:cubicBezTo>
                  <a:cubicBezTo>
                    <a:pt x="430" y="363"/>
                    <a:pt x="430" y="362"/>
                    <a:pt x="431" y="361"/>
                  </a:cubicBezTo>
                  <a:cubicBezTo>
                    <a:pt x="431" y="360"/>
                    <a:pt x="432" y="359"/>
                    <a:pt x="432" y="358"/>
                  </a:cubicBezTo>
                  <a:cubicBezTo>
                    <a:pt x="435" y="354"/>
                    <a:pt x="436" y="351"/>
                    <a:pt x="437" y="348"/>
                  </a:cubicBezTo>
                  <a:cubicBezTo>
                    <a:pt x="439" y="346"/>
                    <a:pt x="439" y="345"/>
                    <a:pt x="439" y="345"/>
                  </a:cubicBezTo>
                  <a:cubicBezTo>
                    <a:pt x="439" y="345"/>
                    <a:pt x="440" y="343"/>
                    <a:pt x="441" y="341"/>
                  </a:cubicBezTo>
                  <a:cubicBezTo>
                    <a:pt x="442" y="339"/>
                    <a:pt x="444" y="335"/>
                    <a:pt x="445" y="331"/>
                  </a:cubicBezTo>
                  <a:cubicBezTo>
                    <a:pt x="446" y="329"/>
                    <a:pt x="447" y="327"/>
                    <a:pt x="448" y="325"/>
                  </a:cubicBezTo>
                  <a:cubicBezTo>
                    <a:pt x="451" y="325"/>
                    <a:pt x="455" y="325"/>
                    <a:pt x="459" y="325"/>
                  </a:cubicBezTo>
                  <a:cubicBezTo>
                    <a:pt x="464" y="325"/>
                    <a:pt x="468" y="325"/>
                    <a:pt x="473" y="325"/>
                  </a:cubicBezTo>
                  <a:cubicBezTo>
                    <a:pt x="475" y="325"/>
                    <a:pt x="477" y="325"/>
                    <a:pt x="479" y="325"/>
                  </a:cubicBezTo>
                  <a:cubicBezTo>
                    <a:pt x="481" y="325"/>
                    <a:pt x="483" y="325"/>
                    <a:pt x="484" y="325"/>
                  </a:cubicBezTo>
                  <a:cubicBezTo>
                    <a:pt x="491" y="324"/>
                    <a:pt x="496" y="324"/>
                    <a:pt x="496" y="324"/>
                  </a:cubicBezTo>
                  <a:cubicBezTo>
                    <a:pt x="496" y="324"/>
                    <a:pt x="496" y="322"/>
                    <a:pt x="497" y="320"/>
                  </a:cubicBezTo>
                  <a:cubicBezTo>
                    <a:pt x="497" y="319"/>
                    <a:pt x="497" y="318"/>
                    <a:pt x="498" y="318"/>
                  </a:cubicBezTo>
                  <a:cubicBezTo>
                    <a:pt x="498" y="317"/>
                    <a:pt x="498" y="316"/>
                    <a:pt x="498" y="316"/>
                  </a:cubicBezTo>
                  <a:cubicBezTo>
                    <a:pt x="498" y="314"/>
                    <a:pt x="499" y="312"/>
                    <a:pt x="499" y="311"/>
                  </a:cubicBezTo>
                  <a:cubicBezTo>
                    <a:pt x="500" y="309"/>
                    <a:pt x="500" y="307"/>
                    <a:pt x="500" y="306"/>
                  </a:cubicBezTo>
                  <a:cubicBezTo>
                    <a:pt x="501" y="304"/>
                    <a:pt x="501" y="303"/>
                    <a:pt x="501" y="302"/>
                  </a:cubicBezTo>
                  <a:cubicBezTo>
                    <a:pt x="502" y="299"/>
                    <a:pt x="502" y="297"/>
                    <a:pt x="502" y="297"/>
                  </a:cubicBezTo>
                  <a:cubicBezTo>
                    <a:pt x="502" y="297"/>
                    <a:pt x="498" y="295"/>
                    <a:pt x="492" y="292"/>
                  </a:cubicBezTo>
                  <a:cubicBezTo>
                    <a:pt x="486" y="288"/>
                    <a:pt x="477" y="284"/>
                    <a:pt x="469" y="280"/>
                  </a:cubicBezTo>
                  <a:close/>
                  <a:moveTo>
                    <a:pt x="251" y="408"/>
                  </a:moveTo>
                  <a:cubicBezTo>
                    <a:pt x="166" y="408"/>
                    <a:pt x="98" y="339"/>
                    <a:pt x="98" y="254"/>
                  </a:cubicBezTo>
                  <a:cubicBezTo>
                    <a:pt x="98" y="169"/>
                    <a:pt x="166" y="101"/>
                    <a:pt x="251" y="101"/>
                  </a:cubicBezTo>
                  <a:cubicBezTo>
                    <a:pt x="336" y="101"/>
                    <a:pt x="405" y="169"/>
                    <a:pt x="405" y="254"/>
                  </a:cubicBezTo>
                  <a:cubicBezTo>
                    <a:pt x="405" y="339"/>
                    <a:pt x="336" y="408"/>
                    <a:pt x="251" y="408"/>
                  </a:cubicBezTo>
                  <a:close/>
                </a:path>
              </a:pathLst>
            </a:custGeom>
            <a:solidFill>
              <a:srgbClr val="044BC9"/>
            </a:solidFill>
            <a:ln>
              <a:noFill/>
            </a:ln>
          </p:spPr>
          <p:txBody>
            <a:bodyPr vert="horz" wrap="square" lIns="91440" tIns="45720" rIns="91440" bIns="45720" numCol="1" anchor="ctr" anchorCtr="0" compatLnSpc="1">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rPr>
                <a:t>03</a:t>
              </a:r>
              <a:endParaRPr kumimoji="0" lang="zh-CN" altLang="en-US" sz="2400" b="1" i="0" u="none" strike="noStrike" kern="1200" cap="none" spc="0" normalizeH="0" baseline="0" noProof="0" dirty="0">
                <a:ln>
                  <a:noFill/>
                </a:ln>
                <a:solidFill>
                  <a:srgbClr val="000000"/>
                </a:solidFill>
                <a:effectLst/>
                <a:uLnTx/>
                <a:uFillTx/>
              </a:endParaRPr>
            </a:p>
          </p:txBody>
        </p:sp>
        <p:sp>
          <p:nvSpPr>
            <p:cNvPr id="9" name="ïsḻïḍe"/>
            <p:cNvSpPr/>
            <p:nvPr/>
          </p:nvSpPr>
          <p:spPr bwMode="auto">
            <a:xfrm>
              <a:off x="7136" y="5331"/>
              <a:ext cx="1952" cy="1978"/>
            </a:xfrm>
            <a:custGeom>
              <a:avLst/>
              <a:gdLst>
                <a:gd name="T0" fmla="*/ 302 w 330"/>
                <a:gd name="T1" fmla="*/ 167 h 334"/>
                <a:gd name="T2" fmla="*/ 323 w 330"/>
                <a:gd name="T3" fmla="*/ 143 h 334"/>
                <a:gd name="T4" fmla="*/ 327 w 330"/>
                <a:gd name="T5" fmla="*/ 127 h 334"/>
                <a:gd name="T6" fmla="*/ 314 w 330"/>
                <a:gd name="T7" fmla="*/ 121 h 334"/>
                <a:gd name="T8" fmla="*/ 290 w 330"/>
                <a:gd name="T9" fmla="*/ 110 h 334"/>
                <a:gd name="T10" fmla="*/ 282 w 330"/>
                <a:gd name="T11" fmla="*/ 95 h 334"/>
                <a:gd name="T12" fmla="*/ 296 w 330"/>
                <a:gd name="T13" fmla="*/ 63 h 334"/>
                <a:gd name="T14" fmla="*/ 283 w 330"/>
                <a:gd name="T15" fmla="*/ 59 h 334"/>
                <a:gd name="T16" fmla="*/ 251 w 330"/>
                <a:gd name="T17" fmla="*/ 60 h 334"/>
                <a:gd name="T18" fmla="*/ 241 w 330"/>
                <a:gd name="T19" fmla="*/ 44 h 334"/>
                <a:gd name="T20" fmla="*/ 243 w 330"/>
                <a:gd name="T21" fmla="*/ 19 h 334"/>
                <a:gd name="T22" fmla="*/ 224 w 330"/>
                <a:gd name="T23" fmla="*/ 19 h 334"/>
                <a:gd name="T24" fmla="*/ 201 w 330"/>
                <a:gd name="T25" fmla="*/ 35 h 334"/>
                <a:gd name="T26" fmla="*/ 186 w 330"/>
                <a:gd name="T27" fmla="*/ 32 h 334"/>
                <a:gd name="T28" fmla="*/ 173 w 330"/>
                <a:gd name="T29" fmla="*/ 0 h 334"/>
                <a:gd name="T30" fmla="*/ 156 w 330"/>
                <a:gd name="T31" fmla="*/ 0 h 334"/>
                <a:gd name="T32" fmla="*/ 137 w 330"/>
                <a:gd name="T33" fmla="*/ 33 h 334"/>
                <a:gd name="T34" fmla="*/ 125 w 330"/>
                <a:gd name="T35" fmla="*/ 36 h 334"/>
                <a:gd name="T36" fmla="*/ 101 w 330"/>
                <a:gd name="T37" fmla="*/ 13 h 334"/>
                <a:gd name="T38" fmla="*/ 85 w 330"/>
                <a:gd name="T39" fmla="*/ 20 h 334"/>
                <a:gd name="T40" fmla="*/ 91 w 330"/>
                <a:gd name="T41" fmla="*/ 52 h 334"/>
                <a:gd name="T42" fmla="*/ 77 w 330"/>
                <a:gd name="T43" fmla="*/ 62 h 334"/>
                <a:gd name="T44" fmla="*/ 42 w 330"/>
                <a:gd name="T45" fmla="*/ 57 h 334"/>
                <a:gd name="T46" fmla="*/ 31 w 330"/>
                <a:gd name="T47" fmla="*/ 68 h 334"/>
                <a:gd name="T48" fmla="*/ 47 w 330"/>
                <a:gd name="T49" fmla="*/ 97 h 334"/>
                <a:gd name="T50" fmla="*/ 38 w 330"/>
                <a:gd name="T51" fmla="*/ 117 h 334"/>
                <a:gd name="T52" fmla="*/ 12 w 330"/>
                <a:gd name="T53" fmla="*/ 121 h 334"/>
                <a:gd name="T54" fmla="*/ 2 w 330"/>
                <a:gd name="T55" fmla="*/ 130 h 334"/>
                <a:gd name="T56" fmla="*/ 22 w 330"/>
                <a:gd name="T57" fmla="*/ 150 h 334"/>
                <a:gd name="T58" fmla="*/ 28 w 330"/>
                <a:gd name="T59" fmla="*/ 170 h 334"/>
                <a:gd name="T60" fmla="*/ 0 w 330"/>
                <a:gd name="T61" fmla="*/ 196 h 334"/>
                <a:gd name="T62" fmla="*/ 3 w 330"/>
                <a:gd name="T63" fmla="*/ 209 h 334"/>
                <a:gd name="T64" fmla="*/ 19 w 330"/>
                <a:gd name="T65" fmla="*/ 214 h 334"/>
                <a:gd name="T66" fmla="*/ 41 w 330"/>
                <a:gd name="T67" fmla="*/ 227 h 334"/>
                <a:gd name="T68" fmla="*/ 43 w 330"/>
                <a:gd name="T69" fmla="*/ 245 h 334"/>
                <a:gd name="T70" fmla="*/ 36 w 330"/>
                <a:gd name="T71" fmla="*/ 274 h 334"/>
                <a:gd name="T72" fmla="*/ 62 w 330"/>
                <a:gd name="T73" fmla="*/ 268 h 334"/>
                <a:gd name="T74" fmla="*/ 79 w 330"/>
                <a:gd name="T75" fmla="*/ 274 h 334"/>
                <a:gd name="T76" fmla="*/ 87 w 330"/>
                <a:gd name="T77" fmla="*/ 299 h 334"/>
                <a:gd name="T78" fmla="*/ 92 w 330"/>
                <a:gd name="T79" fmla="*/ 318 h 334"/>
                <a:gd name="T80" fmla="*/ 111 w 330"/>
                <a:gd name="T81" fmla="*/ 310 h 334"/>
                <a:gd name="T82" fmla="*/ 130 w 330"/>
                <a:gd name="T83" fmla="*/ 300 h 334"/>
                <a:gd name="T84" fmla="*/ 148 w 330"/>
                <a:gd name="T85" fmla="*/ 303 h 334"/>
                <a:gd name="T86" fmla="*/ 159 w 330"/>
                <a:gd name="T87" fmla="*/ 334 h 334"/>
                <a:gd name="T88" fmla="*/ 176 w 330"/>
                <a:gd name="T89" fmla="*/ 327 h 334"/>
                <a:gd name="T90" fmla="*/ 195 w 330"/>
                <a:gd name="T91" fmla="*/ 301 h 334"/>
                <a:gd name="T92" fmla="*/ 209 w 330"/>
                <a:gd name="T93" fmla="*/ 297 h 334"/>
                <a:gd name="T94" fmla="*/ 230 w 330"/>
                <a:gd name="T95" fmla="*/ 321 h 334"/>
                <a:gd name="T96" fmla="*/ 245 w 330"/>
                <a:gd name="T97" fmla="*/ 314 h 334"/>
                <a:gd name="T98" fmla="*/ 243 w 330"/>
                <a:gd name="T99" fmla="*/ 280 h 334"/>
                <a:gd name="T100" fmla="*/ 258 w 330"/>
                <a:gd name="T101" fmla="*/ 268 h 334"/>
                <a:gd name="T102" fmla="*/ 290 w 330"/>
                <a:gd name="T103" fmla="*/ 278 h 334"/>
                <a:gd name="T104" fmla="*/ 301 w 330"/>
                <a:gd name="T105" fmla="*/ 264 h 334"/>
                <a:gd name="T106" fmla="*/ 284 w 330"/>
                <a:gd name="T107" fmla="*/ 235 h 334"/>
                <a:gd name="T108" fmla="*/ 294 w 330"/>
                <a:gd name="T109" fmla="*/ 214 h 334"/>
                <a:gd name="T110" fmla="*/ 326 w 330"/>
                <a:gd name="T111" fmla="*/ 213 h 334"/>
                <a:gd name="T112" fmla="*/ 329 w 330"/>
                <a:gd name="T113" fmla="*/ 201 h 334"/>
                <a:gd name="T114" fmla="*/ 165 w 330"/>
                <a:gd name="T115" fmla="*/ 268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30" h="334">
                  <a:moveTo>
                    <a:pt x="308" y="184"/>
                  </a:moveTo>
                  <a:cubicBezTo>
                    <a:pt x="306" y="183"/>
                    <a:pt x="304" y="182"/>
                    <a:pt x="301" y="181"/>
                  </a:cubicBezTo>
                  <a:cubicBezTo>
                    <a:pt x="301" y="180"/>
                    <a:pt x="302" y="178"/>
                    <a:pt x="302" y="177"/>
                  </a:cubicBezTo>
                  <a:cubicBezTo>
                    <a:pt x="302" y="174"/>
                    <a:pt x="302" y="172"/>
                    <a:pt x="302" y="170"/>
                  </a:cubicBezTo>
                  <a:cubicBezTo>
                    <a:pt x="302" y="168"/>
                    <a:pt x="302" y="167"/>
                    <a:pt x="302" y="167"/>
                  </a:cubicBezTo>
                  <a:cubicBezTo>
                    <a:pt x="302" y="167"/>
                    <a:pt x="302" y="166"/>
                    <a:pt x="302" y="165"/>
                  </a:cubicBezTo>
                  <a:cubicBezTo>
                    <a:pt x="302" y="163"/>
                    <a:pt x="302" y="161"/>
                    <a:pt x="302" y="158"/>
                  </a:cubicBezTo>
                  <a:cubicBezTo>
                    <a:pt x="302" y="156"/>
                    <a:pt x="301" y="155"/>
                    <a:pt x="301" y="153"/>
                  </a:cubicBezTo>
                  <a:cubicBezTo>
                    <a:pt x="304" y="152"/>
                    <a:pt x="306" y="151"/>
                    <a:pt x="308" y="150"/>
                  </a:cubicBezTo>
                  <a:cubicBezTo>
                    <a:pt x="314" y="147"/>
                    <a:pt x="319" y="145"/>
                    <a:pt x="323" y="143"/>
                  </a:cubicBezTo>
                  <a:cubicBezTo>
                    <a:pt x="327" y="140"/>
                    <a:pt x="330" y="139"/>
                    <a:pt x="330" y="139"/>
                  </a:cubicBezTo>
                  <a:cubicBezTo>
                    <a:pt x="330" y="139"/>
                    <a:pt x="329" y="138"/>
                    <a:pt x="329" y="136"/>
                  </a:cubicBezTo>
                  <a:cubicBezTo>
                    <a:pt x="329" y="135"/>
                    <a:pt x="329" y="134"/>
                    <a:pt x="329" y="133"/>
                  </a:cubicBezTo>
                  <a:cubicBezTo>
                    <a:pt x="328" y="132"/>
                    <a:pt x="328" y="131"/>
                    <a:pt x="328" y="130"/>
                  </a:cubicBezTo>
                  <a:cubicBezTo>
                    <a:pt x="328" y="129"/>
                    <a:pt x="327" y="128"/>
                    <a:pt x="327" y="127"/>
                  </a:cubicBezTo>
                  <a:cubicBezTo>
                    <a:pt x="327" y="126"/>
                    <a:pt x="327" y="126"/>
                    <a:pt x="327" y="125"/>
                  </a:cubicBezTo>
                  <a:cubicBezTo>
                    <a:pt x="327" y="125"/>
                    <a:pt x="327" y="125"/>
                    <a:pt x="326" y="124"/>
                  </a:cubicBezTo>
                  <a:cubicBezTo>
                    <a:pt x="326" y="123"/>
                    <a:pt x="326" y="121"/>
                    <a:pt x="326" y="121"/>
                  </a:cubicBezTo>
                  <a:cubicBezTo>
                    <a:pt x="326" y="121"/>
                    <a:pt x="323" y="121"/>
                    <a:pt x="318" y="121"/>
                  </a:cubicBezTo>
                  <a:cubicBezTo>
                    <a:pt x="317" y="121"/>
                    <a:pt x="316" y="121"/>
                    <a:pt x="314" y="121"/>
                  </a:cubicBezTo>
                  <a:cubicBezTo>
                    <a:pt x="313" y="121"/>
                    <a:pt x="312" y="121"/>
                    <a:pt x="310" y="121"/>
                  </a:cubicBezTo>
                  <a:cubicBezTo>
                    <a:pt x="308" y="121"/>
                    <a:pt x="304" y="121"/>
                    <a:pt x="301" y="121"/>
                  </a:cubicBezTo>
                  <a:cubicBezTo>
                    <a:pt x="299" y="121"/>
                    <a:pt x="296" y="121"/>
                    <a:pt x="294" y="121"/>
                  </a:cubicBezTo>
                  <a:cubicBezTo>
                    <a:pt x="293" y="119"/>
                    <a:pt x="293" y="118"/>
                    <a:pt x="292" y="117"/>
                  </a:cubicBezTo>
                  <a:cubicBezTo>
                    <a:pt x="291" y="114"/>
                    <a:pt x="290" y="112"/>
                    <a:pt x="290" y="110"/>
                  </a:cubicBezTo>
                  <a:cubicBezTo>
                    <a:pt x="289" y="109"/>
                    <a:pt x="288" y="108"/>
                    <a:pt x="288" y="108"/>
                  </a:cubicBezTo>
                  <a:cubicBezTo>
                    <a:pt x="288" y="108"/>
                    <a:pt x="288" y="107"/>
                    <a:pt x="287" y="105"/>
                  </a:cubicBezTo>
                  <a:cubicBezTo>
                    <a:pt x="287" y="104"/>
                    <a:pt x="285" y="102"/>
                    <a:pt x="284" y="99"/>
                  </a:cubicBezTo>
                  <a:cubicBezTo>
                    <a:pt x="284" y="99"/>
                    <a:pt x="283" y="98"/>
                    <a:pt x="283" y="97"/>
                  </a:cubicBezTo>
                  <a:cubicBezTo>
                    <a:pt x="282" y="97"/>
                    <a:pt x="282" y="96"/>
                    <a:pt x="282" y="95"/>
                  </a:cubicBezTo>
                  <a:cubicBezTo>
                    <a:pt x="283" y="93"/>
                    <a:pt x="285" y="92"/>
                    <a:pt x="287" y="90"/>
                  </a:cubicBezTo>
                  <a:cubicBezTo>
                    <a:pt x="290" y="85"/>
                    <a:pt x="294" y="80"/>
                    <a:pt x="297" y="76"/>
                  </a:cubicBezTo>
                  <a:cubicBezTo>
                    <a:pt x="299" y="73"/>
                    <a:pt x="301" y="70"/>
                    <a:pt x="301" y="70"/>
                  </a:cubicBezTo>
                  <a:cubicBezTo>
                    <a:pt x="301" y="70"/>
                    <a:pt x="300" y="69"/>
                    <a:pt x="299" y="68"/>
                  </a:cubicBezTo>
                  <a:cubicBezTo>
                    <a:pt x="298" y="67"/>
                    <a:pt x="297" y="65"/>
                    <a:pt x="296" y="63"/>
                  </a:cubicBezTo>
                  <a:cubicBezTo>
                    <a:pt x="295" y="62"/>
                    <a:pt x="294" y="61"/>
                    <a:pt x="294" y="60"/>
                  </a:cubicBezTo>
                  <a:cubicBezTo>
                    <a:pt x="293" y="60"/>
                    <a:pt x="292" y="59"/>
                    <a:pt x="292" y="58"/>
                  </a:cubicBezTo>
                  <a:cubicBezTo>
                    <a:pt x="291" y="57"/>
                    <a:pt x="290" y="56"/>
                    <a:pt x="290" y="56"/>
                  </a:cubicBezTo>
                  <a:cubicBezTo>
                    <a:pt x="290" y="56"/>
                    <a:pt x="289" y="57"/>
                    <a:pt x="288" y="57"/>
                  </a:cubicBezTo>
                  <a:cubicBezTo>
                    <a:pt x="287" y="57"/>
                    <a:pt x="285" y="58"/>
                    <a:pt x="283" y="59"/>
                  </a:cubicBezTo>
                  <a:cubicBezTo>
                    <a:pt x="279" y="61"/>
                    <a:pt x="273" y="63"/>
                    <a:pt x="268" y="66"/>
                  </a:cubicBezTo>
                  <a:cubicBezTo>
                    <a:pt x="265" y="67"/>
                    <a:pt x="263" y="68"/>
                    <a:pt x="261" y="69"/>
                  </a:cubicBezTo>
                  <a:cubicBezTo>
                    <a:pt x="260" y="68"/>
                    <a:pt x="259" y="67"/>
                    <a:pt x="258" y="66"/>
                  </a:cubicBezTo>
                  <a:cubicBezTo>
                    <a:pt x="256" y="64"/>
                    <a:pt x="254" y="63"/>
                    <a:pt x="252" y="62"/>
                  </a:cubicBezTo>
                  <a:cubicBezTo>
                    <a:pt x="252" y="61"/>
                    <a:pt x="251" y="61"/>
                    <a:pt x="251" y="60"/>
                  </a:cubicBezTo>
                  <a:cubicBezTo>
                    <a:pt x="251" y="60"/>
                    <a:pt x="250" y="60"/>
                    <a:pt x="250" y="60"/>
                  </a:cubicBezTo>
                  <a:cubicBezTo>
                    <a:pt x="250" y="60"/>
                    <a:pt x="250" y="59"/>
                    <a:pt x="248" y="58"/>
                  </a:cubicBezTo>
                  <a:cubicBezTo>
                    <a:pt x="247" y="57"/>
                    <a:pt x="245" y="56"/>
                    <a:pt x="243" y="54"/>
                  </a:cubicBezTo>
                  <a:cubicBezTo>
                    <a:pt x="242" y="54"/>
                    <a:pt x="240" y="53"/>
                    <a:pt x="239" y="52"/>
                  </a:cubicBezTo>
                  <a:cubicBezTo>
                    <a:pt x="240" y="49"/>
                    <a:pt x="240" y="47"/>
                    <a:pt x="241" y="44"/>
                  </a:cubicBezTo>
                  <a:cubicBezTo>
                    <a:pt x="242" y="42"/>
                    <a:pt x="242" y="39"/>
                    <a:pt x="243" y="36"/>
                  </a:cubicBezTo>
                  <a:cubicBezTo>
                    <a:pt x="243" y="33"/>
                    <a:pt x="244" y="31"/>
                    <a:pt x="244" y="28"/>
                  </a:cubicBezTo>
                  <a:cubicBezTo>
                    <a:pt x="245" y="24"/>
                    <a:pt x="245" y="21"/>
                    <a:pt x="245" y="21"/>
                  </a:cubicBezTo>
                  <a:cubicBezTo>
                    <a:pt x="245" y="21"/>
                    <a:pt x="245" y="21"/>
                    <a:pt x="245" y="20"/>
                  </a:cubicBezTo>
                  <a:cubicBezTo>
                    <a:pt x="244" y="20"/>
                    <a:pt x="244" y="20"/>
                    <a:pt x="243" y="19"/>
                  </a:cubicBezTo>
                  <a:cubicBezTo>
                    <a:pt x="241" y="19"/>
                    <a:pt x="239" y="18"/>
                    <a:pt x="237" y="17"/>
                  </a:cubicBezTo>
                  <a:cubicBezTo>
                    <a:pt x="235" y="16"/>
                    <a:pt x="233" y="15"/>
                    <a:pt x="232" y="14"/>
                  </a:cubicBezTo>
                  <a:cubicBezTo>
                    <a:pt x="231" y="14"/>
                    <a:pt x="230" y="13"/>
                    <a:pt x="230" y="13"/>
                  </a:cubicBezTo>
                  <a:cubicBezTo>
                    <a:pt x="230" y="13"/>
                    <a:pt x="229" y="13"/>
                    <a:pt x="229" y="13"/>
                  </a:cubicBezTo>
                  <a:cubicBezTo>
                    <a:pt x="229" y="13"/>
                    <a:pt x="227" y="15"/>
                    <a:pt x="224" y="19"/>
                  </a:cubicBezTo>
                  <a:cubicBezTo>
                    <a:pt x="223" y="20"/>
                    <a:pt x="221" y="22"/>
                    <a:pt x="219" y="24"/>
                  </a:cubicBezTo>
                  <a:cubicBezTo>
                    <a:pt x="217" y="27"/>
                    <a:pt x="215" y="29"/>
                    <a:pt x="214" y="31"/>
                  </a:cubicBezTo>
                  <a:cubicBezTo>
                    <a:pt x="212" y="33"/>
                    <a:pt x="211" y="35"/>
                    <a:pt x="209" y="37"/>
                  </a:cubicBezTo>
                  <a:cubicBezTo>
                    <a:pt x="208" y="37"/>
                    <a:pt x="206" y="36"/>
                    <a:pt x="205" y="36"/>
                  </a:cubicBezTo>
                  <a:cubicBezTo>
                    <a:pt x="203" y="36"/>
                    <a:pt x="202" y="35"/>
                    <a:pt x="201" y="35"/>
                  </a:cubicBezTo>
                  <a:cubicBezTo>
                    <a:pt x="200" y="35"/>
                    <a:pt x="200" y="35"/>
                    <a:pt x="199" y="34"/>
                  </a:cubicBezTo>
                  <a:cubicBezTo>
                    <a:pt x="199" y="34"/>
                    <a:pt x="198" y="34"/>
                    <a:pt x="198" y="34"/>
                  </a:cubicBezTo>
                  <a:cubicBezTo>
                    <a:pt x="196" y="34"/>
                    <a:pt x="195" y="34"/>
                    <a:pt x="195" y="34"/>
                  </a:cubicBezTo>
                  <a:cubicBezTo>
                    <a:pt x="195" y="34"/>
                    <a:pt x="194" y="33"/>
                    <a:pt x="193" y="33"/>
                  </a:cubicBezTo>
                  <a:cubicBezTo>
                    <a:pt x="191" y="33"/>
                    <a:pt x="189" y="32"/>
                    <a:pt x="186" y="32"/>
                  </a:cubicBezTo>
                  <a:cubicBezTo>
                    <a:pt x="185" y="32"/>
                    <a:pt x="183" y="31"/>
                    <a:pt x="181" y="31"/>
                  </a:cubicBezTo>
                  <a:cubicBezTo>
                    <a:pt x="181" y="29"/>
                    <a:pt x="181" y="26"/>
                    <a:pt x="180" y="24"/>
                  </a:cubicBezTo>
                  <a:cubicBezTo>
                    <a:pt x="179" y="18"/>
                    <a:pt x="177" y="12"/>
                    <a:pt x="176" y="8"/>
                  </a:cubicBezTo>
                  <a:cubicBezTo>
                    <a:pt x="175" y="3"/>
                    <a:pt x="174" y="0"/>
                    <a:pt x="174" y="0"/>
                  </a:cubicBezTo>
                  <a:cubicBezTo>
                    <a:pt x="174" y="0"/>
                    <a:pt x="174" y="0"/>
                    <a:pt x="173" y="0"/>
                  </a:cubicBezTo>
                  <a:cubicBezTo>
                    <a:pt x="173" y="0"/>
                    <a:pt x="172" y="0"/>
                    <a:pt x="171" y="0"/>
                  </a:cubicBezTo>
                  <a:cubicBezTo>
                    <a:pt x="169" y="0"/>
                    <a:pt x="167" y="0"/>
                    <a:pt x="165" y="0"/>
                  </a:cubicBezTo>
                  <a:cubicBezTo>
                    <a:pt x="163" y="0"/>
                    <a:pt x="160" y="0"/>
                    <a:pt x="159" y="0"/>
                  </a:cubicBezTo>
                  <a:cubicBezTo>
                    <a:pt x="158" y="0"/>
                    <a:pt x="157" y="0"/>
                    <a:pt x="157" y="0"/>
                  </a:cubicBezTo>
                  <a:cubicBezTo>
                    <a:pt x="156" y="0"/>
                    <a:pt x="156" y="0"/>
                    <a:pt x="156" y="0"/>
                  </a:cubicBezTo>
                  <a:cubicBezTo>
                    <a:pt x="156" y="0"/>
                    <a:pt x="155" y="3"/>
                    <a:pt x="154" y="8"/>
                  </a:cubicBezTo>
                  <a:cubicBezTo>
                    <a:pt x="153" y="12"/>
                    <a:pt x="151" y="18"/>
                    <a:pt x="150" y="24"/>
                  </a:cubicBezTo>
                  <a:cubicBezTo>
                    <a:pt x="149" y="26"/>
                    <a:pt x="149" y="29"/>
                    <a:pt x="148" y="31"/>
                  </a:cubicBezTo>
                  <a:cubicBezTo>
                    <a:pt x="147" y="31"/>
                    <a:pt x="145" y="32"/>
                    <a:pt x="144" y="32"/>
                  </a:cubicBezTo>
                  <a:cubicBezTo>
                    <a:pt x="141" y="32"/>
                    <a:pt x="139" y="33"/>
                    <a:pt x="137" y="33"/>
                  </a:cubicBezTo>
                  <a:cubicBezTo>
                    <a:pt x="135" y="33"/>
                    <a:pt x="134" y="34"/>
                    <a:pt x="134" y="34"/>
                  </a:cubicBezTo>
                  <a:cubicBezTo>
                    <a:pt x="134" y="34"/>
                    <a:pt x="133" y="34"/>
                    <a:pt x="132" y="34"/>
                  </a:cubicBezTo>
                  <a:cubicBezTo>
                    <a:pt x="131" y="34"/>
                    <a:pt x="131" y="34"/>
                    <a:pt x="130" y="34"/>
                  </a:cubicBezTo>
                  <a:cubicBezTo>
                    <a:pt x="130" y="35"/>
                    <a:pt x="129" y="35"/>
                    <a:pt x="129" y="35"/>
                  </a:cubicBezTo>
                  <a:cubicBezTo>
                    <a:pt x="128" y="35"/>
                    <a:pt x="126" y="36"/>
                    <a:pt x="125" y="36"/>
                  </a:cubicBezTo>
                  <a:cubicBezTo>
                    <a:pt x="124" y="36"/>
                    <a:pt x="122" y="37"/>
                    <a:pt x="121" y="37"/>
                  </a:cubicBezTo>
                  <a:cubicBezTo>
                    <a:pt x="119" y="35"/>
                    <a:pt x="118" y="33"/>
                    <a:pt x="116" y="31"/>
                  </a:cubicBezTo>
                  <a:cubicBezTo>
                    <a:pt x="114" y="29"/>
                    <a:pt x="112" y="27"/>
                    <a:pt x="111" y="24"/>
                  </a:cubicBezTo>
                  <a:cubicBezTo>
                    <a:pt x="109" y="22"/>
                    <a:pt x="107" y="20"/>
                    <a:pt x="106" y="19"/>
                  </a:cubicBezTo>
                  <a:cubicBezTo>
                    <a:pt x="103" y="15"/>
                    <a:pt x="101" y="13"/>
                    <a:pt x="101" y="13"/>
                  </a:cubicBezTo>
                  <a:cubicBezTo>
                    <a:pt x="101" y="13"/>
                    <a:pt x="100" y="13"/>
                    <a:pt x="100" y="13"/>
                  </a:cubicBezTo>
                  <a:cubicBezTo>
                    <a:pt x="99" y="13"/>
                    <a:pt x="99" y="14"/>
                    <a:pt x="98" y="14"/>
                  </a:cubicBezTo>
                  <a:cubicBezTo>
                    <a:pt x="96" y="15"/>
                    <a:pt x="94" y="16"/>
                    <a:pt x="92" y="17"/>
                  </a:cubicBezTo>
                  <a:cubicBezTo>
                    <a:pt x="90" y="18"/>
                    <a:pt x="88" y="19"/>
                    <a:pt x="87" y="19"/>
                  </a:cubicBezTo>
                  <a:cubicBezTo>
                    <a:pt x="86" y="20"/>
                    <a:pt x="86" y="20"/>
                    <a:pt x="85" y="20"/>
                  </a:cubicBezTo>
                  <a:cubicBezTo>
                    <a:pt x="85" y="21"/>
                    <a:pt x="84" y="21"/>
                    <a:pt x="84" y="21"/>
                  </a:cubicBezTo>
                  <a:cubicBezTo>
                    <a:pt x="84" y="21"/>
                    <a:pt x="85" y="24"/>
                    <a:pt x="86" y="28"/>
                  </a:cubicBezTo>
                  <a:cubicBezTo>
                    <a:pt x="86" y="31"/>
                    <a:pt x="87" y="33"/>
                    <a:pt x="87" y="36"/>
                  </a:cubicBezTo>
                  <a:cubicBezTo>
                    <a:pt x="88" y="39"/>
                    <a:pt x="88" y="42"/>
                    <a:pt x="89" y="44"/>
                  </a:cubicBezTo>
                  <a:cubicBezTo>
                    <a:pt x="90" y="47"/>
                    <a:pt x="90" y="49"/>
                    <a:pt x="91" y="52"/>
                  </a:cubicBezTo>
                  <a:cubicBezTo>
                    <a:pt x="90" y="53"/>
                    <a:pt x="88" y="54"/>
                    <a:pt x="87" y="54"/>
                  </a:cubicBezTo>
                  <a:cubicBezTo>
                    <a:pt x="85" y="56"/>
                    <a:pt x="83" y="57"/>
                    <a:pt x="82" y="58"/>
                  </a:cubicBezTo>
                  <a:cubicBezTo>
                    <a:pt x="80" y="59"/>
                    <a:pt x="79" y="60"/>
                    <a:pt x="79" y="60"/>
                  </a:cubicBezTo>
                  <a:cubicBezTo>
                    <a:pt x="79" y="60"/>
                    <a:pt x="79" y="60"/>
                    <a:pt x="79" y="60"/>
                  </a:cubicBezTo>
                  <a:cubicBezTo>
                    <a:pt x="79" y="61"/>
                    <a:pt x="78" y="61"/>
                    <a:pt x="77" y="62"/>
                  </a:cubicBezTo>
                  <a:cubicBezTo>
                    <a:pt x="76" y="63"/>
                    <a:pt x="74" y="64"/>
                    <a:pt x="72" y="66"/>
                  </a:cubicBezTo>
                  <a:cubicBezTo>
                    <a:pt x="71" y="67"/>
                    <a:pt x="70" y="68"/>
                    <a:pt x="69" y="69"/>
                  </a:cubicBezTo>
                  <a:cubicBezTo>
                    <a:pt x="67" y="68"/>
                    <a:pt x="64" y="67"/>
                    <a:pt x="62" y="66"/>
                  </a:cubicBezTo>
                  <a:cubicBezTo>
                    <a:pt x="57" y="63"/>
                    <a:pt x="51" y="61"/>
                    <a:pt x="47" y="59"/>
                  </a:cubicBezTo>
                  <a:cubicBezTo>
                    <a:pt x="45" y="58"/>
                    <a:pt x="43" y="57"/>
                    <a:pt x="42" y="57"/>
                  </a:cubicBezTo>
                  <a:cubicBezTo>
                    <a:pt x="41" y="57"/>
                    <a:pt x="40" y="56"/>
                    <a:pt x="40" y="56"/>
                  </a:cubicBezTo>
                  <a:cubicBezTo>
                    <a:pt x="40" y="56"/>
                    <a:pt x="39" y="57"/>
                    <a:pt x="38" y="58"/>
                  </a:cubicBezTo>
                  <a:cubicBezTo>
                    <a:pt x="38" y="59"/>
                    <a:pt x="37" y="60"/>
                    <a:pt x="36" y="60"/>
                  </a:cubicBezTo>
                  <a:cubicBezTo>
                    <a:pt x="36" y="61"/>
                    <a:pt x="35" y="62"/>
                    <a:pt x="34" y="63"/>
                  </a:cubicBezTo>
                  <a:cubicBezTo>
                    <a:pt x="33" y="65"/>
                    <a:pt x="32" y="67"/>
                    <a:pt x="31" y="68"/>
                  </a:cubicBezTo>
                  <a:cubicBezTo>
                    <a:pt x="30" y="69"/>
                    <a:pt x="29" y="70"/>
                    <a:pt x="29" y="70"/>
                  </a:cubicBezTo>
                  <a:cubicBezTo>
                    <a:pt x="29" y="70"/>
                    <a:pt x="31" y="73"/>
                    <a:pt x="33" y="76"/>
                  </a:cubicBezTo>
                  <a:cubicBezTo>
                    <a:pt x="36" y="80"/>
                    <a:pt x="40" y="85"/>
                    <a:pt x="43" y="90"/>
                  </a:cubicBezTo>
                  <a:cubicBezTo>
                    <a:pt x="45" y="92"/>
                    <a:pt x="47" y="93"/>
                    <a:pt x="48" y="95"/>
                  </a:cubicBezTo>
                  <a:cubicBezTo>
                    <a:pt x="48" y="96"/>
                    <a:pt x="47" y="97"/>
                    <a:pt x="47" y="97"/>
                  </a:cubicBezTo>
                  <a:cubicBezTo>
                    <a:pt x="47" y="98"/>
                    <a:pt x="46" y="99"/>
                    <a:pt x="46" y="99"/>
                  </a:cubicBezTo>
                  <a:cubicBezTo>
                    <a:pt x="44" y="102"/>
                    <a:pt x="43" y="104"/>
                    <a:pt x="43" y="105"/>
                  </a:cubicBezTo>
                  <a:cubicBezTo>
                    <a:pt x="42" y="107"/>
                    <a:pt x="41" y="108"/>
                    <a:pt x="41" y="108"/>
                  </a:cubicBezTo>
                  <a:cubicBezTo>
                    <a:pt x="41" y="108"/>
                    <a:pt x="41" y="109"/>
                    <a:pt x="40" y="110"/>
                  </a:cubicBezTo>
                  <a:cubicBezTo>
                    <a:pt x="40" y="112"/>
                    <a:pt x="39" y="114"/>
                    <a:pt x="38" y="117"/>
                  </a:cubicBezTo>
                  <a:cubicBezTo>
                    <a:pt x="37" y="118"/>
                    <a:pt x="36" y="119"/>
                    <a:pt x="36" y="121"/>
                  </a:cubicBezTo>
                  <a:cubicBezTo>
                    <a:pt x="33" y="121"/>
                    <a:pt x="31" y="121"/>
                    <a:pt x="28" y="121"/>
                  </a:cubicBezTo>
                  <a:cubicBezTo>
                    <a:pt x="25" y="121"/>
                    <a:pt x="22" y="121"/>
                    <a:pt x="19" y="121"/>
                  </a:cubicBezTo>
                  <a:cubicBezTo>
                    <a:pt x="18" y="121"/>
                    <a:pt x="17" y="121"/>
                    <a:pt x="15" y="121"/>
                  </a:cubicBezTo>
                  <a:cubicBezTo>
                    <a:pt x="14" y="121"/>
                    <a:pt x="13" y="121"/>
                    <a:pt x="12" y="121"/>
                  </a:cubicBezTo>
                  <a:cubicBezTo>
                    <a:pt x="7" y="121"/>
                    <a:pt x="4" y="121"/>
                    <a:pt x="4" y="121"/>
                  </a:cubicBezTo>
                  <a:cubicBezTo>
                    <a:pt x="4" y="121"/>
                    <a:pt x="4" y="123"/>
                    <a:pt x="3" y="124"/>
                  </a:cubicBezTo>
                  <a:cubicBezTo>
                    <a:pt x="3" y="125"/>
                    <a:pt x="3" y="125"/>
                    <a:pt x="3" y="125"/>
                  </a:cubicBezTo>
                  <a:cubicBezTo>
                    <a:pt x="3" y="126"/>
                    <a:pt x="3" y="126"/>
                    <a:pt x="3" y="127"/>
                  </a:cubicBezTo>
                  <a:cubicBezTo>
                    <a:pt x="2" y="128"/>
                    <a:pt x="2" y="129"/>
                    <a:pt x="2" y="130"/>
                  </a:cubicBezTo>
                  <a:cubicBezTo>
                    <a:pt x="2" y="131"/>
                    <a:pt x="1" y="132"/>
                    <a:pt x="1" y="133"/>
                  </a:cubicBezTo>
                  <a:cubicBezTo>
                    <a:pt x="1" y="134"/>
                    <a:pt x="1" y="135"/>
                    <a:pt x="1" y="136"/>
                  </a:cubicBezTo>
                  <a:cubicBezTo>
                    <a:pt x="0" y="138"/>
                    <a:pt x="0" y="139"/>
                    <a:pt x="0" y="139"/>
                  </a:cubicBezTo>
                  <a:cubicBezTo>
                    <a:pt x="0" y="139"/>
                    <a:pt x="3" y="140"/>
                    <a:pt x="7" y="143"/>
                  </a:cubicBezTo>
                  <a:cubicBezTo>
                    <a:pt x="11" y="145"/>
                    <a:pt x="16" y="147"/>
                    <a:pt x="22" y="150"/>
                  </a:cubicBezTo>
                  <a:cubicBezTo>
                    <a:pt x="24" y="151"/>
                    <a:pt x="26" y="152"/>
                    <a:pt x="29" y="153"/>
                  </a:cubicBezTo>
                  <a:cubicBezTo>
                    <a:pt x="28" y="155"/>
                    <a:pt x="28" y="156"/>
                    <a:pt x="28" y="158"/>
                  </a:cubicBezTo>
                  <a:cubicBezTo>
                    <a:pt x="28" y="161"/>
                    <a:pt x="28" y="163"/>
                    <a:pt x="28" y="165"/>
                  </a:cubicBezTo>
                  <a:cubicBezTo>
                    <a:pt x="28" y="166"/>
                    <a:pt x="28" y="167"/>
                    <a:pt x="28" y="167"/>
                  </a:cubicBezTo>
                  <a:cubicBezTo>
                    <a:pt x="28" y="167"/>
                    <a:pt x="28" y="168"/>
                    <a:pt x="28" y="170"/>
                  </a:cubicBezTo>
                  <a:cubicBezTo>
                    <a:pt x="28" y="172"/>
                    <a:pt x="28" y="174"/>
                    <a:pt x="28" y="177"/>
                  </a:cubicBezTo>
                  <a:cubicBezTo>
                    <a:pt x="28" y="178"/>
                    <a:pt x="28" y="180"/>
                    <a:pt x="29" y="181"/>
                  </a:cubicBezTo>
                  <a:cubicBezTo>
                    <a:pt x="26" y="182"/>
                    <a:pt x="24" y="183"/>
                    <a:pt x="22" y="184"/>
                  </a:cubicBezTo>
                  <a:cubicBezTo>
                    <a:pt x="16" y="187"/>
                    <a:pt x="11" y="190"/>
                    <a:pt x="7" y="192"/>
                  </a:cubicBezTo>
                  <a:cubicBezTo>
                    <a:pt x="3" y="194"/>
                    <a:pt x="0" y="196"/>
                    <a:pt x="0" y="196"/>
                  </a:cubicBezTo>
                  <a:cubicBezTo>
                    <a:pt x="0" y="196"/>
                    <a:pt x="0" y="197"/>
                    <a:pt x="1" y="198"/>
                  </a:cubicBezTo>
                  <a:cubicBezTo>
                    <a:pt x="1" y="199"/>
                    <a:pt x="1" y="200"/>
                    <a:pt x="1" y="201"/>
                  </a:cubicBezTo>
                  <a:cubicBezTo>
                    <a:pt x="1" y="202"/>
                    <a:pt x="2" y="203"/>
                    <a:pt x="2" y="204"/>
                  </a:cubicBezTo>
                  <a:cubicBezTo>
                    <a:pt x="2" y="205"/>
                    <a:pt x="2" y="207"/>
                    <a:pt x="3" y="208"/>
                  </a:cubicBezTo>
                  <a:cubicBezTo>
                    <a:pt x="3" y="208"/>
                    <a:pt x="3" y="209"/>
                    <a:pt x="3" y="209"/>
                  </a:cubicBezTo>
                  <a:cubicBezTo>
                    <a:pt x="3" y="210"/>
                    <a:pt x="3" y="210"/>
                    <a:pt x="3" y="210"/>
                  </a:cubicBezTo>
                  <a:cubicBezTo>
                    <a:pt x="4" y="212"/>
                    <a:pt x="4" y="213"/>
                    <a:pt x="4" y="213"/>
                  </a:cubicBezTo>
                  <a:cubicBezTo>
                    <a:pt x="4" y="213"/>
                    <a:pt x="7" y="213"/>
                    <a:pt x="12" y="214"/>
                  </a:cubicBezTo>
                  <a:cubicBezTo>
                    <a:pt x="13" y="214"/>
                    <a:pt x="14" y="214"/>
                    <a:pt x="15" y="214"/>
                  </a:cubicBezTo>
                  <a:cubicBezTo>
                    <a:pt x="17" y="214"/>
                    <a:pt x="18" y="214"/>
                    <a:pt x="19" y="214"/>
                  </a:cubicBezTo>
                  <a:cubicBezTo>
                    <a:pt x="22" y="214"/>
                    <a:pt x="25" y="214"/>
                    <a:pt x="28" y="214"/>
                  </a:cubicBezTo>
                  <a:cubicBezTo>
                    <a:pt x="31" y="214"/>
                    <a:pt x="33" y="214"/>
                    <a:pt x="36" y="214"/>
                  </a:cubicBezTo>
                  <a:cubicBezTo>
                    <a:pt x="36" y="215"/>
                    <a:pt x="37" y="217"/>
                    <a:pt x="38" y="218"/>
                  </a:cubicBezTo>
                  <a:cubicBezTo>
                    <a:pt x="39" y="221"/>
                    <a:pt x="40" y="223"/>
                    <a:pt x="40" y="224"/>
                  </a:cubicBezTo>
                  <a:cubicBezTo>
                    <a:pt x="41" y="226"/>
                    <a:pt x="41" y="227"/>
                    <a:pt x="41" y="227"/>
                  </a:cubicBezTo>
                  <a:cubicBezTo>
                    <a:pt x="41" y="227"/>
                    <a:pt x="42" y="228"/>
                    <a:pt x="43" y="229"/>
                  </a:cubicBezTo>
                  <a:cubicBezTo>
                    <a:pt x="43" y="231"/>
                    <a:pt x="44" y="233"/>
                    <a:pt x="46" y="235"/>
                  </a:cubicBezTo>
                  <a:cubicBezTo>
                    <a:pt x="46" y="236"/>
                    <a:pt x="47" y="237"/>
                    <a:pt x="47" y="237"/>
                  </a:cubicBezTo>
                  <a:cubicBezTo>
                    <a:pt x="47" y="238"/>
                    <a:pt x="48" y="239"/>
                    <a:pt x="48" y="239"/>
                  </a:cubicBezTo>
                  <a:cubicBezTo>
                    <a:pt x="47" y="241"/>
                    <a:pt x="45" y="243"/>
                    <a:pt x="43" y="245"/>
                  </a:cubicBezTo>
                  <a:cubicBezTo>
                    <a:pt x="40" y="250"/>
                    <a:pt x="36" y="254"/>
                    <a:pt x="33" y="258"/>
                  </a:cubicBezTo>
                  <a:cubicBezTo>
                    <a:pt x="31" y="262"/>
                    <a:pt x="29" y="264"/>
                    <a:pt x="29" y="264"/>
                  </a:cubicBezTo>
                  <a:cubicBezTo>
                    <a:pt x="29" y="264"/>
                    <a:pt x="30" y="265"/>
                    <a:pt x="31" y="267"/>
                  </a:cubicBezTo>
                  <a:cubicBezTo>
                    <a:pt x="32" y="268"/>
                    <a:pt x="33" y="270"/>
                    <a:pt x="34" y="271"/>
                  </a:cubicBezTo>
                  <a:cubicBezTo>
                    <a:pt x="35" y="272"/>
                    <a:pt x="36" y="273"/>
                    <a:pt x="36" y="274"/>
                  </a:cubicBezTo>
                  <a:cubicBezTo>
                    <a:pt x="37" y="275"/>
                    <a:pt x="38" y="276"/>
                    <a:pt x="38" y="276"/>
                  </a:cubicBezTo>
                  <a:cubicBezTo>
                    <a:pt x="39" y="277"/>
                    <a:pt x="40" y="278"/>
                    <a:pt x="40" y="278"/>
                  </a:cubicBezTo>
                  <a:cubicBezTo>
                    <a:pt x="40" y="278"/>
                    <a:pt x="41" y="278"/>
                    <a:pt x="42" y="277"/>
                  </a:cubicBezTo>
                  <a:cubicBezTo>
                    <a:pt x="43" y="277"/>
                    <a:pt x="45" y="276"/>
                    <a:pt x="47" y="275"/>
                  </a:cubicBezTo>
                  <a:cubicBezTo>
                    <a:pt x="51" y="274"/>
                    <a:pt x="57" y="271"/>
                    <a:pt x="62" y="268"/>
                  </a:cubicBezTo>
                  <a:cubicBezTo>
                    <a:pt x="64" y="267"/>
                    <a:pt x="67" y="266"/>
                    <a:pt x="69" y="265"/>
                  </a:cubicBezTo>
                  <a:cubicBezTo>
                    <a:pt x="70" y="266"/>
                    <a:pt x="71" y="267"/>
                    <a:pt x="72" y="268"/>
                  </a:cubicBezTo>
                  <a:cubicBezTo>
                    <a:pt x="74" y="270"/>
                    <a:pt x="76" y="272"/>
                    <a:pt x="77" y="273"/>
                  </a:cubicBezTo>
                  <a:cubicBezTo>
                    <a:pt x="78" y="273"/>
                    <a:pt x="79" y="274"/>
                    <a:pt x="79" y="274"/>
                  </a:cubicBezTo>
                  <a:cubicBezTo>
                    <a:pt x="79" y="274"/>
                    <a:pt x="79" y="274"/>
                    <a:pt x="79" y="274"/>
                  </a:cubicBezTo>
                  <a:cubicBezTo>
                    <a:pt x="79" y="274"/>
                    <a:pt x="80" y="275"/>
                    <a:pt x="82" y="276"/>
                  </a:cubicBezTo>
                  <a:cubicBezTo>
                    <a:pt x="83" y="277"/>
                    <a:pt x="85" y="278"/>
                    <a:pt x="87" y="280"/>
                  </a:cubicBezTo>
                  <a:cubicBezTo>
                    <a:pt x="88" y="281"/>
                    <a:pt x="90" y="282"/>
                    <a:pt x="91" y="283"/>
                  </a:cubicBezTo>
                  <a:cubicBezTo>
                    <a:pt x="90" y="285"/>
                    <a:pt x="90" y="288"/>
                    <a:pt x="89" y="290"/>
                  </a:cubicBezTo>
                  <a:cubicBezTo>
                    <a:pt x="88" y="293"/>
                    <a:pt x="88" y="296"/>
                    <a:pt x="87" y="299"/>
                  </a:cubicBezTo>
                  <a:cubicBezTo>
                    <a:pt x="87" y="301"/>
                    <a:pt x="86" y="304"/>
                    <a:pt x="86" y="306"/>
                  </a:cubicBezTo>
                  <a:cubicBezTo>
                    <a:pt x="85" y="311"/>
                    <a:pt x="84" y="314"/>
                    <a:pt x="84" y="314"/>
                  </a:cubicBezTo>
                  <a:cubicBezTo>
                    <a:pt x="84" y="314"/>
                    <a:pt x="85" y="314"/>
                    <a:pt x="85" y="314"/>
                  </a:cubicBezTo>
                  <a:cubicBezTo>
                    <a:pt x="86" y="314"/>
                    <a:pt x="86" y="315"/>
                    <a:pt x="87" y="315"/>
                  </a:cubicBezTo>
                  <a:cubicBezTo>
                    <a:pt x="88" y="316"/>
                    <a:pt x="90" y="317"/>
                    <a:pt x="92" y="318"/>
                  </a:cubicBezTo>
                  <a:cubicBezTo>
                    <a:pt x="94" y="319"/>
                    <a:pt x="96" y="320"/>
                    <a:pt x="98" y="320"/>
                  </a:cubicBezTo>
                  <a:cubicBezTo>
                    <a:pt x="99" y="321"/>
                    <a:pt x="99" y="321"/>
                    <a:pt x="100" y="321"/>
                  </a:cubicBezTo>
                  <a:cubicBezTo>
                    <a:pt x="100" y="321"/>
                    <a:pt x="101" y="321"/>
                    <a:pt x="101" y="321"/>
                  </a:cubicBezTo>
                  <a:cubicBezTo>
                    <a:pt x="101" y="321"/>
                    <a:pt x="103" y="319"/>
                    <a:pt x="106" y="316"/>
                  </a:cubicBezTo>
                  <a:cubicBezTo>
                    <a:pt x="107" y="314"/>
                    <a:pt x="109" y="312"/>
                    <a:pt x="111" y="310"/>
                  </a:cubicBezTo>
                  <a:cubicBezTo>
                    <a:pt x="112" y="308"/>
                    <a:pt x="114" y="306"/>
                    <a:pt x="116" y="303"/>
                  </a:cubicBezTo>
                  <a:cubicBezTo>
                    <a:pt x="118" y="301"/>
                    <a:pt x="119" y="299"/>
                    <a:pt x="121" y="297"/>
                  </a:cubicBezTo>
                  <a:cubicBezTo>
                    <a:pt x="122" y="298"/>
                    <a:pt x="124" y="298"/>
                    <a:pt x="125" y="298"/>
                  </a:cubicBezTo>
                  <a:cubicBezTo>
                    <a:pt x="126" y="299"/>
                    <a:pt x="128" y="299"/>
                    <a:pt x="129" y="300"/>
                  </a:cubicBezTo>
                  <a:cubicBezTo>
                    <a:pt x="129" y="300"/>
                    <a:pt x="130" y="300"/>
                    <a:pt x="130" y="300"/>
                  </a:cubicBezTo>
                  <a:cubicBezTo>
                    <a:pt x="131" y="300"/>
                    <a:pt x="131" y="300"/>
                    <a:pt x="132" y="300"/>
                  </a:cubicBezTo>
                  <a:cubicBezTo>
                    <a:pt x="133" y="301"/>
                    <a:pt x="134" y="301"/>
                    <a:pt x="134" y="301"/>
                  </a:cubicBezTo>
                  <a:cubicBezTo>
                    <a:pt x="134" y="301"/>
                    <a:pt x="135" y="301"/>
                    <a:pt x="137" y="302"/>
                  </a:cubicBezTo>
                  <a:cubicBezTo>
                    <a:pt x="139" y="302"/>
                    <a:pt x="141" y="302"/>
                    <a:pt x="144" y="303"/>
                  </a:cubicBezTo>
                  <a:cubicBezTo>
                    <a:pt x="145" y="303"/>
                    <a:pt x="147" y="303"/>
                    <a:pt x="148" y="303"/>
                  </a:cubicBezTo>
                  <a:cubicBezTo>
                    <a:pt x="149" y="306"/>
                    <a:pt x="149" y="308"/>
                    <a:pt x="150" y="311"/>
                  </a:cubicBezTo>
                  <a:cubicBezTo>
                    <a:pt x="151" y="317"/>
                    <a:pt x="153" y="322"/>
                    <a:pt x="154" y="327"/>
                  </a:cubicBezTo>
                  <a:cubicBezTo>
                    <a:pt x="155" y="331"/>
                    <a:pt x="156" y="334"/>
                    <a:pt x="156" y="334"/>
                  </a:cubicBezTo>
                  <a:cubicBezTo>
                    <a:pt x="156" y="334"/>
                    <a:pt x="156" y="334"/>
                    <a:pt x="157" y="334"/>
                  </a:cubicBezTo>
                  <a:cubicBezTo>
                    <a:pt x="157" y="334"/>
                    <a:pt x="158" y="334"/>
                    <a:pt x="159" y="334"/>
                  </a:cubicBezTo>
                  <a:cubicBezTo>
                    <a:pt x="160" y="334"/>
                    <a:pt x="163" y="334"/>
                    <a:pt x="165" y="334"/>
                  </a:cubicBezTo>
                  <a:cubicBezTo>
                    <a:pt x="167" y="334"/>
                    <a:pt x="169" y="334"/>
                    <a:pt x="171" y="334"/>
                  </a:cubicBezTo>
                  <a:cubicBezTo>
                    <a:pt x="172" y="334"/>
                    <a:pt x="173" y="334"/>
                    <a:pt x="173" y="334"/>
                  </a:cubicBezTo>
                  <a:cubicBezTo>
                    <a:pt x="174" y="334"/>
                    <a:pt x="174" y="334"/>
                    <a:pt x="174" y="334"/>
                  </a:cubicBezTo>
                  <a:cubicBezTo>
                    <a:pt x="174" y="334"/>
                    <a:pt x="175" y="331"/>
                    <a:pt x="176" y="327"/>
                  </a:cubicBezTo>
                  <a:cubicBezTo>
                    <a:pt x="177" y="322"/>
                    <a:pt x="179" y="317"/>
                    <a:pt x="180" y="311"/>
                  </a:cubicBezTo>
                  <a:cubicBezTo>
                    <a:pt x="181" y="308"/>
                    <a:pt x="181" y="306"/>
                    <a:pt x="181" y="303"/>
                  </a:cubicBezTo>
                  <a:cubicBezTo>
                    <a:pt x="183" y="303"/>
                    <a:pt x="185" y="303"/>
                    <a:pt x="186" y="303"/>
                  </a:cubicBezTo>
                  <a:cubicBezTo>
                    <a:pt x="189" y="302"/>
                    <a:pt x="191" y="302"/>
                    <a:pt x="193" y="302"/>
                  </a:cubicBezTo>
                  <a:cubicBezTo>
                    <a:pt x="194" y="301"/>
                    <a:pt x="195" y="301"/>
                    <a:pt x="195" y="301"/>
                  </a:cubicBezTo>
                  <a:cubicBezTo>
                    <a:pt x="195" y="301"/>
                    <a:pt x="196" y="301"/>
                    <a:pt x="198" y="300"/>
                  </a:cubicBezTo>
                  <a:cubicBezTo>
                    <a:pt x="198" y="300"/>
                    <a:pt x="199" y="300"/>
                    <a:pt x="199" y="300"/>
                  </a:cubicBezTo>
                  <a:cubicBezTo>
                    <a:pt x="200" y="300"/>
                    <a:pt x="200" y="300"/>
                    <a:pt x="201" y="300"/>
                  </a:cubicBezTo>
                  <a:cubicBezTo>
                    <a:pt x="202" y="299"/>
                    <a:pt x="203" y="299"/>
                    <a:pt x="205" y="298"/>
                  </a:cubicBezTo>
                  <a:cubicBezTo>
                    <a:pt x="206" y="298"/>
                    <a:pt x="208" y="298"/>
                    <a:pt x="209" y="297"/>
                  </a:cubicBezTo>
                  <a:cubicBezTo>
                    <a:pt x="211" y="299"/>
                    <a:pt x="212" y="301"/>
                    <a:pt x="214" y="303"/>
                  </a:cubicBezTo>
                  <a:cubicBezTo>
                    <a:pt x="215" y="306"/>
                    <a:pt x="217" y="308"/>
                    <a:pt x="219" y="310"/>
                  </a:cubicBezTo>
                  <a:cubicBezTo>
                    <a:pt x="221" y="312"/>
                    <a:pt x="223" y="314"/>
                    <a:pt x="224" y="316"/>
                  </a:cubicBezTo>
                  <a:cubicBezTo>
                    <a:pt x="227" y="319"/>
                    <a:pt x="229" y="321"/>
                    <a:pt x="229" y="321"/>
                  </a:cubicBezTo>
                  <a:cubicBezTo>
                    <a:pt x="229" y="321"/>
                    <a:pt x="230" y="321"/>
                    <a:pt x="230" y="321"/>
                  </a:cubicBezTo>
                  <a:cubicBezTo>
                    <a:pt x="230" y="321"/>
                    <a:pt x="231" y="321"/>
                    <a:pt x="232" y="320"/>
                  </a:cubicBezTo>
                  <a:cubicBezTo>
                    <a:pt x="233" y="320"/>
                    <a:pt x="235" y="319"/>
                    <a:pt x="237" y="318"/>
                  </a:cubicBezTo>
                  <a:cubicBezTo>
                    <a:pt x="239" y="317"/>
                    <a:pt x="241" y="316"/>
                    <a:pt x="243" y="315"/>
                  </a:cubicBezTo>
                  <a:cubicBezTo>
                    <a:pt x="244" y="315"/>
                    <a:pt x="244" y="314"/>
                    <a:pt x="245" y="314"/>
                  </a:cubicBezTo>
                  <a:cubicBezTo>
                    <a:pt x="245" y="314"/>
                    <a:pt x="245" y="314"/>
                    <a:pt x="245" y="314"/>
                  </a:cubicBezTo>
                  <a:cubicBezTo>
                    <a:pt x="245" y="314"/>
                    <a:pt x="245" y="311"/>
                    <a:pt x="244" y="306"/>
                  </a:cubicBezTo>
                  <a:cubicBezTo>
                    <a:pt x="244" y="304"/>
                    <a:pt x="243" y="301"/>
                    <a:pt x="243" y="299"/>
                  </a:cubicBezTo>
                  <a:cubicBezTo>
                    <a:pt x="242" y="296"/>
                    <a:pt x="242" y="293"/>
                    <a:pt x="241" y="290"/>
                  </a:cubicBezTo>
                  <a:cubicBezTo>
                    <a:pt x="240" y="288"/>
                    <a:pt x="240" y="285"/>
                    <a:pt x="239" y="283"/>
                  </a:cubicBezTo>
                  <a:cubicBezTo>
                    <a:pt x="240" y="282"/>
                    <a:pt x="242" y="281"/>
                    <a:pt x="243" y="280"/>
                  </a:cubicBezTo>
                  <a:cubicBezTo>
                    <a:pt x="245" y="278"/>
                    <a:pt x="247" y="277"/>
                    <a:pt x="248" y="276"/>
                  </a:cubicBezTo>
                  <a:cubicBezTo>
                    <a:pt x="250" y="275"/>
                    <a:pt x="250" y="274"/>
                    <a:pt x="250" y="274"/>
                  </a:cubicBezTo>
                  <a:cubicBezTo>
                    <a:pt x="250" y="274"/>
                    <a:pt x="251" y="274"/>
                    <a:pt x="251" y="274"/>
                  </a:cubicBezTo>
                  <a:cubicBezTo>
                    <a:pt x="251" y="274"/>
                    <a:pt x="252" y="273"/>
                    <a:pt x="252" y="273"/>
                  </a:cubicBezTo>
                  <a:cubicBezTo>
                    <a:pt x="254" y="272"/>
                    <a:pt x="256" y="270"/>
                    <a:pt x="258" y="268"/>
                  </a:cubicBezTo>
                  <a:cubicBezTo>
                    <a:pt x="259" y="267"/>
                    <a:pt x="260" y="266"/>
                    <a:pt x="261" y="265"/>
                  </a:cubicBezTo>
                  <a:cubicBezTo>
                    <a:pt x="263" y="266"/>
                    <a:pt x="265" y="267"/>
                    <a:pt x="268" y="268"/>
                  </a:cubicBezTo>
                  <a:cubicBezTo>
                    <a:pt x="273" y="271"/>
                    <a:pt x="279" y="274"/>
                    <a:pt x="283" y="275"/>
                  </a:cubicBezTo>
                  <a:cubicBezTo>
                    <a:pt x="285" y="276"/>
                    <a:pt x="287" y="277"/>
                    <a:pt x="288" y="277"/>
                  </a:cubicBezTo>
                  <a:cubicBezTo>
                    <a:pt x="289" y="278"/>
                    <a:pt x="290" y="278"/>
                    <a:pt x="290" y="278"/>
                  </a:cubicBezTo>
                  <a:cubicBezTo>
                    <a:pt x="290" y="278"/>
                    <a:pt x="291" y="277"/>
                    <a:pt x="292" y="276"/>
                  </a:cubicBezTo>
                  <a:cubicBezTo>
                    <a:pt x="292" y="276"/>
                    <a:pt x="293" y="275"/>
                    <a:pt x="294" y="274"/>
                  </a:cubicBezTo>
                  <a:cubicBezTo>
                    <a:pt x="294" y="273"/>
                    <a:pt x="295" y="272"/>
                    <a:pt x="296" y="271"/>
                  </a:cubicBezTo>
                  <a:cubicBezTo>
                    <a:pt x="297" y="270"/>
                    <a:pt x="298" y="268"/>
                    <a:pt x="299" y="267"/>
                  </a:cubicBezTo>
                  <a:cubicBezTo>
                    <a:pt x="300" y="265"/>
                    <a:pt x="301" y="264"/>
                    <a:pt x="301" y="264"/>
                  </a:cubicBezTo>
                  <a:cubicBezTo>
                    <a:pt x="301" y="264"/>
                    <a:pt x="299" y="262"/>
                    <a:pt x="297" y="258"/>
                  </a:cubicBezTo>
                  <a:cubicBezTo>
                    <a:pt x="294" y="254"/>
                    <a:pt x="290" y="250"/>
                    <a:pt x="287" y="245"/>
                  </a:cubicBezTo>
                  <a:cubicBezTo>
                    <a:pt x="285" y="243"/>
                    <a:pt x="283" y="241"/>
                    <a:pt x="282" y="239"/>
                  </a:cubicBezTo>
                  <a:cubicBezTo>
                    <a:pt x="282" y="239"/>
                    <a:pt x="282" y="238"/>
                    <a:pt x="283" y="237"/>
                  </a:cubicBezTo>
                  <a:cubicBezTo>
                    <a:pt x="283" y="237"/>
                    <a:pt x="284" y="236"/>
                    <a:pt x="284" y="235"/>
                  </a:cubicBezTo>
                  <a:cubicBezTo>
                    <a:pt x="285" y="233"/>
                    <a:pt x="287" y="231"/>
                    <a:pt x="287" y="229"/>
                  </a:cubicBezTo>
                  <a:cubicBezTo>
                    <a:pt x="288" y="228"/>
                    <a:pt x="288" y="227"/>
                    <a:pt x="288" y="227"/>
                  </a:cubicBezTo>
                  <a:cubicBezTo>
                    <a:pt x="288" y="227"/>
                    <a:pt x="289" y="226"/>
                    <a:pt x="290" y="224"/>
                  </a:cubicBezTo>
                  <a:cubicBezTo>
                    <a:pt x="290" y="223"/>
                    <a:pt x="291" y="221"/>
                    <a:pt x="292" y="218"/>
                  </a:cubicBezTo>
                  <a:cubicBezTo>
                    <a:pt x="293" y="217"/>
                    <a:pt x="293" y="215"/>
                    <a:pt x="294" y="214"/>
                  </a:cubicBezTo>
                  <a:cubicBezTo>
                    <a:pt x="296" y="214"/>
                    <a:pt x="299" y="214"/>
                    <a:pt x="301" y="214"/>
                  </a:cubicBezTo>
                  <a:cubicBezTo>
                    <a:pt x="304" y="214"/>
                    <a:pt x="308" y="214"/>
                    <a:pt x="310" y="214"/>
                  </a:cubicBezTo>
                  <a:cubicBezTo>
                    <a:pt x="312" y="214"/>
                    <a:pt x="313" y="214"/>
                    <a:pt x="314" y="214"/>
                  </a:cubicBezTo>
                  <a:cubicBezTo>
                    <a:pt x="316" y="214"/>
                    <a:pt x="317" y="214"/>
                    <a:pt x="318" y="214"/>
                  </a:cubicBezTo>
                  <a:cubicBezTo>
                    <a:pt x="323" y="213"/>
                    <a:pt x="326" y="213"/>
                    <a:pt x="326" y="213"/>
                  </a:cubicBezTo>
                  <a:cubicBezTo>
                    <a:pt x="326" y="213"/>
                    <a:pt x="326" y="212"/>
                    <a:pt x="326" y="210"/>
                  </a:cubicBezTo>
                  <a:cubicBezTo>
                    <a:pt x="327" y="210"/>
                    <a:pt x="327" y="210"/>
                    <a:pt x="327" y="209"/>
                  </a:cubicBezTo>
                  <a:cubicBezTo>
                    <a:pt x="327" y="209"/>
                    <a:pt x="327" y="208"/>
                    <a:pt x="327" y="208"/>
                  </a:cubicBezTo>
                  <a:cubicBezTo>
                    <a:pt x="327" y="207"/>
                    <a:pt x="328" y="205"/>
                    <a:pt x="328" y="204"/>
                  </a:cubicBezTo>
                  <a:cubicBezTo>
                    <a:pt x="328" y="203"/>
                    <a:pt x="328" y="202"/>
                    <a:pt x="329" y="201"/>
                  </a:cubicBezTo>
                  <a:cubicBezTo>
                    <a:pt x="329" y="200"/>
                    <a:pt x="329" y="199"/>
                    <a:pt x="329" y="198"/>
                  </a:cubicBezTo>
                  <a:cubicBezTo>
                    <a:pt x="329" y="197"/>
                    <a:pt x="330" y="196"/>
                    <a:pt x="330" y="196"/>
                  </a:cubicBezTo>
                  <a:cubicBezTo>
                    <a:pt x="330" y="196"/>
                    <a:pt x="327" y="194"/>
                    <a:pt x="323" y="192"/>
                  </a:cubicBezTo>
                  <a:cubicBezTo>
                    <a:pt x="319" y="190"/>
                    <a:pt x="314" y="187"/>
                    <a:pt x="308" y="184"/>
                  </a:cubicBezTo>
                  <a:close/>
                  <a:moveTo>
                    <a:pt x="165" y="268"/>
                  </a:moveTo>
                  <a:cubicBezTo>
                    <a:pt x="109" y="268"/>
                    <a:pt x="64" y="223"/>
                    <a:pt x="64" y="167"/>
                  </a:cubicBezTo>
                  <a:cubicBezTo>
                    <a:pt x="64" y="112"/>
                    <a:pt x="109" y="66"/>
                    <a:pt x="165" y="66"/>
                  </a:cubicBezTo>
                  <a:cubicBezTo>
                    <a:pt x="221" y="66"/>
                    <a:pt x="266" y="112"/>
                    <a:pt x="266" y="167"/>
                  </a:cubicBezTo>
                  <a:cubicBezTo>
                    <a:pt x="266" y="223"/>
                    <a:pt x="221" y="268"/>
                    <a:pt x="165" y="268"/>
                  </a:cubicBezTo>
                  <a:close/>
                </a:path>
              </a:pathLst>
            </a:custGeom>
            <a:solidFill>
              <a:srgbClr val="23A2E4"/>
            </a:solidFill>
            <a:ln w="38100" cap="flat">
              <a:noFill/>
              <a:prstDash val="solid"/>
              <a:miter lim="800000"/>
            </a:ln>
          </p:spPr>
          <p:txBody>
            <a:bodyPr vert="horz" wrap="square" lIns="91440" tIns="45720" rIns="91440" bIns="45720" numCol="1" anchor="ctr" anchorCtr="0" compatLnSpc="1">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rPr>
                <a:t>01</a:t>
              </a:r>
              <a:endParaRPr kumimoji="0" lang="zh-CN" altLang="en-US" sz="1800" b="1" i="0" u="none" strike="noStrike" kern="1200" cap="none" spc="0" normalizeH="0" baseline="0" noProof="0" dirty="0">
                <a:ln>
                  <a:noFill/>
                </a:ln>
                <a:solidFill>
                  <a:srgbClr val="000000"/>
                </a:solidFill>
                <a:effectLst/>
                <a:uLnTx/>
                <a:uFillTx/>
              </a:endParaRPr>
            </a:p>
          </p:txBody>
        </p:sp>
        <p:sp>
          <p:nvSpPr>
            <p:cNvPr id="10" name="í$ḷíḓe"/>
            <p:cNvSpPr/>
            <p:nvPr/>
          </p:nvSpPr>
          <p:spPr bwMode="auto">
            <a:xfrm>
              <a:off x="10519" y="2778"/>
              <a:ext cx="2090" cy="563"/>
            </a:xfrm>
            <a:custGeom>
              <a:avLst/>
              <a:gdLst>
                <a:gd name="T0" fmla="*/ 0 w 836"/>
                <a:gd name="T1" fmla="*/ 225 h 225"/>
                <a:gd name="T2" fmla="*/ 228 w 836"/>
                <a:gd name="T3" fmla="*/ 0 h 225"/>
                <a:gd name="T4" fmla="*/ 836 w 836"/>
                <a:gd name="T5" fmla="*/ 0 h 225"/>
              </a:gdLst>
              <a:ahLst/>
              <a:cxnLst>
                <a:cxn ang="0">
                  <a:pos x="T0" y="T1"/>
                </a:cxn>
                <a:cxn ang="0">
                  <a:pos x="T2" y="T3"/>
                </a:cxn>
                <a:cxn ang="0">
                  <a:pos x="T4" y="T5"/>
                </a:cxn>
              </a:cxnLst>
              <a:rect l="0" t="0" r="r" b="b"/>
              <a:pathLst>
                <a:path w="836" h="225">
                  <a:moveTo>
                    <a:pt x="0" y="225"/>
                  </a:moveTo>
                  <a:lnTo>
                    <a:pt x="228" y="0"/>
                  </a:lnTo>
                  <a:lnTo>
                    <a:pt x="836" y="0"/>
                  </a:lnTo>
                </a:path>
              </a:pathLst>
            </a:custGeom>
            <a:noFill/>
            <a:ln w="3175" cap="flat">
              <a:solidFill>
                <a:schemeClr val="bg1">
                  <a:lumMod val="75000"/>
                </a:schemeClr>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normAutofit fontScale="70000" lnSpcReduction="20000"/>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000000"/>
                </a:solidFill>
                <a:effectLst/>
                <a:uLnTx/>
                <a:uFillTx/>
              </a:endParaRPr>
            </a:p>
          </p:txBody>
        </p:sp>
        <p:sp>
          <p:nvSpPr>
            <p:cNvPr id="11" name="îṣlíḑé"/>
            <p:cNvSpPr/>
            <p:nvPr/>
          </p:nvSpPr>
          <p:spPr bwMode="auto">
            <a:xfrm>
              <a:off x="11489" y="5323"/>
              <a:ext cx="1848" cy="663"/>
            </a:xfrm>
            <a:custGeom>
              <a:avLst/>
              <a:gdLst>
                <a:gd name="T0" fmla="*/ 0 w 739"/>
                <a:gd name="T1" fmla="*/ 265 h 265"/>
                <a:gd name="T2" fmla="*/ 268 w 739"/>
                <a:gd name="T3" fmla="*/ 0 h 265"/>
                <a:gd name="T4" fmla="*/ 739 w 739"/>
                <a:gd name="T5" fmla="*/ 0 h 265"/>
              </a:gdLst>
              <a:ahLst/>
              <a:cxnLst>
                <a:cxn ang="0">
                  <a:pos x="T0" y="T1"/>
                </a:cxn>
                <a:cxn ang="0">
                  <a:pos x="T2" y="T3"/>
                </a:cxn>
                <a:cxn ang="0">
                  <a:pos x="T4" y="T5"/>
                </a:cxn>
              </a:cxnLst>
              <a:rect l="0" t="0" r="r" b="b"/>
              <a:pathLst>
                <a:path w="739" h="265">
                  <a:moveTo>
                    <a:pt x="0" y="265"/>
                  </a:moveTo>
                  <a:lnTo>
                    <a:pt x="268" y="0"/>
                  </a:lnTo>
                  <a:lnTo>
                    <a:pt x="739" y="0"/>
                  </a:lnTo>
                </a:path>
              </a:pathLst>
            </a:custGeom>
            <a:noFill/>
            <a:ln w="3175" cap="flat">
              <a:solidFill>
                <a:schemeClr val="bg1">
                  <a:lumMod val="75000"/>
                </a:schemeClr>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normAutofit fontScale="85000" lnSpcReduction="10000"/>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000000"/>
                </a:solidFill>
                <a:effectLst/>
                <a:uLnTx/>
                <a:uFillTx/>
              </a:endParaRPr>
            </a:p>
          </p:txBody>
        </p:sp>
        <p:sp>
          <p:nvSpPr>
            <p:cNvPr id="15" name="íśļiḍê"/>
            <p:cNvSpPr/>
            <p:nvPr/>
          </p:nvSpPr>
          <p:spPr bwMode="auto">
            <a:xfrm>
              <a:off x="5869" y="7318"/>
              <a:ext cx="2017" cy="605"/>
            </a:xfrm>
            <a:custGeom>
              <a:avLst/>
              <a:gdLst>
                <a:gd name="T0" fmla="*/ 807 w 807"/>
                <a:gd name="T1" fmla="*/ 0 h 242"/>
                <a:gd name="T2" fmla="*/ 566 w 807"/>
                <a:gd name="T3" fmla="*/ 242 h 242"/>
                <a:gd name="T4" fmla="*/ 0 w 807"/>
                <a:gd name="T5" fmla="*/ 242 h 242"/>
              </a:gdLst>
              <a:ahLst/>
              <a:cxnLst>
                <a:cxn ang="0">
                  <a:pos x="T0" y="T1"/>
                </a:cxn>
                <a:cxn ang="0">
                  <a:pos x="T2" y="T3"/>
                </a:cxn>
                <a:cxn ang="0">
                  <a:pos x="T4" y="T5"/>
                </a:cxn>
              </a:cxnLst>
              <a:rect l="0" t="0" r="r" b="b"/>
              <a:pathLst>
                <a:path w="807" h="242">
                  <a:moveTo>
                    <a:pt x="807" y="0"/>
                  </a:moveTo>
                  <a:lnTo>
                    <a:pt x="566" y="242"/>
                  </a:lnTo>
                  <a:lnTo>
                    <a:pt x="0" y="242"/>
                  </a:lnTo>
                </a:path>
              </a:pathLst>
            </a:custGeom>
            <a:noFill/>
            <a:ln w="3175" cap="flat">
              <a:solidFill>
                <a:schemeClr val="bg1">
                  <a:lumMod val="75000"/>
                </a:schemeClr>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normAutofit fontScale="77500" lnSpcReduction="20000"/>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000000"/>
                </a:solidFill>
                <a:effectLst/>
                <a:uLnTx/>
                <a:uFillTx/>
              </a:endParaRPr>
            </a:p>
          </p:txBody>
        </p:sp>
        <p:grpSp>
          <p:nvGrpSpPr>
            <p:cNvPr id="16" name="iSľiḓé"/>
            <p:cNvGrpSpPr/>
            <p:nvPr/>
          </p:nvGrpSpPr>
          <p:grpSpPr>
            <a:xfrm>
              <a:off x="12824" y="2266"/>
              <a:ext cx="1025" cy="1025"/>
              <a:chOff x="753007" y="2242886"/>
              <a:chExt cx="643355" cy="643355"/>
            </a:xfrm>
          </p:grpSpPr>
          <p:sp>
            <p:nvSpPr>
              <p:cNvPr id="24" name="í$ļïďé"/>
              <p:cNvSpPr/>
              <p:nvPr/>
            </p:nvSpPr>
            <p:spPr bwMode="auto">
              <a:xfrm>
                <a:off x="753007" y="2242886"/>
                <a:ext cx="643355" cy="643355"/>
              </a:xfrm>
              <a:prstGeom prst="ellipse">
                <a:avLst/>
              </a:prstGeom>
              <a:solidFill>
                <a:srgbClr val="044BC9"/>
              </a:solidFill>
              <a:ln w="3175">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lnSpcReduction="10000"/>
              </a:bodyPr>
              <a:lstStyle>
                <a:defPPr>
                  <a:defRPr lang="zh-CN"/>
                </a:defPPr>
                <a:lvl1pPr marL="0" algn="l" defTabSz="914400" rtl="0" eaLnBrk="1" latinLnBrk="0" hangingPunct="1">
                  <a:defRPr sz="1800" kern="1200">
                    <a:solidFill>
                      <a:schemeClr val="dk1"/>
                    </a:solidFill>
                  </a:defRPr>
                </a:lvl1pPr>
                <a:lvl2pPr marL="457200" algn="l" defTabSz="914400" rtl="0" eaLnBrk="1" latinLnBrk="0" hangingPunct="1">
                  <a:defRPr sz="1800" kern="1200">
                    <a:solidFill>
                      <a:schemeClr val="dk1"/>
                    </a:solidFill>
                  </a:defRPr>
                </a:lvl2pPr>
                <a:lvl3pPr marL="914400" algn="l" defTabSz="914400" rtl="0" eaLnBrk="1" latinLnBrk="0" hangingPunct="1">
                  <a:defRPr sz="1800" kern="1200">
                    <a:solidFill>
                      <a:schemeClr val="dk1"/>
                    </a:solidFill>
                  </a:defRPr>
                </a:lvl3pPr>
                <a:lvl4pPr marL="1371600" algn="l" defTabSz="914400" rtl="0" eaLnBrk="1" latinLnBrk="0" hangingPunct="1">
                  <a:defRPr sz="1800" kern="1200">
                    <a:solidFill>
                      <a:schemeClr val="dk1"/>
                    </a:solidFill>
                  </a:defRPr>
                </a:lvl4pPr>
                <a:lvl5pPr marL="1828800" algn="l" defTabSz="914400" rtl="0" eaLnBrk="1" latinLnBrk="0" hangingPunct="1">
                  <a:defRPr sz="1800" kern="1200">
                    <a:solidFill>
                      <a:schemeClr val="dk1"/>
                    </a:solidFill>
                  </a:defRPr>
                </a:lvl5pPr>
                <a:lvl6pPr marL="2286000" algn="l" defTabSz="914400" rtl="0" eaLnBrk="1" latinLnBrk="0" hangingPunct="1">
                  <a:defRPr sz="1800" kern="1200">
                    <a:solidFill>
                      <a:schemeClr val="dk1"/>
                    </a:solidFill>
                  </a:defRPr>
                </a:lvl6pPr>
                <a:lvl7pPr marL="2743200" algn="l" defTabSz="914400" rtl="0" eaLnBrk="1" latinLnBrk="0" hangingPunct="1">
                  <a:defRPr sz="1800" kern="1200">
                    <a:solidFill>
                      <a:schemeClr val="dk1"/>
                    </a:solidFill>
                  </a:defRPr>
                </a:lvl7pPr>
                <a:lvl8pPr marL="3200400" algn="l" defTabSz="914400" rtl="0" eaLnBrk="1" latinLnBrk="0" hangingPunct="1">
                  <a:defRPr sz="1800" kern="1200">
                    <a:solidFill>
                      <a:schemeClr val="dk1"/>
                    </a:solidFill>
                  </a:defRPr>
                </a:lvl8pPr>
                <a:lvl9pPr marL="3657600" algn="l" defTabSz="914400" rtl="0" eaLnBrk="1" latinLnBrk="0" hangingPunct="1">
                  <a:defRPr sz="1800" kern="1200">
                    <a:solidFill>
                      <a:schemeClr val="dk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endParaRPr>
              </a:p>
            </p:txBody>
          </p:sp>
          <p:sp>
            <p:nvSpPr>
              <p:cNvPr id="25" name="ïṡľíḑè"/>
              <p:cNvSpPr/>
              <p:nvPr/>
            </p:nvSpPr>
            <p:spPr bwMode="auto">
              <a:xfrm>
                <a:off x="926604" y="2417033"/>
                <a:ext cx="296160" cy="295059"/>
              </a:xfrm>
              <a:custGeom>
                <a:avLst/>
                <a:gdLst>
                  <a:gd name="connsiteX0" fmla="*/ 0 w 607639"/>
                  <a:gd name="connsiteY0" fmla="*/ 547235 h 605381"/>
                  <a:gd name="connsiteX1" fmla="*/ 23853 w 607639"/>
                  <a:gd name="connsiteY1" fmla="*/ 547235 h 605381"/>
                  <a:gd name="connsiteX2" fmla="*/ 36136 w 607639"/>
                  <a:gd name="connsiteY2" fmla="*/ 547235 h 605381"/>
                  <a:gd name="connsiteX3" fmla="*/ 190916 w 607639"/>
                  <a:gd name="connsiteY3" fmla="*/ 547235 h 605381"/>
                  <a:gd name="connsiteX4" fmla="*/ 212990 w 607639"/>
                  <a:gd name="connsiteY4" fmla="*/ 547235 h 605381"/>
                  <a:gd name="connsiteX5" fmla="*/ 394560 w 607639"/>
                  <a:gd name="connsiteY5" fmla="*/ 547235 h 605381"/>
                  <a:gd name="connsiteX6" fmla="*/ 416634 w 607639"/>
                  <a:gd name="connsiteY6" fmla="*/ 547235 h 605381"/>
                  <a:gd name="connsiteX7" fmla="*/ 571503 w 607639"/>
                  <a:gd name="connsiteY7" fmla="*/ 547235 h 605381"/>
                  <a:gd name="connsiteX8" fmla="*/ 583786 w 607639"/>
                  <a:gd name="connsiteY8" fmla="*/ 547235 h 605381"/>
                  <a:gd name="connsiteX9" fmla="*/ 607639 w 607639"/>
                  <a:gd name="connsiteY9" fmla="*/ 547235 h 605381"/>
                  <a:gd name="connsiteX10" fmla="*/ 607639 w 607639"/>
                  <a:gd name="connsiteY10" fmla="*/ 605381 h 605381"/>
                  <a:gd name="connsiteX11" fmla="*/ 0 w 607639"/>
                  <a:gd name="connsiteY11" fmla="*/ 605381 h 605381"/>
                  <a:gd name="connsiteX12" fmla="*/ 321849 w 607639"/>
                  <a:gd name="connsiteY12" fmla="*/ 269278 h 605381"/>
                  <a:gd name="connsiteX13" fmla="*/ 394531 w 607639"/>
                  <a:gd name="connsiteY13" fmla="*/ 269278 h 605381"/>
                  <a:gd name="connsiteX14" fmla="*/ 394531 w 607639"/>
                  <a:gd name="connsiteY14" fmla="*/ 511247 h 605381"/>
                  <a:gd name="connsiteX15" fmla="*/ 358501 w 607639"/>
                  <a:gd name="connsiteY15" fmla="*/ 511247 h 605381"/>
                  <a:gd name="connsiteX16" fmla="*/ 321849 w 607639"/>
                  <a:gd name="connsiteY16" fmla="*/ 511247 h 605381"/>
                  <a:gd name="connsiteX17" fmla="*/ 212966 w 607639"/>
                  <a:gd name="connsiteY17" fmla="*/ 269278 h 605381"/>
                  <a:gd name="connsiteX18" fmla="*/ 285790 w 607639"/>
                  <a:gd name="connsiteY18" fmla="*/ 269278 h 605381"/>
                  <a:gd name="connsiteX19" fmla="*/ 285790 w 607639"/>
                  <a:gd name="connsiteY19" fmla="*/ 511247 h 605381"/>
                  <a:gd name="connsiteX20" fmla="*/ 249111 w 607639"/>
                  <a:gd name="connsiteY20" fmla="*/ 511247 h 605381"/>
                  <a:gd name="connsiteX21" fmla="*/ 212966 w 607639"/>
                  <a:gd name="connsiteY21" fmla="*/ 511247 h 605381"/>
                  <a:gd name="connsiteX22" fmla="*/ 446972 w 607639"/>
                  <a:gd name="connsiteY22" fmla="*/ 242181 h 605381"/>
                  <a:gd name="connsiteX23" fmla="*/ 553523 w 607639"/>
                  <a:gd name="connsiteY23" fmla="*/ 242181 h 605381"/>
                  <a:gd name="connsiteX24" fmla="*/ 553523 w 607639"/>
                  <a:gd name="connsiteY24" fmla="*/ 453133 h 605381"/>
                  <a:gd name="connsiteX25" fmla="*/ 583788 w 607639"/>
                  <a:gd name="connsiteY25" fmla="*/ 453133 h 605381"/>
                  <a:gd name="connsiteX26" fmla="*/ 583788 w 607639"/>
                  <a:gd name="connsiteY26" fmla="*/ 511247 h 605381"/>
                  <a:gd name="connsiteX27" fmla="*/ 547648 w 607639"/>
                  <a:gd name="connsiteY27" fmla="*/ 511247 h 605381"/>
                  <a:gd name="connsiteX28" fmla="*/ 452758 w 607639"/>
                  <a:gd name="connsiteY28" fmla="*/ 511247 h 605381"/>
                  <a:gd name="connsiteX29" fmla="*/ 416618 w 607639"/>
                  <a:gd name="connsiteY29" fmla="*/ 511247 h 605381"/>
                  <a:gd name="connsiteX30" fmla="*/ 416618 w 607639"/>
                  <a:gd name="connsiteY30" fmla="*/ 453133 h 605381"/>
                  <a:gd name="connsiteX31" fmla="*/ 446972 w 607639"/>
                  <a:gd name="connsiteY31" fmla="*/ 453133 h 605381"/>
                  <a:gd name="connsiteX32" fmla="*/ 54106 w 607639"/>
                  <a:gd name="connsiteY32" fmla="*/ 242181 h 605381"/>
                  <a:gd name="connsiteX33" fmla="*/ 160624 w 607639"/>
                  <a:gd name="connsiteY33" fmla="*/ 242181 h 605381"/>
                  <a:gd name="connsiteX34" fmla="*/ 160624 w 607639"/>
                  <a:gd name="connsiteY34" fmla="*/ 453133 h 605381"/>
                  <a:gd name="connsiteX35" fmla="*/ 190879 w 607639"/>
                  <a:gd name="connsiteY35" fmla="*/ 453133 h 605381"/>
                  <a:gd name="connsiteX36" fmla="*/ 190879 w 607639"/>
                  <a:gd name="connsiteY36" fmla="*/ 511247 h 605381"/>
                  <a:gd name="connsiteX37" fmla="*/ 154839 w 607639"/>
                  <a:gd name="connsiteY37" fmla="*/ 511247 h 605381"/>
                  <a:gd name="connsiteX38" fmla="*/ 59891 w 607639"/>
                  <a:gd name="connsiteY38" fmla="*/ 511247 h 605381"/>
                  <a:gd name="connsiteX39" fmla="*/ 23851 w 607639"/>
                  <a:gd name="connsiteY39" fmla="*/ 511247 h 605381"/>
                  <a:gd name="connsiteX40" fmla="*/ 23851 w 607639"/>
                  <a:gd name="connsiteY40" fmla="*/ 453133 h 605381"/>
                  <a:gd name="connsiteX41" fmla="*/ 54106 w 607639"/>
                  <a:gd name="connsiteY41" fmla="*/ 453133 h 605381"/>
                  <a:gd name="connsiteX42" fmla="*/ 303820 w 607639"/>
                  <a:gd name="connsiteY42" fmla="*/ 98933 h 605381"/>
                  <a:gd name="connsiteX43" fmla="*/ 323120 w 607639"/>
                  <a:gd name="connsiteY43" fmla="*/ 118162 h 605381"/>
                  <a:gd name="connsiteX44" fmla="*/ 303820 w 607639"/>
                  <a:gd name="connsiteY44" fmla="*/ 137391 h 605381"/>
                  <a:gd name="connsiteX45" fmla="*/ 284520 w 607639"/>
                  <a:gd name="connsiteY45" fmla="*/ 118162 h 605381"/>
                  <a:gd name="connsiteX46" fmla="*/ 303820 w 607639"/>
                  <a:gd name="connsiteY46" fmla="*/ 98933 h 605381"/>
                  <a:gd name="connsiteX47" fmla="*/ 303749 w 607639"/>
                  <a:gd name="connsiteY47" fmla="*/ 62835 h 605381"/>
                  <a:gd name="connsiteX48" fmla="*/ 248388 w 607639"/>
                  <a:gd name="connsiteY48" fmla="*/ 118116 h 605381"/>
                  <a:gd name="connsiteX49" fmla="*/ 303749 w 607639"/>
                  <a:gd name="connsiteY49" fmla="*/ 173397 h 605381"/>
                  <a:gd name="connsiteX50" fmla="*/ 359111 w 607639"/>
                  <a:gd name="connsiteY50" fmla="*/ 118116 h 605381"/>
                  <a:gd name="connsiteX51" fmla="*/ 303749 w 607639"/>
                  <a:gd name="connsiteY51" fmla="*/ 62835 h 605381"/>
                  <a:gd name="connsiteX52" fmla="*/ 303749 w 607639"/>
                  <a:gd name="connsiteY52" fmla="*/ 0 h 605381"/>
                  <a:gd name="connsiteX53" fmla="*/ 586964 w 607639"/>
                  <a:gd name="connsiteY53" fmla="*/ 141490 h 605381"/>
                  <a:gd name="connsiteX54" fmla="*/ 586964 w 607639"/>
                  <a:gd name="connsiteY54" fmla="*/ 206192 h 605381"/>
                  <a:gd name="connsiteX55" fmla="*/ 20535 w 607639"/>
                  <a:gd name="connsiteY55" fmla="*/ 206192 h 605381"/>
                  <a:gd name="connsiteX56" fmla="*/ 20535 w 607639"/>
                  <a:gd name="connsiteY56" fmla="*/ 141490 h 60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07639" h="605381">
                    <a:moveTo>
                      <a:pt x="0" y="547235"/>
                    </a:moveTo>
                    <a:lnTo>
                      <a:pt x="23853" y="547235"/>
                    </a:lnTo>
                    <a:lnTo>
                      <a:pt x="36136" y="547235"/>
                    </a:lnTo>
                    <a:lnTo>
                      <a:pt x="190916" y="547235"/>
                    </a:lnTo>
                    <a:lnTo>
                      <a:pt x="212990" y="547235"/>
                    </a:lnTo>
                    <a:lnTo>
                      <a:pt x="394560" y="547235"/>
                    </a:lnTo>
                    <a:lnTo>
                      <a:pt x="416634" y="547235"/>
                    </a:lnTo>
                    <a:lnTo>
                      <a:pt x="571503" y="547235"/>
                    </a:lnTo>
                    <a:lnTo>
                      <a:pt x="583786" y="547235"/>
                    </a:lnTo>
                    <a:lnTo>
                      <a:pt x="607639" y="547235"/>
                    </a:lnTo>
                    <a:lnTo>
                      <a:pt x="607639" y="605381"/>
                    </a:lnTo>
                    <a:lnTo>
                      <a:pt x="0" y="605381"/>
                    </a:lnTo>
                    <a:close/>
                    <a:moveTo>
                      <a:pt x="321849" y="269278"/>
                    </a:moveTo>
                    <a:lnTo>
                      <a:pt x="394531" y="269278"/>
                    </a:lnTo>
                    <a:lnTo>
                      <a:pt x="394531" y="511247"/>
                    </a:lnTo>
                    <a:lnTo>
                      <a:pt x="358501" y="511247"/>
                    </a:lnTo>
                    <a:lnTo>
                      <a:pt x="321849" y="511247"/>
                    </a:lnTo>
                    <a:close/>
                    <a:moveTo>
                      <a:pt x="212966" y="269278"/>
                    </a:moveTo>
                    <a:lnTo>
                      <a:pt x="285790" y="269278"/>
                    </a:lnTo>
                    <a:lnTo>
                      <a:pt x="285790" y="511247"/>
                    </a:lnTo>
                    <a:lnTo>
                      <a:pt x="249111" y="511247"/>
                    </a:lnTo>
                    <a:lnTo>
                      <a:pt x="212966" y="511247"/>
                    </a:lnTo>
                    <a:close/>
                    <a:moveTo>
                      <a:pt x="446972" y="242181"/>
                    </a:moveTo>
                    <a:lnTo>
                      <a:pt x="553523" y="242181"/>
                    </a:lnTo>
                    <a:lnTo>
                      <a:pt x="553523" y="453133"/>
                    </a:lnTo>
                    <a:lnTo>
                      <a:pt x="583788" y="453133"/>
                    </a:lnTo>
                    <a:lnTo>
                      <a:pt x="583788" y="511247"/>
                    </a:lnTo>
                    <a:lnTo>
                      <a:pt x="547648" y="511247"/>
                    </a:lnTo>
                    <a:lnTo>
                      <a:pt x="452758" y="511247"/>
                    </a:lnTo>
                    <a:lnTo>
                      <a:pt x="416618" y="511247"/>
                    </a:lnTo>
                    <a:lnTo>
                      <a:pt x="416618" y="453133"/>
                    </a:lnTo>
                    <a:lnTo>
                      <a:pt x="446972" y="453133"/>
                    </a:lnTo>
                    <a:close/>
                    <a:moveTo>
                      <a:pt x="54106" y="242181"/>
                    </a:moveTo>
                    <a:lnTo>
                      <a:pt x="160624" y="242181"/>
                    </a:lnTo>
                    <a:lnTo>
                      <a:pt x="160624" y="453133"/>
                    </a:lnTo>
                    <a:lnTo>
                      <a:pt x="190879" y="453133"/>
                    </a:lnTo>
                    <a:lnTo>
                      <a:pt x="190879" y="511247"/>
                    </a:lnTo>
                    <a:lnTo>
                      <a:pt x="154839" y="511247"/>
                    </a:lnTo>
                    <a:lnTo>
                      <a:pt x="59891" y="511247"/>
                    </a:lnTo>
                    <a:lnTo>
                      <a:pt x="23851" y="511247"/>
                    </a:lnTo>
                    <a:lnTo>
                      <a:pt x="23851" y="453133"/>
                    </a:lnTo>
                    <a:lnTo>
                      <a:pt x="54106" y="453133"/>
                    </a:lnTo>
                    <a:close/>
                    <a:moveTo>
                      <a:pt x="303820" y="98933"/>
                    </a:moveTo>
                    <a:cubicBezTo>
                      <a:pt x="314479" y="98933"/>
                      <a:pt x="323120" y="107542"/>
                      <a:pt x="323120" y="118162"/>
                    </a:cubicBezTo>
                    <a:cubicBezTo>
                      <a:pt x="323120" y="128782"/>
                      <a:pt x="314479" y="137391"/>
                      <a:pt x="303820" y="137391"/>
                    </a:cubicBezTo>
                    <a:cubicBezTo>
                      <a:pt x="293161" y="137391"/>
                      <a:pt x="284520" y="128782"/>
                      <a:pt x="284520" y="118162"/>
                    </a:cubicBezTo>
                    <a:cubicBezTo>
                      <a:pt x="284520" y="107542"/>
                      <a:pt x="293161" y="98933"/>
                      <a:pt x="303820" y="98933"/>
                    </a:cubicBezTo>
                    <a:close/>
                    <a:moveTo>
                      <a:pt x="303749" y="62835"/>
                    </a:moveTo>
                    <a:cubicBezTo>
                      <a:pt x="273221" y="62835"/>
                      <a:pt x="248388" y="87631"/>
                      <a:pt x="248388" y="118116"/>
                    </a:cubicBezTo>
                    <a:cubicBezTo>
                      <a:pt x="248388" y="148600"/>
                      <a:pt x="273221" y="173397"/>
                      <a:pt x="303749" y="173397"/>
                    </a:cubicBezTo>
                    <a:cubicBezTo>
                      <a:pt x="334278" y="173397"/>
                      <a:pt x="359111" y="148600"/>
                      <a:pt x="359111" y="118116"/>
                    </a:cubicBezTo>
                    <a:cubicBezTo>
                      <a:pt x="359111" y="87631"/>
                      <a:pt x="334278" y="62835"/>
                      <a:pt x="303749" y="62835"/>
                    </a:cubicBezTo>
                    <a:close/>
                    <a:moveTo>
                      <a:pt x="303749" y="0"/>
                    </a:moveTo>
                    <a:lnTo>
                      <a:pt x="586964" y="141490"/>
                    </a:lnTo>
                    <a:lnTo>
                      <a:pt x="586964" y="206192"/>
                    </a:lnTo>
                    <a:lnTo>
                      <a:pt x="20535" y="206192"/>
                    </a:lnTo>
                    <a:lnTo>
                      <a:pt x="20535" y="141490"/>
                    </a:lnTo>
                    <a:close/>
                  </a:path>
                </a:pathLst>
              </a:custGeom>
              <a:solidFill>
                <a:schemeClr val="bg1"/>
              </a:solidFill>
              <a:ln w="38100">
                <a:noFill/>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dk1"/>
                    </a:solidFill>
                  </a:defRPr>
                </a:lvl1pPr>
                <a:lvl2pPr marL="457200" algn="l" defTabSz="914400" rtl="0" eaLnBrk="1" latinLnBrk="0" hangingPunct="1">
                  <a:defRPr sz="1800" kern="1200">
                    <a:solidFill>
                      <a:schemeClr val="dk1"/>
                    </a:solidFill>
                  </a:defRPr>
                </a:lvl2pPr>
                <a:lvl3pPr marL="914400" algn="l" defTabSz="914400" rtl="0" eaLnBrk="1" latinLnBrk="0" hangingPunct="1">
                  <a:defRPr sz="1800" kern="1200">
                    <a:solidFill>
                      <a:schemeClr val="dk1"/>
                    </a:solidFill>
                  </a:defRPr>
                </a:lvl3pPr>
                <a:lvl4pPr marL="1371600" algn="l" defTabSz="914400" rtl="0" eaLnBrk="1" latinLnBrk="0" hangingPunct="1">
                  <a:defRPr sz="1800" kern="1200">
                    <a:solidFill>
                      <a:schemeClr val="dk1"/>
                    </a:solidFill>
                  </a:defRPr>
                </a:lvl4pPr>
                <a:lvl5pPr marL="1828800" algn="l" defTabSz="914400" rtl="0" eaLnBrk="1" latinLnBrk="0" hangingPunct="1">
                  <a:defRPr sz="1800" kern="1200">
                    <a:solidFill>
                      <a:schemeClr val="dk1"/>
                    </a:solidFill>
                  </a:defRPr>
                </a:lvl5pPr>
                <a:lvl6pPr marL="2286000" algn="l" defTabSz="914400" rtl="0" eaLnBrk="1" latinLnBrk="0" hangingPunct="1">
                  <a:defRPr sz="1800" kern="1200">
                    <a:solidFill>
                      <a:schemeClr val="dk1"/>
                    </a:solidFill>
                  </a:defRPr>
                </a:lvl6pPr>
                <a:lvl7pPr marL="2743200" algn="l" defTabSz="914400" rtl="0" eaLnBrk="1" latinLnBrk="0" hangingPunct="1">
                  <a:defRPr sz="1800" kern="1200">
                    <a:solidFill>
                      <a:schemeClr val="dk1"/>
                    </a:solidFill>
                  </a:defRPr>
                </a:lvl7pPr>
                <a:lvl8pPr marL="3200400" algn="l" defTabSz="914400" rtl="0" eaLnBrk="1" latinLnBrk="0" hangingPunct="1">
                  <a:defRPr sz="1800" kern="1200">
                    <a:solidFill>
                      <a:schemeClr val="dk1"/>
                    </a:solidFill>
                  </a:defRPr>
                </a:lvl8pPr>
                <a:lvl9pPr marL="3657600" algn="l" defTabSz="914400" rtl="0" eaLnBrk="1" latinLnBrk="0" hangingPunct="1">
                  <a:defRPr sz="1800" kern="1200">
                    <a:solidFill>
                      <a:schemeClr val="dk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endParaRPr>
              </a:p>
            </p:txBody>
          </p:sp>
        </p:grpSp>
        <p:grpSp>
          <p:nvGrpSpPr>
            <p:cNvPr id="18" name="ïS1ídê"/>
            <p:cNvGrpSpPr/>
            <p:nvPr/>
          </p:nvGrpSpPr>
          <p:grpSpPr>
            <a:xfrm>
              <a:off x="4844" y="7421"/>
              <a:ext cx="1025" cy="1025"/>
              <a:chOff x="753007" y="2242886"/>
              <a:chExt cx="643355" cy="643355"/>
            </a:xfrm>
          </p:grpSpPr>
          <p:sp>
            <p:nvSpPr>
              <p:cNvPr id="22" name="íṡḷiḋe"/>
              <p:cNvSpPr/>
              <p:nvPr/>
            </p:nvSpPr>
            <p:spPr bwMode="auto">
              <a:xfrm>
                <a:off x="753007" y="2242886"/>
                <a:ext cx="643355" cy="643355"/>
              </a:xfrm>
              <a:prstGeom prst="ellipse">
                <a:avLst/>
              </a:prstGeom>
              <a:solidFill>
                <a:srgbClr val="23A2E4"/>
              </a:solidFill>
              <a:ln w="3175">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lnSpcReduction="10000"/>
              </a:bodyPr>
              <a:lstStyle>
                <a:defPPr>
                  <a:defRPr lang="zh-CN"/>
                </a:defPPr>
                <a:lvl1pPr marL="0" algn="l" defTabSz="914400" rtl="0" eaLnBrk="1" latinLnBrk="0" hangingPunct="1">
                  <a:defRPr sz="1800" kern="1200">
                    <a:solidFill>
                      <a:schemeClr val="dk1"/>
                    </a:solidFill>
                  </a:defRPr>
                </a:lvl1pPr>
                <a:lvl2pPr marL="457200" algn="l" defTabSz="914400" rtl="0" eaLnBrk="1" latinLnBrk="0" hangingPunct="1">
                  <a:defRPr sz="1800" kern="1200">
                    <a:solidFill>
                      <a:schemeClr val="dk1"/>
                    </a:solidFill>
                  </a:defRPr>
                </a:lvl2pPr>
                <a:lvl3pPr marL="914400" algn="l" defTabSz="914400" rtl="0" eaLnBrk="1" latinLnBrk="0" hangingPunct="1">
                  <a:defRPr sz="1800" kern="1200">
                    <a:solidFill>
                      <a:schemeClr val="dk1"/>
                    </a:solidFill>
                  </a:defRPr>
                </a:lvl3pPr>
                <a:lvl4pPr marL="1371600" algn="l" defTabSz="914400" rtl="0" eaLnBrk="1" latinLnBrk="0" hangingPunct="1">
                  <a:defRPr sz="1800" kern="1200">
                    <a:solidFill>
                      <a:schemeClr val="dk1"/>
                    </a:solidFill>
                  </a:defRPr>
                </a:lvl4pPr>
                <a:lvl5pPr marL="1828800" algn="l" defTabSz="914400" rtl="0" eaLnBrk="1" latinLnBrk="0" hangingPunct="1">
                  <a:defRPr sz="1800" kern="1200">
                    <a:solidFill>
                      <a:schemeClr val="dk1"/>
                    </a:solidFill>
                  </a:defRPr>
                </a:lvl5pPr>
                <a:lvl6pPr marL="2286000" algn="l" defTabSz="914400" rtl="0" eaLnBrk="1" latinLnBrk="0" hangingPunct="1">
                  <a:defRPr sz="1800" kern="1200">
                    <a:solidFill>
                      <a:schemeClr val="dk1"/>
                    </a:solidFill>
                  </a:defRPr>
                </a:lvl6pPr>
                <a:lvl7pPr marL="2743200" algn="l" defTabSz="914400" rtl="0" eaLnBrk="1" latinLnBrk="0" hangingPunct="1">
                  <a:defRPr sz="1800" kern="1200">
                    <a:solidFill>
                      <a:schemeClr val="dk1"/>
                    </a:solidFill>
                  </a:defRPr>
                </a:lvl7pPr>
                <a:lvl8pPr marL="3200400" algn="l" defTabSz="914400" rtl="0" eaLnBrk="1" latinLnBrk="0" hangingPunct="1">
                  <a:defRPr sz="1800" kern="1200">
                    <a:solidFill>
                      <a:schemeClr val="dk1"/>
                    </a:solidFill>
                  </a:defRPr>
                </a:lvl8pPr>
                <a:lvl9pPr marL="3657600" algn="l" defTabSz="914400" rtl="0" eaLnBrk="1" latinLnBrk="0" hangingPunct="1">
                  <a:defRPr sz="1800" kern="1200">
                    <a:solidFill>
                      <a:schemeClr val="dk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endParaRPr>
              </a:p>
            </p:txBody>
          </p:sp>
          <p:sp>
            <p:nvSpPr>
              <p:cNvPr id="23" name="iṣḻíďè"/>
              <p:cNvSpPr/>
              <p:nvPr/>
            </p:nvSpPr>
            <p:spPr bwMode="auto">
              <a:xfrm>
                <a:off x="926604" y="2417033"/>
                <a:ext cx="296160" cy="295059"/>
              </a:xfrm>
              <a:custGeom>
                <a:avLst/>
                <a:gdLst>
                  <a:gd name="connsiteX0" fmla="*/ 0 w 607639"/>
                  <a:gd name="connsiteY0" fmla="*/ 547235 h 605381"/>
                  <a:gd name="connsiteX1" fmla="*/ 23853 w 607639"/>
                  <a:gd name="connsiteY1" fmla="*/ 547235 h 605381"/>
                  <a:gd name="connsiteX2" fmla="*/ 36136 w 607639"/>
                  <a:gd name="connsiteY2" fmla="*/ 547235 h 605381"/>
                  <a:gd name="connsiteX3" fmla="*/ 190916 w 607639"/>
                  <a:gd name="connsiteY3" fmla="*/ 547235 h 605381"/>
                  <a:gd name="connsiteX4" fmla="*/ 212990 w 607639"/>
                  <a:gd name="connsiteY4" fmla="*/ 547235 h 605381"/>
                  <a:gd name="connsiteX5" fmla="*/ 394560 w 607639"/>
                  <a:gd name="connsiteY5" fmla="*/ 547235 h 605381"/>
                  <a:gd name="connsiteX6" fmla="*/ 416634 w 607639"/>
                  <a:gd name="connsiteY6" fmla="*/ 547235 h 605381"/>
                  <a:gd name="connsiteX7" fmla="*/ 571503 w 607639"/>
                  <a:gd name="connsiteY7" fmla="*/ 547235 h 605381"/>
                  <a:gd name="connsiteX8" fmla="*/ 583786 w 607639"/>
                  <a:gd name="connsiteY8" fmla="*/ 547235 h 605381"/>
                  <a:gd name="connsiteX9" fmla="*/ 607639 w 607639"/>
                  <a:gd name="connsiteY9" fmla="*/ 547235 h 605381"/>
                  <a:gd name="connsiteX10" fmla="*/ 607639 w 607639"/>
                  <a:gd name="connsiteY10" fmla="*/ 605381 h 605381"/>
                  <a:gd name="connsiteX11" fmla="*/ 0 w 607639"/>
                  <a:gd name="connsiteY11" fmla="*/ 605381 h 605381"/>
                  <a:gd name="connsiteX12" fmla="*/ 321849 w 607639"/>
                  <a:gd name="connsiteY12" fmla="*/ 269278 h 605381"/>
                  <a:gd name="connsiteX13" fmla="*/ 394531 w 607639"/>
                  <a:gd name="connsiteY13" fmla="*/ 269278 h 605381"/>
                  <a:gd name="connsiteX14" fmla="*/ 394531 w 607639"/>
                  <a:gd name="connsiteY14" fmla="*/ 511247 h 605381"/>
                  <a:gd name="connsiteX15" fmla="*/ 358501 w 607639"/>
                  <a:gd name="connsiteY15" fmla="*/ 511247 h 605381"/>
                  <a:gd name="connsiteX16" fmla="*/ 321849 w 607639"/>
                  <a:gd name="connsiteY16" fmla="*/ 511247 h 605381"/>
                  <a:gd name="connsiteX17" fmla="*/ 212966 w 607639"/>
                  <a:gd name="connsiteY17" fmla="*/ 269278 h 605381"/>
                  <a:gd name="connsiteX18" fmla="*/ 285790 w 607639"/>
                  <a:gd name="connsiteY18" fmla="*/ 269278 h 605381"/>
                  <a:gd name="connsiteX19" fmla="*/ 285790 w 607639"/>
                  <a:gd name="connsiteY19" fmla="*/ 511247 h 605381"/>
                  <a:gd name="connsiteX20" fmla="*/ 249111 w 607639"/>
                  <a:gd name="connsiteY20" fmla="*/ 511247 h 605381"/>
                  <a:gd name="connsiteX21" fmla="*/ 212966 w 607639"/>
                  <a:gd name="connsiteY21" fmla="*/ 511247 h 605381"/>
                  <a:gd name="connsiteX22" fmla="*/ 446972 w 607639"/>
                  <a:gd name="connsiteY22" fmla="*/ 242181 h 605381"/>
                  <a:gd name="connsiteX23" fmla="*/ 553523 w 607639"/>
                  <a:gd name="connsiteY23" fmla="*/ 242181 h 605381"/>
                  <a:gd name="connsiteX24" fmla="*/ 553523 w 607639"/>
                  <a:gd name="connsiteY24" fmla="*/ 453133 h 605381"/>
                  <a:gd name="connsiteX25" fmla="*/ 583788 w 607639"/>
                  <a:gd name="connsiteY25" fmla="*/ 453133 h 605381"/>
                  <a:gd name="connsiteX26" fmla="*/ 583788 w 607639"/>
                  <a:gd name="connsiteY26" fmla="*/ 511247 h 605381"/>
                  <a:gd name="connsiteX27" fmla="*/ 547648 w 607639"/>
                  <a:gd name="connsiteY27" fmla="*/ 511247 h 605381"/>
                  <a:gd name="connsiteX28" fmla="*/ 452758 w 607639"/>
                  <a:gd name="connsiteY28" fmla="*/ 511247 h 605381"/>
                  <a:gd name="connsiteX29" fmla="*/ 416618 w 607639"/>
                  <a:gd name="connsiteY29" fmla="*/ 511247 h 605381"/>
                  <a:gd name="connsiteX30" fmla="*/ 416618 w 607639"/>
                  <a:gd name="connsiteY30" fmla="*/ 453133 h 605381"/>
                  <a:gd name="connsiteX31" fmla="*/ 446972 w 607639"/>
                  <a:gd name="connsiteY31" fmla="*/ 453133 h 605381"/>
                  <a:gd name="connsiteX32" fmla="*/ 54106 w 607639"/>
                  <a:gd name="connsiteY32" fmla="*/ 242181 h 605381"/>
                  <a:gd name="connsiteX33" fmla="*/ 160624 w 607639"/>
                  <a:gd name="connsiteY33" fmla="*/ 242181 h 605381"/>
                  <a:gd name="connsiteX34" fmla="*/ 160624 w 607639"/>
                  <a:gd name="connsiteY34" fmla="*/ 453133 h 605381"/>
                  <a:gd name="connsiteX35" fmla="*/ 190879 w 607639"/>
                  <a:gd name="connsiteY35" fmla="*/ 453133 h 605381"/>
                  <a:gd name="connsiteX36" fmla="*/ 190879 w 607639"/>
                  <a:gd name="connsiteY36" fmla="*/ 511247 h 605381"/>
                  <a:gd name="connsiteX37" fmla="*/ 154839 w 607639"/>
                  <a:gd name="connsiteY37" fmla="*/ 511247 h 605381"/>
                  <a:gd name="connsiteX38" fmla="*/ 59891 w 607639"/>
                  <a:gd name="connsiteY38" fmla="*/ 511247 h 605381"/>
                  <a:gd name="connsiteX39" fmla="*/ 23851 w 607639"/>
                  <a:gd name="connsiteY39" fmla="*/ 511247 h 605381"/>
                  <a:gd name="connsiteX40" fmla="*/ 23851 w 607639"/>
                  <a:gd name="connsiteY40" fmla="*/ 453133 h 605381"/>
                  <a:gd name="connsiteX41" fmla="*/ 54106 w 607639"/>
                  <a:gd name="connsiteY41" fmla="*/ 453133 h 605381"/>
                  <a:gd name="connsiteX42" fmla="*/ 303820 w 607639"/>
                  <a:gd name="connsiteY42" fmla="*/ 98933 h 605381"/>
                  <a:gd name="connsiteX43" fmla="*/ 323120 w 607639"/>
                  <a:gd name="connsiteY43" fmla="*/ 118162 h 605381"/>
                  <a:gd name="connsiteX44" fmla="*/ 303820 w 607639"/>
                  <a:gd name="connsiteY44" fmla="*/ 137391 h 605381"/>
                  <a:gd name="connsiteX45" fmla="*/ 284520 w 607639"/>
                  <a:gd name="connsiteY45" fmla="*/ 118162 h 605381"/>
                  <a:gd name="connsiteX46" fmla="*/ 303820 w 607639"/>
                  <a:gd name="connsiteY46" fmla="*/ 98933 h 605381"/>
                  <a:gd name="connsiteX47" fmla="*/ 303749 w 607639"/>
                  <a:gd name="connsiteY47" fmla="*/ 62835 h 605381"/>
                  <a:gd name="connsiteX48" fmla="*/ 248388 w 607639"/>
                  <a:gd name="connsiteY48" fmla="*/ 118116 h 605381"/>
                  <a:gd name="connsiteX49" fmla="*/ 303749 w 607639"/>
                  <a:gd name="connsiteY49" fmla="*/ 173397 h 605381"/>
                  <a:gd name="connsiteX50" fmla="*/ 359111 w 607639"/>
                  <a:gd name="connsiteY50" fmla="*/ 118116 h 605381"/>
                  <a:gd name="connsiteX51" fmla="*/ 303749 w 607639"/>
                  <a:gd name="connsiteY51" fmla="*/ 62835 h 605381"/>
                  <a:gd name="connsiteX52" fmla="*/ 303749 w 607639"/>
                  <a:gd name="connsiteY52" fmla="*/ 0 h 605381"/>
                  <a:gd name="connsiteX53" fmla="*/ 586964 w 607639"/>
                  <a:gd name="connsiteY53" fmla="*/ 141490 h 605381"/>
                  <a:gd name="connsiteX54" fmla="*/ 586964 w 607639"/>
                  <a:gd name="connsiteY54" fmla="*/ 206192 h 605381"/>
                  <a:gd name="connsiteX55" fmla="*/ 20535 w 607639"/>
                  <a:gd name="connsiteY55" fmla="*/ 206192 h 605381"/>
                  <a:gd name="connsiteX56" fmla="*/ 20535 w 607639"/>
                  <a:gd name="connsiteY56" fmla="*/ 141490 h 60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07639" h="605381">
                    <a:moveTo>
                      <a:pt x="0" y="547235"/>
                    </a:moveTo>
                    <a:lnTo>
                      <a:pt x="23853" y="547235"/>
                    </a:lnTo>
                    <a:lnTo>
                      <a:pt x="36136" y="547235"/>
                    </a:lnTo>
                    <a:lnTo>
                      <a:pt x="190916" y="547235"/>
                    </a:lnTo>
                    <a:lnTo>
                      <a:pt x="212990" y="547235"/>
                    </a:lnTo>
                    <a:lnTo>
                      <a:pt x="394560" y="547235"/>
                    </a:lnTo>
                    <a:lnTo>
                      <a:pt x="416634" y="547235"/>
                    </a:lnTo>
                    <a:lnTo>
                      <a:pt x="571503" y="547235"/>
                    </a:lnTo>
                    <a:lnTo>
                      <a:pt x="583786" y="547235"/>
                    </a:lnTo>
                    <a:lnTo>
                      <a:pt x="607639" y="547235"/>
                    </a:lnTo>
                    <a:lnTo>
                      <a:pt x="607639" y="605381"/>
                    </a:lnTo>
                    <a:lnTo>
                      <a:pt x="0" y="605381"/>
                    </a:lnTo>
                    <a:close/>
                    <a:moveTo>
                      <a:pt x="321849" y="269278"/>
                    </a:moveTo>
                    <a:lnTo>
                      <a:pt x="394531" y="269278"/>
                    </a:lnTo>
                    <a:lnTo>
                      <a:pt x="394531" y="511247"/>
                    </a:lnTo>
                    <a:lnTo>
                      <a:pt x="358501" y="511247"/>
                    </a:lnTo>
                    <a:lnTo>
                      <a:pt x="321849" y="511247"/>
                    </a:lnTo>
                    <a:close/>
                    <a:moveTo>
                      <a:pt x="212966" y="269278"/>
                    </a:moveTo>
                    <a:lnTo>
                      <a:pt x="285790" y="269278"/>
                    </a:lnTo>
                    <a:lnTo>
                      <a:pt x="285790" y="511247"/>
                    </a:lnTo>
                    <a:lnTo>
                      <a:pt x="249111" y="511247"/>
                    </a:lnTo>
                    <a:lnTo>
                      <a:pt x="212966" y="511247"/>
                    </a:lnTo>
                    <a:close/>
                    <a:moveTo>
                      <a:pt x="446972" y="242181"/>
                    </a:moveTo>
                    <a:lnTo>
                      <a:pt x="553523" y="242181"/>
                    </a:lnTo>
                    <a:lnTo>
                      <a:pt x="553523" y="453133"/>
                    </a:lnTo>
                    <a:lnTo>
                      <a:pt x="583788" y="453133"/>
                    </a:lnTo>
                    <a:lnTo>
                      <a:pt x="583788" y="511247"/>
                    </a:lnTo>
                    <a:lnTo>
                      <a:pt x="547648" y="511247"/>
                    </a:lnTo>
                    <a:lnTo>
                      <a:pt x="452758" y="511247"/>
                    </a:lnTo>
                    <a:lnTo>
                      <a:pt x="416618" y="511247"/>
                    </a:lnTo>
                    <a:lnTo>
                      <a:pt x="416618" y="453133"/>
                    </a:lnTo>
                    <a:lnTo>
                      <a:pt x="446972" y="453133"/>
                    </a:lnTo>
                    <a:close/>
                    <a:moveTo>
                      <a:pt x="54106" y="242181"/>
                    </a:moveTo>
                    <a:lnTo>
                      <a:pt x="160624" y="242181"/>
                    </a:lnTo>
                    <a:lnTo>
                      <a:pt x="160624" y="453133"/>
                    </a:lnTo>
                    <a:lnTo>
                      <a:pt x="190879" y="453133"/>
                    </a:lnTo>
                    <a:lnTo>
                      <a:pt x="190879" y="511247"/>
                    </a:lnTo>
                    <a:lnTo>
                      <a:pt x="154839" y="511247"/>
                    </a:lnTo>
                    <a:lnTo>
                      <a:pt x="59891" y="511247"/>
                    </a:lnTo>
                    <a:lnTo>
                      <a:pt x="23851" y="511247"/>
                    </a:lnTo>
                    <a:lnTo>
                      <a:pt x="23851" y="453133"/>
                    </a:lnTo>
                    <a:lnTo>
                      <a:pt x="54106" y="453133"/>
                    </a:lnTo>
                    <a:close/>
                    <a:moveTo>
                      <a:pt x="303820" y="98933"/>
                    </a:moveTo>
                    <a:cubicBezTo>
                      <a:pt x="314479" y="98933"/>
                      <a:pt x="323120" y="107542"/>
                      <a:pt x="323120" y="118162"/>
                    </a:cubicBezTo>
                    <a:cubicBezTo>
                      <a:pt x="323120" y="128782"/>
                      <a:pt x="314479" y="137391"/>
                      <a:pt x="303820" y="137391"/>
                    </a:cubicBezTo>
                    <a:cubicBezTo>
                      <a:pt x="293161" y="137391"/>
                      <a:pt x="284520" y="128782"/>
                      <a:pt x="284520" y="118162"/>
                    </a:cubicBezTo>
                    <a:cubicBezTo>
                      <a:pt x="284520" y="107542"/>
                      <a:pt x="293161" y="98933"/>
                      <a:pt x="303820" y="98933"/>
                    </a:cubicBezTo>
                    <a:close/>
                    <a:moveTo>
                      <a:pt x="303749" y="62835"/>
                    </a:moveTo>
                    <a:cubicBezTo>
                      <a:pt x="273221" y="62835"/>
                      <a:pt x="248388" y="87631"/>
                      <a:pt x="248388" y="118116"/>
                    </a:cubicBezTo>
                    <a:cubicBezTo>
                      <a:pt x="248388" y="148600"/>
                      <a:pt x="273221" y="173397"/>
                      <a:pt x="303749" y="173397"/>
                    </a:cubicBezTo>
                    <a:cubicBezTo>
                      <a:pt x="334278" y="173397"/>
                      <a:pt x="359111" y="148600"/>
                      <a:pt x="359111" y="118116"/>
                    </a:cubicBezTo>
                    <a:cubicBezTo>
                      <a:pt x="359111" y="87631"/>
                      <a:pt x="334278" y="62835"/>
                      <a:pt x="303749" y="62835"/>
                    </a:cubicBezTo>
                    <a:close/>
                    <a:moveTo>
                      <a:pt x="303749" y="0"/>
                    </a:moveTo>
                    <a:lnTo>
                      <a:pt x="586964" y="141490"/>
                    </a:lnTo>
                    <a:lnTo>
                      <a:pt x="586964" y="206192"/>
                    </a:lnTo>
                    <a:lnTo>
                      <a:pt x="20535" y="206192"/>
                    </a:lnTo>
                    <a:lnTo>
                      <a:pt x="20535" y="141490"/>
                    </a:lnTo>
                    <a:close/>
                  </a:path>
                </a:pathLst>
              </a:custGeom>
              <a:solidFill>
                <a:schemeClr val="bg1"/>
              </a:solidFill>
              <a:ln w="38100">
                <a:noFill/>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dk1"/>
                    </a:solidFill>
                  </a:defRPr>
                </a:lvl1pPr>
                <a:lvl2pPr marL="457200" algn="l" defTabSz="914400" rtl="0" eaLnBrk="1" latinLnBrk="0" hangingPunct="1">
                  <a:defRPr sz="1800" kern="1200">
                    <a:solidFill>
                      <a:schemeClr val="dk1"/>
                    </a:solidFill>
                  </a:defRPr>
                </a:lvl2pPr>
                <a:lvl3pPr marL="914400" algn="l" defTabSz="914400" rtl="0" eaLnBrk="1" latinLnBrk="0" hangingPunct="1">
                  <a:defRPr sz="1800" kern="1200">
                    <a:solidFill>
                      <a:schemeClr val="dk1"/>
                    </a:solidFill>
                  </a:defRPr>
                </a:lvl3pPr>
                <a:lvl4pPr marL="1371600" algn="l" defTabSz="914400" rtl="0" eaLnBrk="1" latinLnBrk="0" hangingPunct="1">
                  <a:defRPr sz="1800" kern="1200">
                    <a:solidFill>
                      <a:schemeClr val="dk1"/>
                    </a:solidFill>
                  </a:defRPr>
                </a:lvl4pPr>
                <a:lvl5pPr marL="1828800" algn="l" defTabSz="914400" rtl="0" eaLnBrk="1" latinLnBrk="0" hangingPunct="1">
                  <a:defRPr sz="1800" kern="1200">
                    <a:solidFill>
                      <a:schemeClr val="dk1"/>
                    </a:solidFill>
                  </a:defRPr>
                </a:lvl5pPr>
                <a:lvl6pPr marL="2286000" algn="l" defTabSz="914400" rtl="0" eaLnBrk="1" latinLnBrk="0" hangingPunct="1">
                  <a:defRPr sz="1800" kern="1200">
                    <a:solidFill>
                      <a:schemeClr val="dk1"/>
                    </a:solidFill>
                  </a:defRPr>
                </a:lvl6pPr>
                <a:lvl7pPr marL="2743200" algn="l" defTabSz="914400" rtl="0" eaLnBrk="1" latinLnBrk="0" hangingPunct="1">
                  <a:defRPr sz="1800" kern="1200">
                    <a:solidFill>
                      <a:schemeClr val="dk1"/>
                    </a:solidFill>
                  </a:defRPr>
                </a:lvl7pPr>
                <a:lvl8pPr marL="3200400" algn="l" defTabSz="914400" rtl="0" eaLnBrk="1" latinLnBrk="0" hangingPunct="1">
                  <a:defRPr sz="1800" kern="1200">
                    <a:solidFill>
                      <a:schemeClr val="dk1"/>
                    </a:solidFill>
                  </a:defRPr>
                </a:lvl8pPr>
                <a:lvl9pPr marL="3657600" algn="l" defTabSz="914400" rtl="0" eaLnBrk="1" latinLnBrk="0" hangingPunct="1">
                  <a:defRPr sz="1800" kern="1200">
                    <a:solidFill>
                      <a:schemeClr val="dk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endParaRPr>
              </a:p>
            </p:txBody>
          </p:sp>
        </p:grpSp>
        <p:grpSp>
          <p:nvGrpSpPr>
            <p:cNvPr id="19" name="íśḷiḋe"/>
            <p:cNvGrpSpPr/>
            <p:nvPr/>
          </p:nvGrpSpPr>
          <p:grpSpPr>
            <a:xfrm>
              <a:off x="13336" y="4811"/>
              <a:ext cx="1025" cy="1025"/>
              <a:chOff x="753007" y="2242886"/>
              <a:chExt cx="643355" cy="643355"/>
            </a:xfrm>
          </p:grpSpPr>
          <p:sp>
            <p:nvSpPr>
              <p:cNvPr id="20" name="íśļide"/>
              <p:cNvSpPr/>
              <p:nvPr/>
            </p:nvSpPr>
            <p:spPr bwMode="auto">
              <a:xfrm>
                <a:off x="753007" y="2242886"/>
                <a:ext cx="643355" cy="643355"/>
              </a:xfrm>
              <a:prstGeom prst="ellipse">
                <a:avLst/>
              </a:prstGeom>
              <a:solidFill>
                <a:srgbClr val="044BC9"/>
              </a:solidFill>
              <a:ln w="3175">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lnSpcReduction="10000"/>
              </a:bodyPr>
              <a:lstStyle>
                <a:defPPr>
                  <a:defRPr lang="zh-CN"/>
                </a:defPPr>
                <a:lvl1pPr marL="0" algn="l" defTabSz="914400" rtl="0" eaLnBrk="1" latinLnBrk="0" hangingPunct="1">
                  <a:defRPr sz="1800" kern="1200">
                    <a:solidFill>
                      <a:schemeClr val="dk1"/>
                    </a:solidFill>
                  </a:defRPr>
                </a:lvl1pPr>
                <a:lvl2pPr marL="457200" algn="l" defTabSz="914400" rtl="0" eaLnBrk="1" latinLnBrk="0" hangingPunct="1">
                  <a:defRPr sz="1800" kern="1200">
                    <a:solidFill>
                      <a:schemeClr val="dk1"/>
                    </a:solidFill>
                  </a:defRPr>
                </a:lvl2pPr>
                <a:lvl3pPr marL="914400" algn="l" defTabSz="914400" rtl="0" eaLnBrk="1" latinLnBrk="0" hangingPunct="1">
                  <a:defRPr sz="1800" kern="1200">
                    <a:solidFill>
                      <a:schemeClr val="dk1"/>
                    </a:solidFill>
                  </a:defRPr>
                </a:lvl3pPr>
                <a:lvl4pPr marL="1371600" algn="l" defTabSz="914400" rtl="0" eaLnBrk="1" latinLnBrk="0" hangingPunct="1">
                  <a:defRPr sz="1800" kern="1200">
                    <a:solidFill>
                      <a:schemeClr val="dk1"/>
                    </a:solidFill>
                  </a:defRPr>
                </a:lvl4pPr>
                <a:lvl5pPr marL="1828800" algn="l" defTabSz="914400" rtl="0" eaLnBrk="1" latinLnBrk="0" hangingPunct="1">
                  <a:defRPr sz="1800" kern="1200">
                    <a:solidFill>
                      <a:schemeClr val="dk1"/>
                    </a:solidFill>
                  </a:defRPr>
                </a:lvl5pPr>
                <a:lvl6pPr marL="2286000" algn="l" defTabSz="914400" rtl="0" eaLnBrk="1" latinLnBrk="0" hangingPunct="1">
                  <a:defRPr sz="1800" kern="1200">
                    <a:solidFill>
                      <a:schemeClr val="dk1"/>
                    </a:solidFill>
                  </a:defRPr>
                </a:lvl6pPr>
                <a:lvl7pPr marL="2743200" algn="l" defTabSz="914400" rtl="0" eaLnBrk="1" latinLnBrk="0" hangingPunct="1">
                  <a:defRPr sz="1800" kern="1200">
                    <a:solidFill>
                      <a:schemeClr val="dk1"/>
                    </a:solidFill>
                  </a:defRPr>
                </a:lvl7pPr>
                <a:lvl8pPr marL="3200400" algn="l" defTabSz="914400" rtl="0" eaLnBrk="1" latinLnBrk="0" hangingPunct="1">
                  <a:defRPr sz="1800" kern="1200">
                    <a:solidFill>
                      <a:schemeClr val="dk1"/>
                    </a:solidFill>
                  </a:defRPr>
                </a:lvl8pPr>
                <a:lvl9pPr marL="3657600" algn="l" defTabSz="914400" rtl="0" eaLnBrk="1" latinLnBrk="0" hangingPunct="1">
                  <a:defRPr sz="1800" kern="1200">
                    <a:solidFill>
                      <a:schemeClr val="dk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endParaRPr>
              </a:p>
            </p:txBody>
          </p:sp>
          <p:sp>
            <p:nvSpPr>
              <p:cNvPr id="21" name="îṣḷïḍe"/>
              <p:cNvSpPr/>
              <p:nvPr/>
            </p:nvSpPr>
            <p:spPr bwMode="auto">
              <a:xfrm>
                <a:off x="926604" y="2417033"/>
                <a:ext cx="296160" cy="295059"/>
              </a:xfrm>
              <a:custGeom>
                <a:avLst/>
                <a:gdLst>
                  <a:gd name="connsiteX0" fmla="*/ 0 w 607639"/>
                  <a:gd name="connsiteY0" fmla="*/ 547235 h 605381"/>
                  <a:gd name="connsiteX1" fmla="*/ 23853 w 607639"/>
                  <a:gd name="connsiteY1" fmla="*/ 547235 h 605381"/>
                  <a:gd name="connsiteX2" fmla="*/ 36136 w 607639"/>
                  <a:gd name="connsiteY2" fmla="*/ 547235 h 605381"/>
                  <a:gd name="connsiteX3" fmla="*/ 190916 w 607639"/>
                  <a:gd name="connsiteY3" fmla="*/ 547235 h 605381"/>
                  <a:gd name="connsiteX4" fmla="*/ 212990 w 607639"/>
                  <a:gd name="connsiteY4" fmla="*/ 547235 h 605381"/>
                  <a:gd name="connsiteX5" fmla="*/ 394560 w 607639"/>
                  <a:gd name="connsiteY5" fmla="*/ 547235 h 605381"/>
                  <a:gd name="connsiteX6" fmla="*/ 416634 w 607639"/>
                  <a:gd name="connsiteY6" fmla="*/ 547235 h 605381"/>
                  <a:gd name="connsiteX7" fmla="*/ 571503 w 607639"/>
                  <a:gd name="connsiteY7" fmla="*/ 547235 h 605381"/>
                  <a:gd name="connsiteX8" fmla="*/ 583786 w 607639"/>
                  <a:gd name="connsiteY8" fmla="*/ 547235 h 605381"/>
                  <a:gd name="connsiteX9" fmla="*/ 607639 w 607639"/>
                  <a:gd name="connsiteY9" fmla="*/ 547235 h 605381"/>
                  <a:gd name="connsiteX10" fmla="*/ 607639 w 607639"/>
                  <a:gd name="connsiteY10" fmla="*/ 605381 h 605381"/>
                  <a:gd name="connsiteX11" fmla="*/ 0 w 607639"/>
                  <a:gd name="connsiteY11" fmla="*/ 605381 h 605381"/>
                  <a:gd name="connsiteX12" fmla="*/ 321849 w 607639"/>
                  <a:gd name="connsiteY12" fmla="*/ 269278 h 605381"/>
                  <a:gd name="connsiteX13" fmla="*/ 394531 w 607639"/>
                  <a:gd name="connsiteY13" fmla="*/ 269278 h 605381"/>
                  <a:gd name="connsiteX14" fmla="*/ 394531 w 607639"/>
                  <a:gd name="connsiteY14" fmla="*/ 511247 h 605381"/>
                  <a:gd name="connsiteX15" fmla="*/ 358501 w 607639"/>
                  <a:gd name="connsiteY15" fmla="*/ 511247 h 605381"/>
                  <a:gd name="connsiteX16" fmla="*/ 321849 w 607639"/>
                  <a:gd name="connsiteY16" fmla="*/ 511247 h 605381"/>
                  <a:gd name="connsiteX17" fmla="*/ 212966 w 607639"/>
                  <a:gd name="connsiteY17" fmla="*/ 269278 h 605381"/>
                  <a:gd name="connsiteX18" fmla="*/ 285790 w 607639"/>
                  <a:gd name="connsiteY18" fmla="*/ 269278 h 605381"/>
                  <a:gd name="connsiteX19" fmla="*/ 285790 w 607639"/>
                  <a:gd name="connsiteY19" fmla="*/ 511247 h 605381"/>
                  <a:gd name="connsiteX20" fmla="*/ 249111 w 607639"/>
                  <a:gd name="connsiteY20" fmla="*/ 511247 h 605381"/>
                  <a:gd name="connsiteX21" fmla="*/ 212966 w 607639"/>
                  <a:gd name="connsiteY21" fmla="*/ 511247 h 605381"/>
                  <a:gd name="connsiteX22" fmla="*/ 446972 w 607639"/>
                  <a:gd name="connsiteY22" fmla="*/ 242181 h 605381"/>
                  <a:gd name="connsiteX23" fmla="*/ 553523 w 607639"/>
                  <a:gd name="connsiteY23" fmla="*/ 242181 h 605381"/>
                  <a:gd name="connsiteX24" fmla="*/ 553523 w 607639"/>
                  <a:gd name="connsiteY24" fmla="*/ 453133 h 605381"/>
                  <a:gd name="connsiteX25" fmla="*/ 583788 w 607639"/>
                  <a:gd name="connsiteY25" fmla="*/ 453133 h 605381"/>
                  <a:gd name="connsiteX26" fmla="*/ 583788 w 607639"/>
                  <a:gd name="connsiteY26" fmla="*/ 511247 h 605381"/>
                  <a:gd name="connsiteX27" fmla="*/ 547648 w 607639"/>
                  <a:gd name="connsiteY27" fmla="*/ 511247 h 605381"/>
                  <a:gd name="connsiteX28" fmla="*/ 452758 w 607639"/>
                  <a:gd name="connsiteY28" fmla="*/ 511247 h 605381"/>
                  <a:gd name="connsiteX29" fmla="*/ 416618 w 607639"/>
                  <a:gd name="connsiteY29" fmla="*/ 511247 h 605381"/>
                  <a:gd name="connsiteX30" fmla="*/ 416618 w 607639"/>
                  <a:gd name="connsiteY30" fmla="*/ 453133 h 605381"/>
                  <a:gd name="connsiteX31" fmla="*/ 446972 w 607639"/>
                  <a:gd name="connsiteY31" fmla="*/ 453133 h 605381"/>
                  <a:gd name="connsiteX32" fmla="*/ 54106 w 607639"/>
                  <a:gd name="connsiteY32" fmla="*/ 242181 h 605381"/>
                  <a:gd name="connsiteX33" fmla="*/ 160624 w 607639"/>
                  <a:gd name="connsiteY33" fmla="*/ 242181 h 605381"/>
                  <a:gd name="connsiteX34" fmla="*/ 160624 w 607639"/>
                  <a:gd name="connsiteY34" fmla="*/ 453133 h 605381"/>
                  <a:gd name="connsiteX35" fmla="*/ 190879 w 607639"/>
                  <a:gd name="connsiteY35" fmla="*/ 453133 h 605381"/>
                  <a:gd name="connsiteX36" fmla="*/ 190879 w 607639"/>
                  <a:gd name="connsiteY36" fmla="*/ 511247 h 605381"/>
                  <a:gd name="connsiteX37" fmla="*/ 154839 w 607639"/>
                  <a:gd name="connsiteY37" fmla="*/ 511247 h 605381"/>
                  <a:gd name="connsiteX38" fmla="*/ 59891 w 607639"/>
                  <a:gd name="connsiteY38" fmla="*/ 511247 h 605381"/>
                  <a:gd name="connsiteX39" fmla="*/ 23851 w 607639"/>
                  <a:gd name="connsiteY39" fmla="*/ 511247 h 605381"/>
                  <a:gd name="connsiteX40" fmla="*/ 23851 w 607639"/>
                  <a:gd name="connsiteY40" fmla="*/ 453133 h 605381"/>
                  <a:gd name="connsiteX41" fmla="*/ 54106 w 607639"/>
                  <a:gd name="connsiteY41" fmla="*/ 453133 h 605381"/>
                  <a:gd name="connsiteX42" fmla="*/ 303820 w 607639"/>
                  <a:gd name="connsiteY42" fmla="*/ 98933 h 605381"/>
                  <a:gd name="connsiteX43" fmla="*/ 323120 w 607639"/>
                  <a:gd name="connsiteY43" fmla="*/ 118162 h 605381"/>
                  <a:gd name="connsiteX44" fmla="*/ 303820 w 607639"/>
                  <a:gd name="connsiteY44" fmla="*/ 137391 h 605381"/>
                  <a:gd name="connsiteX45" fmla="*/ 284520 w 607639"/>
                  <a:gd name="connsiteY45" fmla="*/ 118162 h 605381"/>
                  <a:gd name="connsiteX46" fmla="*/ 303820 w 607639"/>
                  <a:gd name="connsiteY46" fmla="*/ 98933 h 605381"/>
                  <a:gd name="connsiteX47" fmla="*/ 303749 w 607639"/>
                  <a:gd name="connsiteY47" fmla="*/ 62835 h 605381"/>
                  <a:gd name="connsiteX48" fmla="*/ 248388 w 607639"/>
                  <a:gd name="connsiteY48" fmla="*/ 118116 h 605381"/>
                  <a:gd name="connsiteX49" fmla="*/ 303749 w 607639"/>
                  <a:gd name="connsiteY49" fmla="*/ 173397 h 605381"/>
                  <a:gd name="connsiteX50" fmla="*/ 359111 w 607639"/>
                  <a:gd name="connsiteY50" fmla="*/ 118116 h 605381"/>
                  <a:gd name="connsiteX51" fmla="*/ 303749 w 607639"/>
                  <a:gd name="connsiteY51" fmla="*/ 62835 h 605381"/>
                  <a:gd name="connsiteX52" fmla="*/ 303749 w 607639"/>
                  <a:gd name="connsiteY52" fmla="*/ 0 h 605381"/>
                  <a:gd name="connsiteX53" fmla="*/ 586964 w 607639"/>
                  <a:gd name="connsiteY53" fmla="*/ 141490 h 605381"/>
                  <a:gd name="connsiteX54" fmla="*/ 586964 w 607639"/>
                  <a:gd name="connsiteY54" fmla="*/ 206192 h 605381"/>
                  <a:gd name="connsiteX55" fmla="*/ 20535 w 607639"/>
                  <a:gd name="connsiteY55" fmla="*/ 206192 h 605381"/>
                  <a:gd name="connsiteX56" fmla="*/ 20535 w 607639"/>
                  <a:gd name="connsiteY56" fmla="*/ 141490 h 60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07639" h="605381">
                    <a:moveTo>
                      <a:pt x="0" y="547235"/>
                    </a:moveTo>
                    <a:lnTo>
                      <a:pt x="23853" y="547235"/>
                    </a:lnTo>
                    <a:lnTo>
                      <a:pt x="36136" y="547235"/>
                    </a:lnTo>
                    <a:lnTo>
                      <a:pt x="190916" y="547235"/>
                    </a:lnTo>
                    <a:lnTo>
                      <a:pt x="212990" y="547235"/>
                    </a:lnTo>
                    <a:lnTo>
                      <a:pt x="394560" y="547235"/>
                    </a:lnTo>
                    <a:lnTo>
                      <a:pt x="416634" y="547235"/>
                    </a:lnTo>
                    <a:lnTo>
                      <a:pt x="571503" y="547235"/>
                    </a:lnTo>
                    <a:lnTo>
                      <a:pt x="583786" y="547235"/>
                    </a:lnTo>
                    <a:lnTo>
                      <a:pt x="607639" y="547235"/>
                    </a:lnTo>
                    <a:lnTo>
                      <a:pt x="607639" y="605381"/>
                    </a:lnTo>
                    <a:lnTo>
                      <a:pt x="0" y="605381"/>
                    </a:lnTo>
                    <a:close/>
                    <a:moveTo>
                      <a:pt x="321849" y="269278"/>
                    </a:moveTo>
                    <a:lnTo>
                      <a:pt x="394531" y="269278"/>
                    </a:lnTo>
                    <a:lnTo>
                      <a:pt x="394531" y="511247"/>
                    </a:lnTo>
                    <a:lnTo>
                      <a:pt x="358501" y="511247"/>
                    </a:lnTo>
                    <a:lnTo>
                      <a:pt x="321849" y="511247"/>
                    </a:lnTo>
                    <a:close/>
                    <a:moveTo>
                      <a:pt x="212966" y="269278"/>
                    </a:moveTo>
                    <a:lnTo>
                      <a:pt x="285790" y="269278"/>
                    </a:lnTo>
                    <a:lnTo>
                      <a:pt x="285790" y="511247"/>
                    </a:lnTo>
                    <a:lnTo>
                      <a:pt x="249111" y="511247"/>
                    </a:lnTo>
                    <a:lnTo>
                      <a:pt x="212966" y="511247"/>
                    </a:lnTo>
                    <a:close/>
                    <a:moveTo>
                      <a:pt x="446972" y="242181"/>
                    </a:moveTo>
                    <a:lnTo>
                      <a:pt x="553523" y="242181"/>
                    </a:lnTo>
                    <a:lnTo>
                      <a:pt x="553523" y="453133"/>
                    </a:lnTo>
                    <a:lnTo>
                      <a:pt x="583788" y="453133"/>
                    </a:lnTo>
                    <a:lnTo>
                      <a:pt x="583788" y="511247"/>
                    </a:lnTo>
                    <a:lnTo>
                      <a:pt x="547648" y="511247"/>
                    </a:lnTo>
                    <a:lnTo>
                      <a:pt x="452758" y="511247"/>
                    </a:lnTo>
                    <a:lnTo>
                      <a:pt x="416618" y="511247"/>
                    </a:lnTo>
                    <a:lnTo>
                      <a:pt x="416618" y="453133"/>
                    </a:lnTo>
                    <a:lnTo>
                      <a:pt x="446972" y="453133"/>
                    </a:lnTo>
                    <a:close/>
                    <a:moveTo>
                      <a:pt x="54106" y="242181"/>
                    </a:moveTo>
                    <a:lnTo>
                      <a:pt x="160624" y="242181"/>
                    </a:lnTo>
                    <a:lnTo>
                      <a:pt x="160624" y="453133"/>
                    </a:lnTo>
                    <a:lnTo>
                      <a:pt x="190879" y="453133"/>
                    </a:lnTo>
                    <a:lnTo>
                      <a:pt x="190879" y="511247"/>
                    </a:lnTo>
                    <a:lnTo>
                      <a:pt x="154839" y="511247"/>
                    </a:lnTo>
                    <a:lnTo>
                      <a:pt x="59891" y="511247"/>
                    </a:lnTo>
                    <a:lnTo>
                      <a:pt x="23851" y="511247"/>
                    </a:lnTo>
                    <a:lnTo>
                      <a:pt x="23851" y="453133"/>
                    </a:lnTo>
                    <a:lnTo>
                      <a:pt x="54106" y="453133"/>
                    </a:lnTo>
                    <a:close/>
                    <a:moveTo>
                      <a:pt x="303820" y="98933"/>
                    </a:moveTo>
                    <a:cubicBezTo>
                      <a:pt x="314479" y="98933"/>
                      <a:pt x="323120" y="107542"/>
                      <a:pt x="323120" y="118162"/>
                    </a:cubicBezTo>
                    <a:cubicBezTo>
                      <a:pt x="323120" y="128782"/>
                      <a:pt x="314479" y="137391"/>
                      <a:pt x="303820" y="137391"/>
                    </a:cubicBezTo>
                    <a:cubicBezTo>
                      <a:pt x="293161" y="137391"/>
                      <a:pt x="284520" y="128782"/>
                      <a:pt x="284520" y="118162"/>
                    </a:cubicBezTo>
                    <a:cubicBezTo>
                      <a:pt x="284520" y="107542"/>
                      <a:pt x="293161" y="98933"/>
                      <a:pt x="303820" y="98933"/>
                    </a:cubicBezTo>
                    <a:close/>
                    <a:moveTo>
                      <a:pt x="303749" y="62835"/>
                    </a:moveTo>
                    <a:cubicBezTo>
                      <a:pt x="273221" y="62835"/>
                      <a:pt x="248388" y="87631"/>
                      <a:pt x="248388" y="118116"/>
                    </a:cubicBezTo>
                    <a:cubicBezTo>
                      <a:pt x="248388" y="148600"/>
                      <a:pt x="273221" y="173397"/>
                      <a:pt x="303749" y="173397"/>
                    </a:cubicBezTo>
                    <a:cubicBezTo>
                      <a:pt x="334278" y="173397"/>
                      <a:pt x="359111" y="148600"/>
                      <a:pt x="359111" y="118116"/>
                    </a:cubicBezTo>
                    <a:cubicBezTo>
                      <a:pt x="359111" y="87631"/>
                      <a:pt x="334278" y="62835"/>
                      <a:pt x="303749" y="62835"/>
                    </a:cubicBezTo>
                    <a:close/>
                    <a:moveTo>
                      <a:pt x="303749" y="0"/>
                    </a:moveTo>
                    <a:lnTo>
                      <a:pt x="586964" y="141490"/>
                    </a:lnTo>
                    <a:lnTo>
                      <a:pt x="586964" y="206192"/>
                    </a:lnTo>
                    <a:lnTo>
                      <a:pt x="20535" y="206192"/>
                    </a:lnTo>
                    <a:lnTo>
                      <a:pt x="20535" y="141490"/>
                    </a:lnTo>
                    <a:close/>
                  </a:path>
                </a:pathLst>
              </a:custGeom>
              <a:solidFill>
                <a:schemeClr val="bg1"/>
              </a:solidFill>
              <a:ln w="38100">
                <a:noFill/>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dk1"/>
                    </a:solidFill>
                  </a:defRPr>
                </a:lvl1pPr>
                <a:lvl2pPr marL="457200" algn="l" defTabSz="914400" rtl="0" eaLnBrk="1" latinLnBrk="0" hangingPunct="1">
                  <a:defRPr sz="1800" kern="1200">
                    <a:solidFill>
                      <a:schemeClr val="dk1"/>
                    </a:solidFill>
                  </a:defRPr>
                </a:lvl2pPr>
                <a:lvl3pPr marL="914400" algn="l" defTabSz="914400" rtl="0" eaLnBrk="1" latinLnBrk="0" hangingPunct="1">
                  <a:defRPr sz="1800" kern="1200">
                    <a:solidFill>
                      <a:schemeClr val="dk1"/>
                    </a:solidFill>
                  </a:defRPr>
                </a:lvl3pPr>
                <a:lvl4pPr marL="1371600" algn="l" defTabSz="914400" rtl="0" eaLnBrk="1" latinLnBrk="0" hangingPunct="1">
                  <a:defRPr sz="1800" kern="1200">
                    <a:solidFill>
                      <a:schemeClr val="dk1"/>
                    </a:solidFill>
                  </a:defRPr>
                </a:lvl4pPr>
                <a:lvl5pPr marL="1828800" algn="l" defTabSz="914400" rtl="0" eaLnBrk="1" latinLnBrk="0" hangingPunct="1">
                  <a:defRPr sz="1800" kern="1200">
                    <a:solidFill>
                      <a:schemeClr val="dk1"/>
                    </a:solidFill>
                  </a:defRPr>
                </a:lvl5pPr>
                <a:lvl6pPr marL="2286000" algn="l" defTabSz="914400" rtl="0" eaLnBrk="1" latinLnBrk="0" hangingPunct="1">
                  <a:defRPr sz="1800" kern="1200">
                    <a:solidFill>
                      <a:schemeClr val="dk1"/>
                    </a:solidFill>
                  </a:defRPr>
                </a:lvl6pPr>
                <a:lvl7pPr marL="2743200" algn="l" defTabSz="914400" rtl="0" eaLnBrk="1" latinLnBrk="0" hangingPunct="1">
                  <a:defRPr sz="1800" kern="1200">
                    <a:solidFill>
                      <a:schemeClr val="dk1"/>
                    </a:solidFill>
                  </a:defRPr>
                </a:lvl7pPr>
                <a:lvl8pPr marL="3200400" algn="l" defTabSz="914400" rtl="0" eaLnBrk="1" latinLnBrk="0" hangingPunct="1">
                  <a:defRPr sz="1800" kern="1200">
                    <a:solidFill>
                      <a:schemeClr val="dk1"/>
                    </a:solidFill>
                  </a:defRPr>
                </a:lvl8pPr>
                <a:lvl9pPr marL="3657600" algn="l" defTabSz="914400" rtl="0" eaLnBrk="1" latinLnBrk="0" hangingPunct="1">
                  <a:defRPr sz="1800" kern="1200">
                    <a:solidFill>
                      <a:schemeClr val="dk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endParaRPr>
              </a:p>
            </p:txBody>
          </p:sp>
        </p:grpSp>
      </p:grpSp>
      <p:sp>
        <p:nvSpPr>
          <p:cNvPr id="30" name="Content Placeholder 2"/>
          <p:cNvSpPr txBox="1">
            <a:spLocks/>
          </p:cNvSpPr>
          <p:nvPr/>
        </p:nvSpPr>
        <p:spPr>
          <a:xfrm>
            <a:off x="8434054" y="1679420"/>
            <a:ext cx="2911960"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a:t>
            </a:r>
          </a:p>
        </p:txBody>
      </p:sp>
      <p:sp>
        <p:nvSpPr>
          <p:cNvPr id="31" name="Content Placeholder 2"/>
          <p:cNvSpPr txBox="1">
            <a:spLocks/>
          </p:cNvSpPr>
          <p:nvPr/>
        </p:nvSpPr>
        <p:spPr>
          <a:xfrm>
            <a:off x="8598199" y="3501614"/>
            <a:ext cx="2911960"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a:t>
            </a:r>
          </a:p>
        </p:txBody>
      </p:sp>
      <p:sp>
        <p:nvSpPr>
          <p:cNvPr id="32" name="Content Placeholder 2"/>
          <p:cNvSpPr txBox="1">
            <a:spLocks/>
          </p:cNvSpPr>
          <p:nvPr/>
        </p:nvSpPr>
        <p:spPr>
          <a:xfrm>
            <a:off x="865599" y="4333206"/>
            <a:ext cx="2911960"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a:t>
            </a:r>
          </a:p>
        </p:txBody>
      </p:sp>
      <p:sp>
        <p:nvSpPr>
          <p:cNvPr id="33" name="Content Placeholder 2"/>
          <p:cNvSpPr txBox="1">
            <a:spLocks/>
          </p:cNvSpPr>
          <p:nvPr/>
        </p:nvSpPr>
        <p:spPr>
          <a:xfrm>
            <a:off x="622608" y="1679420"/>
            <a:ext cx="4697345" cy="1384995"/>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ü"/>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添加所需文本添加所需文本添加文本添加所需文本添加所需文本添加所需文本添加所需文本添加文本添加所需文本添加所需文本添加所需文本添加所需文本添加文本添加所需文本添加所需文本</a:t>
            </a:r>
          </a:p>
        </p:txBody>
      </p:sp>
    </p:spTree>
    <p:extLst>
      <p:ext uri="{BB962C8B-B14F-4D97-AF65-F5344CB8AC3E}">
        <p14:creationId xmlns:p14="http://schemas.microsoft.com/office/powerpoint/2010/main" val="630099627"/>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750"/>
                                        <p:tgtEl>
                                          <p:spTgt spid="30"/>
                                        </p:tgtEl>
                                      </p:cBhvr>
                                    </p:animEffect>
                                    <p:anim calcmode="lin" valueType="num">
                                      <p:cBhvr>
                                        <p:cTn id="8" dur="750" fill="hold"/>
                                        <p:tgtEl>
                                          <p:spTgt spid="30"/>
                                        </p:tgtEl>
                                        <p:attrNameLst>
                                          <p:attrName>ppt_x</p:attrName>
                                        </p:attrNameLst>
                                      </p:cBhvr>
                                      <p:tavLst>
                                        <p:tav tm="0">
                                          <p:val>
                                            <p:strVal val="#ppt_x"/>
                                          </p:val>
                                        </p:tav>
                                        <p:tav tm="100000">
                                          <p:val>
                                            <p:strVal val="#ppt_x"/>
                                          </p:val>
                                        </p:tav>
                                      </p:tavLst>
                                    </p:anim>
                                    <p:anim calcmode="lin" valueType="num">
                                      <p:cBhvr>
                                        <p:cTn id="9" dur="750" fill="hold"/>
                                        <p:tgtEl>
                                          <p:spTgt spid="3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750"/>
                                        <p:tgtEl>
                                          <p:spTgt spid="31"/>
                                        </p:tgtEl>
                                      </p:cBhvr>
                                    </p:animEffect>
                                    <p:anim calcmode="lin" valueType="num">
                                      <p:cBhvr>
                                        <p:cTn id="13" dur="750" fill="hold"/>
                                        <p:tgtEl>
                                          <p:spTgt spid="31"/>
                                        </p:tgtEl>
                                        <p:attrNameLst>
                                          <p:attrName>ppt_x</p:attrName>
                                        </p:attrNameLst>
                                      </p:cBhvr>
                                      <p:tavLst>
                                        <p:tav tm="0">
                                          <p:val>
                                            <p:strVal val="#ppt_x"/>
                                          </p:val>
                                        </p:tav>
                                        <p:tav tm="100000">
                                          <p:val>
                                            <p:strVal val="#ppt_x"/>
                                          </p:val>
                                        </p:tav>
                                      </p:tavLst>
                                    </p:anim>
                                    <p:anim calcmode="lin" valueType="num">
                                      <p:cBhvr>
                                        <p:cTn id="14" dur="750" fill="hold"/>
                                        <p:tgtEl>
                                          <p:spTgt spid="3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750"/>
                                        <p:tgtEl>
                                          <p:spTgt spid="32"/>
                                        </p:tgtEl>
                                      </p:cBhvr>
                                    </p:animEffect>
                                    <p:anim calcmode="lin" valueType="num">
                                      <p:cBhvr>
                                        <p:cTn id="18" dur="750" fill="hold"/>
                                        <p:tgtEl>
                                          <p:spTgt spid="32"/>
                                        </p:tgtEl>
                                        <p:attrNameLst>
                                          <p:attrName>ppt_x</p:attrName>
                                        </p:attrNameLst>
                                      </p:cBhvr>
                                      <p:tavLst>
                                        <p:tav tm="0">
                                          <p:val>
                                            <p:strVal val="#ppt_x"/>
                                          </p:val>
                                        </p:tav>
                                        <p:tav tm="100000">
                                          <p:val>
                                            <p:strVal val="#ppt_x"/>
                                          </p:val>
                                        </p:tav>
                                      </p:tavLst>
                                    </p:anim>
                                    <p:anim calcmode="lin" valueType="num">
                                      <p:cBhvr>
                                        <p:cTn id="19" dur="750" fill="hold"/>
                                        <p:tgtEl>
                                          <p:spTgt spid="3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750"/>
                                        <p:tgtEl>
                                          <p:spTgt spid="33"/>
                                        </p:tgtEl>
                                      </p:cBhvr>
                                    </p:animEffect>
                                    <p:anim calcmode="lin" valueType="num">
                                      <p:cBhvr>
                                        <p:cTn id="23" dur="750" fill="hold"/>
                                        <p:tgtEl>
                                          <p:spTgt spid="33"/>
                                        </p:tgtEl>
                                        <p:attrNameLst>
                                          <p:attrName>ppt_x</p:attrName>
                                        </p:attrNameLst>
                                      </p:cBhvr>
                                      <p:tavLst>
                                        <p:tav tm="0">
                                          <p:val>
                                            <p:strVal val="#ppt_x"/>
                                          </p:val>
                                        </p:tav>
                                        <p:tav tm="100000">
                                          <p:val>
                                            <p:strVal val="#ppt_x"/>
                                          </p:val>
                                        </p:tav>
                                      </p:tavLst>
                                    </p:anim>
                                    <p:anim calcmode="lin" valueType="num">
                                      <p:cBhvr>
                                        <p:cTn id="24" dur="750" fill="hold"/>
                                        <p:tgtEl>
                                          <p:spTgt spid="3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750"/>
                                        <p:tgtEl>
                                          <p:spTgt spid="6"/>
                                        </p:tgtEl>
                                      </p:cBhvr>
                                    </p:animEffect>
                                    <p:anim calcmode="lin" valueType="num">
                                      <p:cBhvr>
                                        <p:cTn id="28" dur="750" fill="hold"/>
                                        <p:tgtEl>
                                          <p:spTgt spid="6"/>
                                        </p:tgtEl>
                                        <p:attrNameLst>
                                          <p:attrName>ppt_x</p:attrName>
                                        </p:attrNameLst>
                                      </p:cBhvr>
                                      <p:tavLst>
                                        <p:tav tm="0">
                                          <p:val>
                                            <p:strVal val="#ppt_x"/>
                                          </p:val>
                                        </p:tav>
                                        <p:tav tm="100000">
                                          <p:val>
                                            <p:strVal val="#ppt_x"/>
                                          </p:val>
                                        </p:tav>
                                      </p:tavLst>
                                    </p:anim>
                                    <p:anim calcmode="lin" valueType="num">
                                      <p:cBhvr>
                                        <p:cTn id="29" dur="7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P spid="3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3423744"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经验分享</a:t>
            </a:r>
          </a:p>
        </p:txBody>
      </p:sp>
      <p:grpSp>
        <p:nvGrpSpPr>
          <p:cNvPr id="6" name="组合 5"/>
          <p:cNvGrpSpPr/>
          <p:nvPr/>
        </p:nvGrpSpPr>
        <p:grpSpPr>
          <a:xfrm>
            <a:off x="6187473" y="2050784"/>
            <a:ext cx="1768662" cy="584674"/>
            <a:chOff x="2943616" y="2555310"/>
            <a:chExt cx="3220808" cy="1064715"/>
          </a:xfrm>
          <a:solidFill>
            <a:srgbClr val="044BC9"/>
          </a:solidFill>
        </p:grpSpPr>
        <p:sp>
          <p:nvSpPr>
            <p:cNvPr id="7" name="矩形 6"/>
            <p:cNvSpPr/>
            <p:nvPr/>
          </p:nvSpPr>
          <p:spPr>
            <a:xfrm>
              <a:off x="2943616" y="2555310"/>
              <a:ext cx="1064712" cy="106471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p>
          </p:txBody>
        </p:sp>
        <p:sp>
          <p:nvSpPr>
            <p:cNvPr id="8" name="梯形 7"/>
            <p:cNvSpPr/>
            <p:nvPr/>
          </p:nvSpPr>
          <p:spPr>
            <a:xfrm rot="5400000">
              <a:off x="3707703" y="2855937"/>
              <a:ext cx="1064713" cy="463464"/>
            </a:xfrm>
            <a:prstGeom prst="trapezoid">
              <a:avLst>
                <a:gd name="adj" fmla="val 4346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p>
          </p:txBody>
        </p:sp>
        <p:sp>
          <p:nvSpPr>
            <p:cNvPr id="9" name="右箭头 8"/>
            <p:cNvSpPr/>
            <p:nvPr/>
          </p:nvSpPr>
          <p:spPr>
            <a:xfrm>
              <a:off x="4471792" y="2555310"/>
              <a:ext cx="1692632" cy="1064712"/>
            </a:xfrm>
            <a:prstGeom prst="rightArrow">
              <a:avLst>
                <a:gd name="adj1" fmla="val 62727"/>
                <a:gd name="adj2"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p>
          </p:txBody>
        </p:sp>
      </p:grpSp>
      <p:grpSp>
        <p:nvGrpSpPr>
          <p:cNvPr id="10" name="组合 9"/>
          <p:cNvGrpSpPr/>
          <p:nvPr/>
        </p:nvGrpSpPr>
        <p:grpSpPr>
          <a:xfrm>
            <a:off x="6187473" y="3318012"/>
            <a:ext cx="1768662" cy="584674"/>
            <a:chOff x="2943616" y="2555310"/>
            <a:chExt cx="3220808" cy="1064715"/>
          </a:xfrm>
          <a:solidFill>
            <a:srgbClr val="23A2E4"/>
          </a:solidFill>
        </p:grpSpPr>
        <p:sp>
          <p:nvSpPr>
            <p:cNvPr id="11" name="矩形 10"/>
            <p:cNvSpPr/>
            <p:nvPr/>
          </p:nvSpPr>
          <p:spPr>
            <a:xfrm>
              <a:off x="2943616" y="2555310"/>
              <a:ext cx="1064712" cy="106471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p>
          </p:txBody>
        </p:sp>
        <p:sp>
          <p:nvSpPr>
            <p:cNvPr id="15" name="梯形 14"/>
            <p:cNvSpPr/>
            <p:nvPr/>
          </p:nvSpPr>
          <p:spPr>
            <a:xfrm rot="5400000">
              <a:off x="3707703" y="2855937"/>
              <a:ext cx="1064713" cy="463464"/>
            </a:xfrm>
            <a:prstGeom prst="trapezoid">
              <a:avLst>
                <a:gd name="adj" fmla="val 4346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p>
          </p:txBody>
        </p:sp>
        <p:sp>
          <p:nvSpPr>
            <p:cNvPr id="16" name="右箭头 15"/>
            <p:cNvSpPr/>
            <p:nvPr/>
          </p:nvSpPr>
          <p:spPr>
            <a:xfrm>
              <a:off x="4471792" y="2555310"/>
              <a:ext cx="1692632" cy="1064712"/>
            </a:xfrm>
            <a:prstGeom prst="rightArrow">
              <a:avLst>
                <a:gd name="adj1" fmla="val 62727"/>
                <a:gd name="adj2"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p>
          </p:txBody>
        </p:sp>
      </p:grpSp>
      <p:grpSp>
        <p:nvGrpSpPr>
          <p:cNvPr id="18" name="组合 17"/>
          <p:cNvGrpSpPr/>
          <p:nvPr/>
        </p:nvGrpSpPr>
        <p:grpSpPr>
          <a:xfrm>
            <a:off x="6187473" y="4643469"/>
            <a:ext cx="1768662" cy="584674"/>
            <a:chOff x="2943616" y="2555310"/>
            <a:chExt cx="3220808" cy="1064715"/>
          </a:xfrm>
          <a:solidFill>
            <a:srgbClr val="044BC9"/>
          </a:solidFill>
        </p:grpSpPr>
        <p:sp>
          <p:nvSpPr>
            <p:cNvPr id="19" name="矩形 18"/>
            <p:cNvSpPr/>
            <p:nvPr/>
          </p:nvSpPr>
          <p:spPr>
            <a:xfrm>
              <a:off x="2943616" y="2555310"/>
              <a:ext cx="1064712" cy="106471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p>
          </p:txBody>
        </p:sp>
        <p:sp>
          <p:nvSpPr>
            <p:cNvPr id="20" name="梯形 19"/>
            <p:cNvSpPr/>
            <p:nvPr/>
          </p:nvSpPr>
          <p:spPr>
            <a:xfrm rot="5400000">
              <a:off x="3707703" y="2855937"/>
              <a:ext cx="1064713" cy="463464"/>
            </a:xfrm>
            <a:prstGeom prst="trapezoid">
              <a:avLst>
                <a:gd name="adj" fmla="val 4346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p>
          </p:txBody>
        </p:sp>
        <p:sp>
          <p:nvSpPr>
            <p:cNvPr id="21" name="右箭头 20"/>
            <p:cNvSpPr/>
            <p:nvPr/>
          </p:nvSpPr>
          <p:spPr>
            <a:xfrm>
              <a:off x="4471792" y="2555310"/>
              <a:ext cx="1692632" cy="1064712"/>
            </a:xfrm>
            <a:prstGeom prst="rightArrow">
              <a:avLst>
                <a:gd name="adj1" fmla="val 62727"/>
                <a:gd name="adj2"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p>
          </p:txBody>
        </p:sp>
      </p:grpSp>
      <p:grpSp>
        <p:nvGrpSpPr>
          <p:cNvPr id="22" name="组合 21"/>
          <p:cNvGrpSpPr/>
          <p:nvPr/>
        </p:nvGrpSpPr>
        <p:grpSpPr>
          <a:xfrm flipH="1">
            <a:off x="4246407" y="2049336"/>
            <a:ext cx="1768662" cy="584674"/>
            <a:chOff x="2943616" y="2555310"/>
            <a:chExt cx="3220808" cy="1064715"/>
          </a:xfrm>
          <a:solidFill>
            <a:srgbClr val="23A2E4"/>
          </a:solidFill>
        </p:grpSpPr>
        <p:sp>
          <p:nvSpPr>
            <p:cNvPr id="23" name="矩形 22"/>
            <p:cNvSpPr/>
            <p:nvPr/>
          </p:nvSpPr>
          <p:spPr>
            <a:xfrm>
              <a:off x="2943616" y="2555310"/>
              <a:ext cx="1064712" cy="106471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4" name="梯形 23"/>
            <p:cNvSpPr/>
            <p:nvPr/>
          </p:nvSpPr>
          <p:spPr>
            <a:xfrm rot="5400000">
              <a:off x="3707703" y="2855937"/>
              <a:ext cx="1064713" cy="463464"/>
            </a:xfrm>
            <a:prstGeom prst="trapezoid">
              <a:avLst>
                <a:gd name="adj" fmla="val 4346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5" name="右箭头 24"/>
            <p:cNvSpPr/>
            <p:nvPr/>
          </p:nvSpPr>
          <p:spPr>
            <a:xfrm>
              <a:off x="4471792" y="2555310"/>
              <a:ext cx="1692632" cy="1064712"/>
            </a:xfrm>
            <a:prstGeom prst="rightArrow">
              <a:avLst>
                <a:gd name="adj1" fmla="val 62727"/>
                <a:gd name="adj2"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26" name="组合 25"/>
          <p:cNvGrpSpPr/>
          <p:nvPr/>
        </p:nvGrpSpPr>
        <p:grpSpPr>
          <a:xfrm flipH="1">
            <a:off x="4246407" y="3316564"/>
            <a:ext cx="1768662" cy="584674"/>
            <a:chOff x="2943616" y="2555310"/>
            <a:chExt cx="3220808" cy="1064715"/>
          </a:xfrm>
          <a:solidFill>
            <a:srgbClr val="044BC9"/>
          </a:solidFill>
        </p:grpSpPr>
        <p:sp>
          <p:nvSpPr>
            <p:cNvPr id="27" name="矩形 26"/>
            <p:cNvSpPr/>
            <p:nvPr/>
          </p:nvSpPr>
          <p:spPr>
            <a:xfrm>
              <a:off x="2943616" y="2555310"/>
              <a:ext cx="1064712" cy="106471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8" name="梯形 27"/>
            <p:cNvSpPr/>
            <p:nvPr/>
          </p:nvSpPr>
          <p:spPr>
            <a:xfrm rot="5400000">
              <a:off x="3707703" y="2855937"/>
              <a:ext cx="1064713" cy="463464"/>
            </a:xfrm>
            <a:prstGeom prst="trapezoid">
              <a:avLst>
                <a:gd name="adj" fmla="val 4346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9" name="右箭头 28"/>
            <p:cNvSpPr/>
            <p:nvPr/>
          </p:nvSpPr>
          <p:spPr>
            <a:xfrm>
              <a:off x="4471792" y="2555310"/>
              <a:ext cx="1692632" cy="1064712"/>
            </a:xfrm>
            <a:prstGeom prst="rightArrow">
              <a:avLst>
                <a:gd name="adj1" fmla="val 62727"/>
                <a:gd name="adj2"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30" name="组合 29"/>
          <p:cNvGrpSpPr/>
          <p:nvPr/>
        </p:nvGrpSpPr>
        <p:grpSpPr>
          <a:xfrm flipH="1">
            <a:off x="4246407" y="4642022"/>
            <a:ext cx="1768662" cy="584674"/>
            <a:chOff x="2943616" y="2555310"/>
            <a:chExt cx="3220808" cy="1064715"/>
          </a:xfrm>
          <a:solidFill>
            <a:srgbClr val="23A2E4"/>
          </a:solidFill>
        </p:grpSpPr>
        <p:sp>
          <p:nvSpPr>
            <p:cNvPr id="31" name="矩形 30"/>
            <p:cNvSpPr/>
            <p:nvPr/>
          </p:nvSpPr>
          <p:spPr>
            <a:xfrm>
              <a:off x="2943616" y="2555310"/>
              <a:ext cx="1064712" cy="106471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2" name="梯形 31"/>
            <p:cNvSpPr/>
            <p:nvPr/>
          </p:nvSpPr>
          <p:spPr>
            <a:xfrm rot="5400000">
              <a:off x="3707703" y="2855937"/>
              <a:ext cx="1064713" cy="463464"/>
            </a:xfrm>
            <a:prstGeom prst="trapezoid">
              <a:avLst>
                <a:gd name="adj" fmla="val 4346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3" name="右箭头 32"/>
            <p:cNvSpPr/>
            <p:nvPr/>
          </p:nvSpPr>
          <p:spPr>
            <a:xfrm>
              <a:off x="4471792" y="2555310"/>
              <a:ext cx="1692632" cy="1064712"/>
            </a:xfrm>
            <a:prstGeom prst="rightArrow">
              <a:avLst>
                <a:gd name="adj1" fmla="val 62727"/>
                <a:gd name="adj2"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34" name="文本框 30"/>
          <p:cNvSpPr txBox="1"/>
          <p:nvPr/>
        </p:nvSpPr>
        <p:spPr>
          <a:xfrm>
            <a:off x="5452587" y="2112865"/>
            <a:ext cx="470000"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chemeClr val="bg1"/>
                </a:solidFill>
              </a:rPr>
              <a:t>01</a:t>
            </a:r>
            <a:endParaRPr lang="zh-CN" altLang="en-US" sz="2000" b="1" dirty="0">
              <a:solidFill>
                <a:schemeClr val="bg1"/>
              </a:solidFill>
            </a:endParaRPr>
          </a:p>
        </p:txBody>
      </p:sp>
      <p:sp>
        <p:nvSpPr>
          <p:cNvPr id="35" name="文本框 31"/>
          <p:cNvSpPr txBox="1"/>
          <p:nvPr/>
        </p:nvSpPr>
        <p:spPr>
          <a:xfrm>
            <a:off x="6269660" y="2112865"/>
            <a:ext cx="470000"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chemeClr val="bg1"/>
                </a:solidFill>
              </a:rPr>
              <a:t>02</a:t>
            </a:r>
            <a:endParaRPr lang="zh-CN" altLang="en-US" sz="2000" b="1" dirty="0">
              <a:solidFill>
                <a:schemeClr val="bg1"/>
              </a:solidFill>
            </a:endParaRPr>
          </a:p>
        </p:txBody>
      </p:sp>
      <p:sp>
        <p:nvSpPr>
          <p:cNvPr id="36" name="文本框 32"/>
          <p:cNvSpPr txBox="1"/>
          <p:nvPr/>
        </p:nvSpPr>
        <p:spPr>
          <a:xfrm>
            <a:off x="5457569" y="3398185"/>
            <a:ext cx="470000"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chemeClr val="bg1"/>
                </a:solidFill>
              </a:rPr>
              <a:t>03</a:t>
            </a:r>
            <a:endParaRPr lang="zh-CN" altLang="en-US" sz="2000" b="1" dirty="0">
              <a:solidFill>
                <a:schemeClr val="bg1"/>
              </a:solidFill>
            </a:endParaRPr>
          </a:p>
        </p:txBody>
      </p:sp>
      <p:sp>
        <p:nvSpPr>
          <p:cNvPr id="37" name="文本框 33"/>
          <p:cNvSpPr txBox="1"/>
          <p:nvPr/>
        </p:nvSpPr>
        <p:spPr>
          <a:xfrm>
            <a:off x="6274643" y="3398185"/>
            <a:ext cx="470000"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chemeClr val="bg1"/>
                </a:solidFill>
              </a:rPr>
              <a:t>04</a:t>
            </a:r>
            <a:endParaRPr lang="zh-CN" altLang="en-US" sz="2000" b="1" dirty="0">
              <a:solidFill>
                <a:schemeClr val="bg1"/>
              </a:solidFill>
            </a:endParaRPr>
          </a:p>
        </p:txBody>
      </p:sp>
      <p:sp>
        <p:nvSpPr>
          <p:cNvPr id="38" name="文本框 34"/>
          <p:cNvSpPr txBox="1"/>
          <p:nvPr/>
        </p:nvSpPr>
        <p:spPr>
          <a:xfrm>
            <a:off x="5457569" y="4712261"/>
            <a:ext cx="470000"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chemeClr val="bg1"/>
                </a:solidFill>
              </a:rPr>
              <a:t>05</a:t>
            </a:r>
            <a:endParaRPr lang="zh-CN" altLang="en-US" sz="2000" b="1" dirty="0">
              <a:solidFill>
                <a:schemeClr val="bg1"/>
              </a:solidFill>
            </a:endParaRPr>
          </a:p>
        </p:txBody>
      </p:sp>
      <p:sp>
        <p:nvSpPr>
          <p:cNvPr id="39" name="文本框 35"/>
          <p:cNvSpPr txBox="1"/>
          <p:nvPr/>
        </p:nvSpPr>
        <p:spPr>
          <a:xfrm>
            <a:off x="6274643" y="4712261"/>
            <a:ext cx="470000"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chemeClr val="bg1"/>
                </a:solidFill>
              </a:rPr>
              <a:t>06</a:t>
            </a:r>
            <a:endParaRPr lang="zh-CN" altLang="en-US" sz="2000" b="1" dirty="0">
              <a:solidFill>
                <a:schemeClr val="bg1"/>
              </a:solidFill>
            </a:endParaRPr>
          </a:p>
        </p:txBody>
      </p:sp>
      <p:sp>
        <p:nvSpPr>
          <p:cNvPr id="46" name="Content Placeholder 2"/>
          <p:cNvSpPr txBox="1">
            <a:spLocks/>
          </p:cNvSpPr>
          <p:nvPr/>
        </p:nvSpPr>
        <p:spPr>
          <a:xfrm>
            <a:off x="7956135" y="1713841"/>
            <a:ext cx="2911960"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a:t>
            </a:r>
          </a:p>
        </p:txBody>
      </p:sp>
      <p:sp>
        <p:nvSpPr>
          <p:cNvPr id="47" name="Content Placeholder 2"/>
          <p:cNvSpPr txBox="1">
            <a:spLocks/>
          </p:cNvSpPr>
          <p:nvPr/>
        </p:nvSpPr>
        <p:spPr>
          <a:xfrm>
            <a:off x="7956135" y="3024017"/>
            <a:ext cx="2911960"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a:t>
            </a:r>
          </a:p>
        </p:txBody>
      </p:sp>
      <p:sp>
        <p:nvSpPr>
          <p:cNvPr id="48" name="Content Placeholder 2"/>
          <p:cNvSpPr txBox="1">
            <a:spLocks/>
          </p:cNvSpPr>
          <p:nvPr/>
        </p:nvSpPr>
        <p:spPr>
          <a:xfrm>
            <a:off x="7956135" y="4334193"/>
            <a:ext cx="2911960"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a:t>
            </a:r>
          </a:p>
        </p:txBody>
      </p:sp>
      <p:sp>
        <p:nvSpPr>
          <p:cNvPr id="49" name="Content Placeholder 2"/>
          <p:cNvSpPr txBox="1">
            <a:spLocks/>
          </p:cNvSpPr>
          <p:nvPr/>
        </p:nvSpPr>
        <p:spPr>
          <a:xfrm>
            <a:off x="1227538" y="1713841"/>
            <a:ext cx="2911960"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a:t>
            </a:r>
          </a:p>
        </p:txBody>
      </p:sp>
      <p:sp>
        <p:nvSpPr>
          <p:cNvPr id="50" name="Content Placeholder 2"/>
          <p:cNvSpPr txBox="1">
            <a:spLocks/>
          </p:cNvSpPr>
          <p:nvPr/>
        </p:nvSpPr>
        <p:spPr>
          <a:xfrm>
            <a:off x="1227538" y="3024017"/>
            <a:ext cx="2911960"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a:t>
            </a:r>
          </a:p>
        </p:txBody>
      </p:sp>
      <p:sp>
        <p:nvSpPr>
          <p:cNvPr id="51" name="Content Placeholder 2"/>
          <p:cNvSpPr txBox="1">
            <a:spLocks/>
          </p:cNvSpPr>
          <p:nvPr/>
        </p:nvSpPr>
        <p:spPr>
          <a:xfrm>
            <a:off x="1227538" y="4334193"/>
            <a:ext cx="2911960"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a:t>
            </a:r>
          </a:p>
        </p:txBody>
      </p:sp>
    </p:spTree>
    <p:extLst>
      <p:ext uri="{BB962C8B-B14F-4D97-AF65-F5344CB8AC3E}">
        <p14:creationId xmlns:p14="http://schemas.microsoft.com/office/powerpoint/2010/main" val="837205852"/>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dissolve">
                                      <p:cBhvr>
                                        <p:cTn id="7" dur="500"/>
                                        <p:tgtEl>
                                          <p:spTgt spid="4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dissolve">
                                      <p:cBhvr>
                                        <p:cTn id="10" dur="500"/>
                                        <p:tgtEl>
                                          <p:spTgt spid="47"/>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dissolve">
                                      <p:cBhvr>
                                        <p:cTn id="13" dur="500"/>
                                        <p:tgtEl>
                                          <p:spTgt spid="48"/>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dissolve">
                                      <p:cBhvr>
                                        <p:cTn id="16" dur="500"/>
                                        <p:tgtEl>
                                          <p:spTgt spid="49"/>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dissolve">
                                      <p:cBhvr>
                                        <p:cTn id="19" dur="500"/>
                                        <p:tgtEl>
                                          <p:spTgt spid="50"/>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dissolve">
                                      <p:cBhvr>
                                        <p:cTn id="22" dur="500"/>
                                        <p:tgtEl>
                                          <p:spTgt spid="51"/>
                                        </p:tgtEl>
                                      </p:cBhvr>
                                    </p:animEffect>
                                  </p:childTnLst>
                                </p:cTn>
                              </p:par>
                              <p:par>
                                <p:cTn id="23" presetID="9"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dissolve">
                                      <p:cBhvr>
                                        <p:cTn id="25" dur="500"/>
                                        <p:tgtEl>
                                          <p:spTgt spid="6"/>
                                        </p:tgtEl>
                                      </p:cBhvr>
                                    </p:animEffect>
                                  </p:childTnLst>
                                </p:cTn>
                              </p:par>
                              <p:par>
                                <p:cTn id="26" presetID="9"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dissolve">
                                      <p:cBhvr>
                                        <p:cTn id="28" dur="500"/>
                                        <p:tgtEl>
                                          <p:spTgt spid="10"/>
                                        </p:tgtEl>
                                      </p:cBhvr>
                                    </p:animEffect>
                                  </p:childTnLst>
                                </p:cTn>
                              </p:par>
                              <p:par>
                                <p:cTn id="29" presetID="9"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dissolve">
                                      <p:cBhvr>
                                        <p:cTn id="31" dur="500"/>
                                        <p:tgtEl>
                                          <p:spTgt spid="18"/>
                                        </p:tgtEl>
                                      </p:cBhvr>
                                    </p:animEffect>
                                  </p:childTnLst>
                                </p:cTn>
                              </p:par>
                              <p:par>
                                <p:cTn id="32" presetID="9" presetClass="entr" presetSubtype="0" fill="hold"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dissolve">
                                      <p:cBhvr>
                                        <p:cTn id="34" dur="500"/>
                                        <p:tgtEl>
                                          <p:spTgt spid="22"/>
                                        </p:tgtEl>
                                      </p:cBhvr>
                                    </p:animEffect>
                                  </p:childTnLst>
                                </p:cTn>
                              </p:par>
                              <p:par>
                                <p:cTn id="35" presetID="9"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dissolve">
                                      <p:cBhvr>
                                        <p:cTn id="37" dur="500"/>
                                        <p:tgtEl>
                                          <p:spTgt spid="26"/>
                                        </p:tgtEl>
                                      </p:cBhvr>
                                    </p:animEffect>
                                  </p:childTnLst>
                                </p:cTn>
                              </p:par>
                              <p:par>
                                <p:cTn id="38" presetID="9" presetClass="entr" presetSubtype="0" fill="hold"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dissolve">
                                      <p:cBhvr>
                                        <p:cTn id="40" dur="500"/>
                                        <p:tgtEl>
                                          <p:spTgt spid="30"/>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dissolve">
                                      <p:cBhvr>
                                        <p:cTn id="43" dur="500"/>
                                        <p:tgtEl>
                                          <p:spTgt spid="34"/>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dissolve">
                                      <p:cBhvr>
                                        <p:cTn id="46" dur="500"/>
                                        <p:tgtEl>
                                          <p:spTgt spid="35"/>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dissolve">
                                      <p:cBhvr>
                                        <p:cTn id="49" dur="500"/>
                                        <p:tgtEl>
                                          <p:spTgt spid="36"/>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dissolve">
                                      <p:cBhvr>
                                        <p:cTn id="52" dur="500"/>
                                        <p:tgtEl>
                                          <p:spTgt spid="37"/>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dissolve">
                                      <p:cBhvr>
                                        <p:cTn id="55" dur="500"/>
                                        <p:tgtEl>
                                          <p:spTgt spid="38"/>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dissolve">
                                      <p:cBhvr>
                                        <p:cTn id="58"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p:bldP spid="37" grpId="0"/>
      <p:bldP spid="38" grpId="0"/>
      <p:bldP spid="39" grpId="0"/>
      <p:bldP spid="46" grpId="0"/>
      <p:bldP spid="47" grpId="0"/>
      <p:bldP spid="48" grpId="0"/>
      <p:bldP spid="49" grpId="0"/>
      <p:bldP spid="50" grpId="0"/>
      <p:bldP spid="5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3423744"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经验分享</a:t>
            </a:r>
          </a:p>
        </p:txBody>
      </p:sp>
      <p:sp>
        <p:nvSpPr>
          <p:cNvPr id="6" name="任意多边形: 形状 8">
            <a:extLst>
              <a:ext uri="{FF2B5EF4-FFF2-40B4-BE49-F238E27FC236}">
                <a16:creationId xmlns:a16="http://schemas.microsoft.com/office/drawing/2014/main" id="{4BC37A80-C30C-4F36-995E-C3956BE01D2A}"/>
              </a:ext>
            </a:extLst>
          </p:cNvPr>
          <p:cNvSpPr/>
          <p:nvPr/>
        </p:nvSpPr>
        <p:spPr>
          <a:xfrm rot="18000000">
            <a:off x="5696644" y="-452995"/>
            <a:ext cx="8219484" cy="7621817"/>
          </a:xfrm>
          <a:custGeom>
            <a:avLst/>
            <a:gdLst>
              <a:gd name="connsiteX0" fmla="*/ 8219484 w 8219484"/>
              <a:gd name="connsiteY0" fmla="*/ 4192818 h 7621817"/>
              <a:gd name="connsiteX1" fmla="*/ 2280283 w 8219484"/>
              <a:gd name="connsiteY1" fmla="*/ 7621817 h 7621817"/>
              <a:gd name="connsiteX2" fmla="*/ 0 w 8219484"/>
              <a:gd name="connsiteY2" fmla="*/ 3672254 h 7621817"/>
              <a:gd name="connsiteX3" fmla="*/ 0 w 8219484"/>
              <a:gd name="connsiteY3" fmla="*/ 1512276 h 7621817"/>
              <a:gd name="connsiteX4" fmla="*/ 1512276 w 8219484"/>
              <a:gd name="connsiteY4" fmla="*/ 1 h 7621817"/>
              <a:gd name="connsiteX5" fmla="*/ 5798760 w 8219484"/>
              <a:gd name="connsiteY5" fmla="*/ 1 h 7621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9484" h="7621817">
                <a:moveTo>
                  <a:pt x="8219484" y="4192818"/>
                </a:moveTo>
                <a:lnTo>
                  <a:pt x="2280283" y="7621817"/>
                </a:lnTo>
                <a:lnTo>
                  <a:pt x="0" y="3672254"/>
                </a:lnTo>
                <a:lnTo>
                  <a:pt x="0" y="1512276"/>
                </a:lnTo>
                <a:cubicBezTo>
                  <a:pt x="2" y="677070"/>
                  <a:pt x="677071" y="0"/>
                  <a:pt x="1512276" y="1"/>
                </a:cubicBezTo>
                <a:lnTo>
                  <a:pt x="5798760" y="1"/>
                </a:lnTo>
                <a:close/>
              </a:path>
            </a:pathLst>
          </a:cu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7" name="任意多边形: 形状 9">
            <a:extLst>
              <a:ext uri="{FF2B5EF4-FFF2-40B4-BE49-F238E27FC236}">
                <a16:creationId xmlns:a16="http://schemas.microsoft.com/office/drawing/2014/main" id="{E6D4579B-9C1E-4EB1-A860-181CF707FF39}"/>
              </a:ext>
            </a:extLst>
          </p:cNvPr>
          <p:cNvSpPr/>
          <p:nvPr/>
        </p:nvSpPr>
        <p:spPr>
          <a:xfrm rot="18000000">
            <a:off x="5974435" y="-379700"/>
            <a:ext cx="7981720" cy="7384170"/>
          </a:xfrm>
          <a:custGeom>
            <a:avLst/>
            <a:gdLst>
              <a:gd name="connsiteX0" fmla="*/ 5695911 w 7981720"/>
              <a:gd name="connsiteY0" fmla="*/ 0 h 7384170"/>
              <a:gd name="connsiteX1" fmla="*/ 7981720 w 7981720"/>
              <a:gd name="connsiteY1" fmla="*/ 3959139 h 7384170"/>
              <a:gd name="connsiteX2" fmla="*/ 2049391 w 7981720"/>
              <a:gd name="connsiteY2" fmla="*/ 7384170 h 7384170"/>
              <a:gd name="connsiteX3" fmla="*/ 0 w 7981720"/>
              <a:gd name="connsiteY3" fmla="*/ 3834521 h 7384170"/>
              <a:gd name="connsiteX4" fmla="*/ 0 w 7981720"/>
              <a:gd name="connsiteY4" fmla="*/ 1396463 h 7384170"/>
              <a:gd name="connsiteX5" fmla="*/ 1396462 w 7981720"/>
              <a:gd name="connsiteY5" fmla="*/ 0 h 7384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1720" h="7384170">
                <a:moveTo>
                  <a:pt x="5695911" y="0"/>
                </a:moveTo>
                <a:lnTo>
                  <a:pt x="7981720" y="3959139"/>
                </a:lnTo>
                <a:lnTo>
                  <a:pt x="2049391" y="7384170"/>
                </a:lnTo>
                <a:lnTo>
                  <a:pt x="0" y="3834521"/>
                </a:lnTo>
                <a:lnTo>
                  <a:pt x="0" y="1396463"/>
                </a:lnTo>
                <a:cubicBezTo>
                  <a:pt x="1" y="625218"/>
                  <a:pt x="625217" y="1"/>
                  <a:pt x="1396462" y="0"/>
                </a:cubicBezTo>
                <a:close/>
              </a:path>
            </a:pathLst>
          </a:custGeom>
          <a:blipFill dpi="0" rotWithShape="1">
            <a:blip r:embed="R673aefd011f34de1"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cs typeface="+mn-ea"/>
              <a:sym typeface="+mn-lt"/>
            </a:endParaRPr>
          </a:p>
        </p:txBody>
      </p:sp>
      <p:cxnSp>
        <p:nvCxnSpPr>
          <p:cNvPr id="8" name="直接连接符 7">
            <a:extLst>
              <a:ext uri="{FF2B5EF4-FFF2-40B4-BE49-F238E27FC236}">
                <a16:creationId xmlns:a16="http://schemas.microsoft.com/office/drawing/2014/main" id="{D1A01752-3181-4EDB-B1D6-F3C143460679}"/>
              </a:ext>
            </a:extLst>
          </p:cNvPr>
          <p:cNvCxnSpPr/>
          <p:nvPr/>
        </p:nvCxnSpPr>
        <p:spPr>
          <a:xfrm>
            <a:off x="1087401" y="2885593"/>
            <a:ext cx="699397" cy="0"/>
          </a:xfrm>
          <a:prstGeom prst="line">
            <a:avLst/>
          </a:prstGeom>
          <a:ln w="44450">
            <a:solidFill>
              <a:srgbClr val="044BC9"/>
            </a:solidFill>
          </a:ln>
        </p:spPr>
        <p:style>
          <a:lnRef idx="1">
            <a:schemeClr val="accent1"/>
          </a:lnRef>
          <a:fillRef idx="0">
            <a:schemeClr val="accent1"/>
          </a:fillRef>
          <a:effectRef idx="0">
            <a:schemeClr val="accent1"/>
          </a:effectRef>
          <a:fontRef idx="minor">
            <a:schemeClr val="tx1"/>
          </a:fontRef>
        </p:style>
      </p:cxnSp>
      <p:sp>
        <p:nvSpPr>
          <p:cNvPr id="9" name="TextBox 16"/>
          <p:cNvSpPr txBox="1"/>
          <p:nvPr/>
        </p:nvSpPr>
        <p:spPr>
          <a:xfrm>
            <a:off x="985372" y="2154385"/>
            <a:ext cx="2236981" cy="400110"/>
          </a:xfrm>
          <a:prstGeom prst="rect">
            <a:avLst/>
          </a:prstGeom>
        </p:spPr>
        <p:txBody>
          <a:bodyPr vert="horz" wrap="square" lIns="91440" tIns="45720" rIns="91440" bIns="45720" rtlCol="0">
            <a:spAutoFit/>
          </a:bodyPr>
          <a:lstStyle>
            <a:defPPr>
              <a:defRPr lang="zh-CN"/>
            </a:defPPr>
            <a:lvl1pPr lvl="0" indent="0" algn="ctr">
              <a:spcBef>
                <a:spcPts val="0"/>
              </a:spcBef>
              <a:buFont typeface="Arial" pitchFamily="34" charset="0"/>
              <a:buNone/>
              <a:defRPr>
                <a:solidFill>
                  <a:prstClr val="black">
                    <a:lumMod val="85000"/>
                    <a:lumOff val="15000"/>
                  </a:prstClr>
                </a:solidFill>
                <a:latin typeface="思源黑体 Light" panose="020B0300000000000000" pitchFamily="34" charset="-122"/>
                <a:ea typeface="思源黑体 Light" panose="020B0300000000000000" pitchFamily="34" charset="-122"/>
              </a:defRPr>
            </a:lvl1pPr>
            <a:lvl2pPr marL="742950" indent="-285750">
              <a:spcBef>
                <a:spcPct val="20000"/>
              </a:spcBef>
              <a:buFont typeface="Arial" pitchFamily="34" charset="0"/>
              <a:buChar char="–"/>
              <a:defRPr sz="1200">
                <a:solidFill>
                  <a:schemeClr val="bg1">
                    <a:lumMod val="65000"/>
                  </a:schemeClr>
                </a:solidFill>
              </a:defRPr>
            </a:lvl2pPr>
            <a:lvl3pPr marL="1143000" indent="-228600">
              <a:spcBef>
                <a:spcPct val="20000"/>
              </a:spcBef>
              <a:buFont typeface="Arial" pitchFamily="34" charset="0"/>
              <a:buChar char="•"/>
              <a:defRPr sz="1100">
                <a:solidFill>
                  <a:schemeClr val="bg1">
                    <a:lumMod val="65000"/>
                  </a:schemeClr>
                </a:solidFill>
              </a:defRPr>
            </a:lvl3pPr>
            <a:lvl4pPr marL="1600200" indent="-228600">
              <a:spcBef>
                <a:spcPct val="20000"/>
              </a:spcBef>
              <a:buFont typeface="Arial" pitchFamily="34" charset="0"/>
              <a:buChar char="–"/>
              <a:defRPr sz="1050">
                <a:solidFill>
                  <a:schemeClr val="bg1">
                    <a:lumMod val="65000"/>
                  </a:schemeClr>
                </a:solidFill>
              </a:defRPr>
            </a:lvl4pPr>
            <a:lvl5pPr marL="2057400" indent="-228600">
              <a:spcBef>
                <a:spcPct val="20000"/>
              </a:spcBef>
              <a:buFont typeface="Arial" pitchFamily="34" charset="0"/>
              <a:buChar char="»"/>
              <a:defRPr sz="1050">
                <a:solidFill>
                  <a:schemeClr val="bg1">
                    <a:lumMod val="65000"/>
                  </a:schemeClr>
                </a:solidFill>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zh-CN" altLang="en-US" sz="2000" b="1" dirty="0">
                <a:solidFill>
                  <a:srgbClr val="044BC9"/>
                </a:solidFill>
              </a:rPr>
              <a:t>请添加标题</a:t>
            </a:r>
            <a:endParaRPr lang="id-ID" sz="2000" b="1" dirty="0">
              <a:solidFill>
                <a:srgbClr val="044BC9"/>
              </a:solidFill>
            </a:endParaRPr>
          </a:p>
        </p:txBody>
      </p:sp>
      <p:sp>
        <p:nvSpPr>
          <p:cNvPr id="10" name="Content Placeholder 2"/>
          <p:cNvSpPr txBox="1">
            <a:spLocks/>
          </p:cNvSpPr>
          <p:nvPr/>
        </p:nvSpPr>
        <p:spPr>
          <a:xfrm>
            <a:off x="985372" y="3312385"/>
            <a:ext cx="3783617" cy="2031325"/>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添加文本添加所需文本添加所需文本添加文本添加所需文本添加所需文本添加文本添加所需文本添加所需文本添加所需文本添加所需文本添加所需文本添加文本</a:t>
            </a:r>
          </a:p>
        </p:txBody>
      </p:sp>
    </p:spTree>
    <p:extLst>
      <p:ext uri="{BB962C8B-B14F-4D97-AF65-F5344CB8AC3E}">
        <p14:creationId xmlns:p14="http://schemas.microsoft.com/office/powerpoint/2010/main" val="2621799583"/>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3423744"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经验分享</a:t>
            </a:r>
          </a:p>
        </p:txBody>
      </p:sp>
      <p:sp>
        <p:nvSpPr>
          <p:cNvPr id="6" name="Freeform 5">
            <a:extLst>
              <a:ext uri="{FF2B5EF4-FFF2-40B4-BE49-F238E27FC236}">
                <a16:creationId xmlns:a16="http://schemas.microsoft.com/office/drawing/2014/main" id="{E2568791-C62F-4010-B6A1-041E731455B5}"/>
              </a:ext>
            </a:extLst>
          </p:cNvPr>
          <p:cNvSpPr>
            <a:spLocks noChangeArrowheads="1"/>
          </p:cNvSpPr>
          <p:nvPr/>
        </p:nvSpPr>
        <p:spPr bwMode="auto">
          <a:xfrm>
            <a:off x="3123285" y="2663825"/>
            <a:ext cx="133350" cy="801688"/>
          </a:xfrm>
          <a:custGeom>
            <a:avLst/>
            <a:gdLst>
              <a:gd name="T0" fmla="*/ 46 w 69"/>
              <a:gd name="T1" fmla="*/ 416 h 416"/>
              <a:gd name="T2" fmla="*/ 31 w 69"/>
              <a:gd name="T3" fmla="*/ 409 h 416"/>
              <a:gd name="T4" fmla="*/ 9 w 69"/>
              <a:gd name="T5" fmla="*/ 306 h 416"/>
              <a:gd name="T6" fmla="*/ 6 w 69"/>
              <a:gd name="T7" fmla="*/ 207 h 416"/>
              <a:gd name="T8" fmla="*/ 32 w 69"/>
              <a:gd name="T9" fmla="*/ 4 h 416"/>
              <a:gd name="T10" fmla="*/ 57 w 69"/>
              <a:gd name="T11" fmla="*/ 5 h 416"/>
              <a:gd name="T12" fmla="*/ 69 w 69"/>
              <a:gd name="T13" fmla="*/ 33 h 416"/>
              <a:gd name="T14" fmla="*/ 63 w 69"/>
              <a:gd name="T15" fmla="*/ 39 h 416"/>
              <a:gd name="T16" fmla="*/ 57 w 69"/>
              <a:gd name="T17" fmla="*/ 33 h 416"/>
              <a:gd name="T18" fmla="*/ 50 w 69"/>
              <a:gd name="T19" fmla="*/ 15 h 416"/>
              <a:gd name="T20" fmla="*/ 36 w 69"/>
              <a:gd name="T21" fmla="*/ 16 h 416"/>
              <a:gd name="T22" fmla="*/ 35 w 69"/>
              <a:gd name="T23" fmla="*/ 16 h 416"/>
              <a:gd name="T24" fmla="*/ 18 w 69"/>
              <a:gd name="T25" fmla="*/ 207 h 416"/>
              <a:gd name="T26" fmla="*/ 21 w 69"/>
              <a:gd name="T27" fmla="*/ 306 h 416"/>
              <a:gd name="T28" fmla="*/ 40 w 69"/>
              <a:gd name="T29" fmla="*/ 401 h 416"/>
              <a:gd name="T30" fmla="*/ 45 w 69"/>
              <a:gd name="T31" fmla="*/ 404 h 416"/>
              <a:gd name="T32" fmla="*/ 45 w 69"/>
              <a:gd name="T33" fmla="*/ 404 h 416"/>
              <a:gd name="T34" fmla="*/ 52 w 69"/>
              <a:gd name="T35" fmla="*/ 409 h 416"/>
              <a:gd name="T36" fmla="*/ 46 w 69"/>
              <a:gd name="T37" fmla="*/ 416 h 416"/>
              <a:gd name="T38" fmla="*/ 46 w 69"/>
              <a:gd name="T39" fmla="*/ 416 h 4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9"/>
              <a:gd name="T61" fmla="*/ 0 h 416"/>
              <a:gd name="T62" fmla="*/ 69 w 69"/>
              <a:gd name="T63" fmla="*/ 416 h 4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9" h="416">
                <a:moveTo>
                  <a:pt x="46" y="416"/>
                </a:moveTo>
                <a:cubicBezTo>
                  <a:pt x="43" y="416"/>
                  <a:pt x="38" y="415"/>
                  <a:pt x="31" y="409"/>
                </a:cubicBezTo>
                <a:cubicBezTo>
                  <a:pt x="16" y="395"/>
                  <a:pt x="8" y="359"/>
                  <a:pt x="9" y="306"/>
                </a:cubicBezTo>
                <a:cubicBezTo>
                  <a:pt x="9" y="277"/>
                  <a:pt x="8" y="243"/>
                  <a:pt x="6" y="207"/>
                </a:cubicBezTo>
                <a:cubicBezTo>
                  <a:pt x="1" y="87"/>
                  <a:pt x="0" y="13"/>
                  <a:pt x="32" y="4"/>
                </a:cubicBezTo>
                <a:cubicBezTo>
                  <a:pt x="42" y="0"/>
                  <a:pt x="51" y="1"/>
                  <a:pt x="57" y="5"/>
                </a:cubicBezTo>
                <a:cubicBezTo>
                  <a:pt x="69" y="14"/>
                  <a:pt x="69" y="31"/>
                  <a:pt x="69" y="33"/>
                </a:cubicBezTo>
                <a:cubicBezTo>
                  <a:pt x="69" y="37"/>
                  <a:pt x="67" y="39"/>
                  <a:pt x="63" y="39"/>
                </a:cubicBezTo>
                <a:cubicBezTo>
                  <a:pt x="60" y="39"/>
                  <a:pt x="57" y="37"/>
                  <a:pt x="57" y="33"/>
                </a:cubicBezTo>
                <a:cubicBezTo>
                  <a:pt x="57" y="30"/>
                  <a:pt x="56" y="19"/>
                  <a:pt x="50" y="15"/>
                </a:cubicBezTo>
                <a:cubicBezTo>
                  <a:pt x="47" y="13"/>
                  <a:pt x="42" y="13"/>
                  <a:pt x="36" y="16"/>
                </a:cubicBezTo>
                <a:cubicBezTo>
                  <a:pt x="35" y="16"/>
                  <a:pt x="35" y="16"/>
                  <a:pt x="35" y="16"/>
                </a:cubicBezTo>
                <a:cubicBezTo>
                  <a:pt x="11" y="22"/>
                  <a:pt x="15" y="125"/>
                  <a:pt x="18" y="207"/>
                </a:cubicBezTo>
                <a:cubicBezTo>
                  <a:pt x="20" y="243"/>
                  <a:pt x="21" y="277"/>
                  <a:pt x="21" y="306"/>
                </a:cubicBezTo>
                <a:cubicBezTo>
                  <a:pt x="20" y="372"/>
                  <a:pt x="32" y="394"/>
                  <a:pt x="40" y="401"/>
                </a:cubicBezTo>
                <a:cubicBezTo>
                  <a:pt x="43" y="404"/>
                  <a:pt x="45" y="404"/>
                  <a:pt x="45" y="404"/>
                </a:cubicBezTo>
                <a:cubicBezTo>
                  <a:pt x="45" y="404"/>
                  <a:pt x="45" y="404"/>
                  <a:pt x="45" y="404"/>
                </a:cubicBezTo>
                <a:cubicBezTo>
                  <a:pt x="49" y="404"/>
                  <a:pt x="51" y="406"/>
                  <a:pt x="52" y="409"/>
                </a:cubicBezTo>
                <a:cubicBezTo>
                  <a:pt x="52" y="413"/>
                  <a:pt x="50" y="416"/>
                  <a:pt x="46" y="416"/>
                </a:cubicBezTo>
                <a:cubicBezTo>
                  <a:pt x="46" y="416"/>
                  <a:pt x="46" y="416"/>
                  <a:pt x="46" y="416"/>
                </a:cubicBezTo>
                <a:close/>
              </a:path>
            </a:pathLst>
          </a:custGeom>
          <a:solidFill>
            <a:srgbClr val="113035"/>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zh-CN" dirty="0">
              <a:solidFill>
                <a:srgbClr val="000000"/>
              </a:solidFill>
              <a:latin typeface="Calibri" panose="020F0502020204030204" pitchFamily="34" charset="0"/>
              <a:ea typeface="思源黑体 Normal" panose="020B0400000000000000" pitchFamily="34" charset="-122"/>
              <a:sym typeface="SimSun" panose="02010600030101010101" pitchFamily="2" charset="-122"/>
            </a:endParaRPr>
          </a:p>
        </p:txBody>
      </p:sp>
      <p:grpSp>
        <p:nvGrpSpPr>
          <p:cNvPr id="7" name="组合 42">
            <a:extLst>
              <a:ext uri="{FF2B5EF4-FFF2-40B4-BE49-F238E27FC236}">
                <a16:creationId xmlns:a16="http://schemas.microsoft.com/office/drawing/2014/main" id="{558BBD78-18CA-44BE-8BD9-A8DB5A96C01B}"/>
              </a:ext>
            </a:extLst>
          </p:cNvPr>
          <p:cNvGrpSpPr>
            <a:grpSpLocks/>
          </p:cNvGrpSpPr>
          <p:nvPr/>
        </p:nvGrpSpPr>
        <p:grpSpPr bwMode="auto">
          <a:xfrm>
            <a:off x="710285" y="1863725"/>
            <a:ext cx="2773363" cy="965200"/>
            <a:chOff x="0" y="0"/>
            <a:chExt cx="3177519" cy="1103966"/>
          </a:xfrm>
          <a:solidFill>
            <a:schemeClr val="bg1">
              <a:lumMod val="75000"/>
            </a:schemeClr>
          </a:solidFill>
        </p:grpSpPr>
        <p:sp>
          <p:nvSpPr>
            <p:cNvPr id="8" name="Freeform 6">
              <a:extLst>
                <a:ext uri="{FF2B5EF4-FFF2-40B4-BE49-F238E27FC236}">
                  <a16:creationId xmlns:a16="http://schemas.microsoft.com/office/drawing/2014/main" id="{3B6E53D8-7383-4675-9ECC-0F706975C4AE}"/>
                </a:ext>
              </a:extLst>
            </p:cNvPr>
            <p:cNvSpPr>
              <a:spLocks noChangeArrowheads="1"/>
            </p:cNvSpPr>
            <p:nvPr/>
          </p:nvSpPr>
          <p:spPr bwMode="auto">
            <a:xfrm>
              <a:off x="237964" y="223033"/>
              <a:ext cx="181039" cy="271559"/>
            </a:xfrm>
            <a:custGeom>
              <a:avLst/>
              <a:gdLst>
                <a:gd name="T0" fmla="*/ 0 w 82"/>
                <a:gd name="T1" fmla="*/ 116 h 123"/>
                <a:gd name="T2" fmla="*/ 0 w 82"/>
                <a:gd name="T3" fmla="*/ 90 h 123"/>
                <a:gd name="T4" fmla="*/ 16 w 82"/>
                <a:gd name="T5" fmla="*/ 99 h 123"/>
                <a:gd name="T6" fmla="*/ 33 w 82"/>
                <a:gd name="T7" fmla="*/ 102 h 123"/>
                <a:gd name="T8" fmla="*/ 42 w 82"/>
                <a:gd name="T9" fmla="*/ 101 h 123"/>
                <a:gd name="T10" fmla="*/ 48 w 82"/>
                <a:gd name="T11" fmla="*/ 98 h 123"/>
                <a:gd name="T12" fmla="*/ 52 w 82"/>
                <a:gd name="T13" fmla="*/ 94 h 123"/>
                <a:gd name="T14" fmla="*/ 53 w 82"/>
                <a:gd name="T15" fmla="*/ 90 h 123"/>
                <a:gd name="T16" fmla="*/ 51 w 82"/>
                <a:gd name="T17" fmla="*/ 83 h 123"/>
                <a:gd name="T18" fmla="*/ 46 w 82"/>
                <a:gd name="T19" fmla="*/ 78 h 123"/>
                <a:gd name="T20" fmla="*/ 38 w 82"/>
                <a:gd name="T21" fmla="*/ 74 h 123"/>
                <a:gd name="T22" fmla="*/ 28 w 82"/>
                <a:gd name="T23" fmla="*/ 69 h 123"/>
                <a:gd name="T24" fmla="*/ 7 w 82"/>
                <a:gd name="T25" fmla="*/ 55 h 123"/>
                <a:gd name="T26" fmla="*/ 0 w 82"/>
                <a:gd name="T27" fmla="*/ 35 h 123"/>
                <a:gd name="T28" fmla="*/ 4 w 82"/>
                <a:gd name="T29" fmla="*/ 19 h 123"/>
                <a:gd name="T30" fmla="*/ 14 w 82"/>
                <a:gd name="T31" fmla="*/ 8 h 123"/>
                <a:gd name="T32" fmla="*/ 29 w 82"/>
                <a:gd name="T33" fmla="*/ 2 h 123"/>
                <a:gd name="T34" fmla="*/ 47 w 82"/>
                <a:gd name="T35" fmla="*/ 0 h 123"/>
                <a:gd name="T36" fmla="*/ 63 w 82"/>
                <a:gd name="T37" fmla="*/ 1 h 123"/>
                <a:gd name="T38" fmla="*/ 76 w 82"/>
                <a:gd name="T39" fmla="*/ 4 h 123"/>
                <a:gd name="T40" fmla="*/ 76 w 82"/>
                <a:gd name="T41" fmla="*/ 29 h 123"/>
                <a:gd name="T42" fmla="*/ 70 w 82"/>
                <a:gd name="T43" fmla="*/ 25 h 123"/>
                <a:gd name="T44" fmla="*/ 63 w 82"/>
                <a:gd name="T45" fmla="*/ 23 h 123"/>
                <a:gd name="T46" fmla="*/ 55 w 82"/>
                <a:gd name="T47" fmla="*/ 21 h 123"/>
                <a:gd name="T48" fmla="*/ 48 w 82"/>
                <a:gd name="T49" fmla="*/ 21 h 123"/>
                <a:gd name="T50" fmla="*/ 40 w 82"/>
                <a:gd name="T51" fmla="*/ 22 h 123"/>
                <a:gd name="T52" fmla="*/ 34 w 82"/>
                <a:gd name="T53" fmla="*/ 24 h 123"/>
                <a:gd name="T54" fmla="*/ 30 w 82"/>
                <a:gd name="T55" fmla="*/ 28 h 123"/>
                <a:gd name="T56" fmla="*/ 28 w 82"/>
                <a:gd name="T57" fmla="*/ 33 h 123"/>
                <a:gd name="T58" fmla="*/ 30 w 82"/>
                <a:gd name="T59" fmla="*/ 38 h 123"/>
                <a:gd name="T60" fmla="*/ 34 w 82"/>
                <a:gd name="T61" fmla="*/ 43 h 123"/>
                <a:gd name="T62" fmla="*/ 41 w 82"/>
                <a:gd name="T63" fmla="*/ 47 h 123"/>
                <a:gd name="T64" fmla="*/ 51 w 82"/>
                <a:gd name="T65" fmla="*/ 51 h 123"/>
                <a:gd name="T66" fmla="*/ 64 w 82"/>
                <a:gd name="T67" fmla="*/ 57 h 123"/>
                <a:gd name="T68" fmla="*/ 73 w 82"/>
                <a:gd name="T69" fmla="*/ 65 h 123"/>
                <a:gd name="T70" fmla="*/ 80 w 82"/>
                <a:gd name="T71" fmla="*/ 75 h 123"/>
                <a:gd name="T72" fmla="*/ 82 w 82"/>
                <a:gd name="T73" fmla="*/ 87 h 123"/>
                <a:gd name="T74" fmla="*/ 78 w 82"/>
                <a:gd name="T75" fmla="*/ 104 h 123"/>
                <a:gd name="T76" fmla="*/ 68 w 82"/>
                <a:gd name="T77" fmla="*/ 115 h 123"/>
                <a:gd name="T78" fmla="*/ 53 w 82"/>
                <a:gd name="T79" fmla="*/ 121 h 123"/>
                <a:gd name="T80" fmla="*/ 34 w 82"/>
                <a:gd name="T81" fmla="*/ 123 h 123"/>
                <a:gd name="T82" fmla="*/ 16 w 82"/>
                <a:gd name="T83" fmla="*/ 121 h 123"/>
                <a:gd name="T84" fmla="*/ 0 w 82"/>
                <a:gd name="T85" fmla="*/ 116 h 12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2"/>
                <a:gd name="T130" fmla="*/ 0 h 123"/>
                <a:gd name="T131" fmla="*/ 82 w 82"/>
                <a:gd name="T132" fmla="*/ 123 h 12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2" h="123">
                  <a:moveTo>
                    <a:pt x="0" y="116"/>
                  </a:moveTo>
                  <a:cubicBezTo>
                    <a:pt x="0" y="90"/>
                    <a:pt x="0" y="90"/>
                    <a:pt x="0" y="90"/>
                  </a:cubicBezTo>
                  <a:cubicBezTo>
                    <a:pt x="5" y="94"/>
                    <a:pt x="11" y="97"/>
                    <a:pt x="16" y="99"/>
                  </a:cubicBezTo>
                  <a:cubicBezTo>
                    <a:pt x="22" y="101"/>
                    <a:pt x="28" y="102"/>
                    <a:pt x="33" y="102"/>
                  </a:cubicBezTo>
                  <a:cubicBezTo>
                    <a:pt x="37" y="102"/>
                    <a:pt x="40" y="101"/>
                    <a:pt x="42" y="101"/>
                  </a:cubicBezTo>
                  <a:cubicBezTo>
                    <a:pt x="45" y="100"/>
                    <a:pt x="47" y="99"/>
                    <a:pt x="48" y="98"/>
                  </a:cubicBezTo>
                  <a:cubicBezTo>
                    <a:pt x="50" y="97"/>
                    <a:pt x="51" y="96"/>
                    <a:pt x="52" y="94"/>
                  </a:cubicBezTo>
                  <a:cubicBezTo>
                    <a:pt x="53" y="93"/>
                    <a:pt x="53" y="91"/>
                    <a:pt x="53" y="90"/>
                  </a:cubicBezTo>
                  <a:cubicBezTo>
                    <a:pt x="53" y="87"/>
                    <a:pt x="53" y="85"/>
                    <a:pt x="51" y="83"/>
                  </a:cubicBezTo>
                  <a:cubicBezTo>
                    <a:pt x="50" y="82"/>
                    <a:pt x="48" y="80"/>
                    <a:pt x="46" y="78"/>
                  </a:cubicBezTo>
                  <a:cubicBezTo>
                    <a:pt x="44" y="77"/>
                    <a:pt x="41" y="75"/>
                    <a:pt x="38" y="74"/>
                  </a:cubicBezTo>
                  <a:cubicBezTo>
                    <a:pt x="35" y="72"/>
                    <a:pt x="31" y="71"/>
                    <a:pt x="28" y="69"/>
                  </a:cubicBezTo>
                  <a:cubicBezTo>
                    <a:pt x="18" y="66"/>
                    <a:pt x="11" y="61"/>
                    <a:pt x="7" y="55"/>
                  </a:cubicBezTo>
                  <a:cubicBezTo>
                    <a:pt x="2" y="50"/>
                    <a:pt x="0" y="43"/>
                    <a:pt x="0" y="35"/>
                  </a:cubicBezTo>
                  <a:cubicBezTo>
                    <a:pt x="0" y="29"/>
                    <a:pt x="1" y="23"/>
                    <a:pt x="4" y="19"/>
                  </a:cubicBezTo>
                  <a:cubicBezTo>
                    <a:pt x="6" y="15"/>
                    <a:pt x="10" y="11"/>
                    <a:pt x="14" y="8"/>
                  </a:cubicBezTo>
                  <a:cubicBezTo>
                    <a:pt x="18" y="5"/>
                    <a:pt x="23" y="3"/>
                    <a:pt x="29" y="2"/>
                  </a:cubicBezTo>
                  <a:cubicBezTo>
                    <a:pt x="34" y="0"/>
                    <a:pt x="40" y="0"/>
                    <a:pt x="47" y="0"/>
                  </a:cubicBezTo>
                  <a:cubicBezTo>
                    <a:pt x="53" y="0"/>
                    <a:pt x="58" y="0"/>
                    <a:pt x="63" y="1"/>
                  </a:cubicBezTo>
                  <a:cubicBezTo>
                    <a:pt x="68" y="1"/>
                    <a:pt x="72" y="3"/>
                    <a:pt x="76" y="4"/>
                  </a:cubicBezTo>
                  <a:cubicBezTo>
                    <a:pt x="76" y="29"/>
                    <a:pt x="76" y="29"/>
                    <a:pt x="76" y="29"/>
                  </a:cubicBezTo>
                  <a:cubicBezTo>
                    <a:pt x="74" y="28"/>
                    <a:pt x="72" y="26"/>
                    <a:pt x="70" y="25"/>
                  </a:cubicBezTo>
                  <a:cubicBezTo>
                    <a:pt x="68" y="24"/>
                    <a:pt x="65" y="23"/>
                    <a:pt x="63" y="23"/>
                  </a:cubicBezTo>
                  <a:cubicBezTo>
                    <a:pt x="60" y="22"/>
                    <a:pt x="58" y="22"/>
                    <a:pt x="55" y="21"/>
                  </a:cubicBezTo>
                  <a:cubicBezTo>
                    <a:pt x="53" y="21"/>
                    <a:pt x="50" y="21"/>
                    <a:pt x="48" y="21"/>
                  </a:cubicBezTo>
                  <a:cubicBezTo>
                    <a:pt x="45" y="21"/>
                    <a:pt x="42" y="21"/>
                    <a:pt x="40" y="22"/>
                  </a:cubicBezTo>
                  <a:cubicBezTo>
                    <a:pt x="37" y="22"/>
                    <a:pt x="35" y="23"/>
                    <a:pt x="34" y="24"/>
                  </a:cubicBezTo>
                  <a:cubicBezTo>
                    <a:pt x="32" y="25"/>
                    <a:pt x="31" y="26"/>
                    <a:pt x="30" y="28"/>
                  </a:cubicBezTo>
                  <a:cubicBezTo>
                    <a:pt x="29" y="29"/>
                    <a:pt x="28" y="31"/>
                    <a:pt x="28" y="33"/>
                  </a:cubicBezTo>
                  <a:cubicBezTo>
                    <a:pt x="28" y="35"/>
                    <a:pt x="29" y="37"/>
                    <a:pt x="30" y="38"/>
                  </a:cubicBezTo>
                  <a:cubicBezTo>
                    <a:pt x="31" y="40"/>
                    <a:pt x="32" y="41"/>
                    <a:pt x="34" y="43"/>
                  </a:cubicBezTo>
                  <a:cubicBezTo>
                    <a:pt x="36" y="44"/>
                    <a:pt x="39" y="45"/>
                    <a:pt x="41" y="47"/>
                  </a:cubicBezTo>
                  <a:cubicBezTo>
                    <a:pt x="44" y="48"/>
                    <a:pt x="47" y="49"/>
                    <a:pt x="51" y="51"/>
                  </a:cubicBezTo>
                  <a:cubicBezTo>
                    <a:pt x="55" y="53"/>
                    <a:pt x="60" y="55"/>
                    <a:pt x="64" y="57"/>
                  </a:cubicBezTo>
                  <a:cubicBezTo>
                    <a:pt x="67" y="60"/>
                    <a:pt x="71" y="62"/>
                    <a:pt x="73" y="65"/>
                  </a:cubicBezTo>
                  <a:cubicBezTo>
                    <a:pt x="76" y="68"/>
                    <a:pt x="78" y="71"/>
                    <a:pt x="80" y="75"/>
                  </a:cubicBezTo>
                  <a:cubicBezTo>
                    <a:pt x="81" y="78"/>
                    <a:pt x="82" y="82"/>
                    <a:pt x="82" y="87"/>
                  </a:cubicBezTo>
                  <a:cubicBezTo>
                    <a:pt x="82" y="94"/>
                    <a:pt x="80" y="99"/>
                    <a:pt x="78" y="104"/>
                  </a:cubicBezTo>
                  <a:cubicBezTo>
                    <a:pt x="75" y="108"/>
                    <a:pt x="72" y="112"/>
                    <a:pt x="68" y="115"/>
                  </a:cubicBezTo>
                  <a:cubicBezTo>
                    <a:pt x="63" y="118"/>
                    <a:pt x="58" y="120"/>
                    <a:pt x="53" y="121"/>
                  </a:cubicBezTo>
                  <a:cubicBezTo>
                    <a:pt x="47" y="122"/>
                    <a:pt x="41" y="123"/>
                    <a:pt x="34" y="123"/>
                  </a:cubicBezTo>
                  <a:cubicBezTo>
                    <a:pt x="28" y="123"/>
                    <a:pt x="22" y="122"/>
                    <a:pt x="16" y="121"/>
                  </a:cubicBezTo>
                  <a:cubicBezTo>
                    <a:pt x="10" y="120"/>
                    <a:pt x="5" y="118"/>
                    <a:pt x="0" y="116"/>
                  </a:cubicBezTo>
                  <a:close/>
                </a:path>
              </a:pathLst>
            </a:custGeom>
            <a:grpFill/>
            <a:ln>
              <a:noFill/>
            </a:ln>
            <a:extLst>
              <a:ext uri="{91240B29-F687-4F45-9708-019B960494DF}">
                <a14:hiddenLine xmlns:a14="http://schemas.microsoft.com/office/drawing/2010/main" w="12700" cap="flat" cmpd="sng">
                  <a:solidFill>
                    <a:srgbClr val="42719B"/>
                  </a:solidFill>
                  <a:bevel/>
                  <a:headEnd/>
                  <a:tailEnd/>
                </a14:hiddenLine>
              </a:ext>
            </a:extLst>
          </p:spPr>
          <p:txBody>
            <a:bodyPr anchor="ctr"/>
            <a:lstStyle/>
            <a:p>
              <a:pPr algn="ctr"/>
              <a:endParaRPr lang="zh-CN" altLang="zh-CN" dirty="0">
                <a:solidFill>
                  <a:srgbClr val="FFFFFF"/>
                </a:solidFill>
                <a:latin typeface="SimSun" panose="02010600030101010101" pitchFamily="2" charset="-122"/>
                <a:ea typeface="思源黑体 Normal" panose="020B0400000000000000" pitchFamily="34" charset="-122"/>
                <a:sym typeface="SimSun" panose="02010600030101010101" pitchFamily="2" charset="-122"/>
              </a:endParaRPr>
            </a:p>
          </p:txBody>
        </p:sp>
        <p:sp>
          <p:nvSpPr>
            <p:cNvPr id="9" name="Freeform 7">
              <a:extLst>
                <a:ext uri="{FF2B5EF4-FFF2-40B4-BE49-F238E27FC236}">
                  <a16:creationId xmlns:a16="http://schemas.microsoft.com/office/drawing/2014/main" id="{E5BCD88D-980B-4588-A5D4-F4010B3F78FA}"/>
                </a:ext>
              </a:extLst>
            </p:cNvPr>
            <p:cNvSpPr>
              <a:spLocks noChangeArrowheads="1"/>
            </p:cNvSpPr>
            <p:nvPr/>
          </p:nvSpPr>
          <p:spPr bwMode="auto">
            <a:xfrm>
              <a:off x="459131" y="227699"/>
              <a:ext cx="215567" cy="266893"/>
            </a:xfrm>
            <a:custGeom>
              <a:avLst/>
              <a:gdLst>
                <a:gd name="T0" fmla="*/ 98 w 98"/>
                <a:gd name="T1" fmla="*/ 67 h 121"/>
                <a:gd name="T2" fmla="*/ 48 w 98"/>
                <a:gd name="T3" fmla="*/ 121 h 121"/>
                <a:gd name="T4" fmla="*/ 0 w 98"/>
                <a:gd name="T5" fmla="*/ 68 h 121"/>
                <a:gd name="T6" fmla="*/ 0 w 98"/>
                <a:gd name="T7" fmla="*/ 0 h 121"/>
                <a:gd name="T8" fmla="*/ 27 w 98"/>
                <a:gd name="T9" fmla="*/ 0 h 121"/>
                <a:gd name="T10" fmla="*/ 27 w 98"/>
                <a:gd name="T11" fmla="*/ 69 h 121"/>
                <a:gd name="T12" fmla="*/ 49 w 98"/>
                <a:gd name="T13" fmla="*/ 98 h 121"/>
                <a:gd name="T14" fmla="*/ 71 w 98"/>
                <a:gd name="T15" fmla="*/ 70 h 121"/>
                <a:gd name="T16" fmla="*/ 71 w 98"/>
                <a:gd name="T17" fmla="*/ 0 h 121"/>
                <a:gd name="T18" fmla="*/ 98 w 98"/>
                <a:gd name="T19" fmla="*/ 0 h 121"/>
                <a:gd name="T20" fmla="*/ 98 w 98"/>
                <a:gd name="T21" fmla="*/ 67 h 1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8"/>
                <a:gd name="T34" fmla="*/ 0 h 121"/>
                <a:gd name="T35" fmla="*/ 98 w 98"/>
                <a:gd name="T36" fmla="*/ 121 h 1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8" h="121">
                  <a:moveTo>
                    <a:pt x="98" y="67"/>
                  </a:moveTo>
                  <a:cubicBezTo>
                    <a:pt x="98" y="103"/>
                    <a:pt x="82" y="121"/>
                    <a:pt x="48" y="121"/>
                  </a:cubicBezTo>
                  <a:cubicBezTo>
                    <a:pt x="16" y="121"/>
                    <a:pt x="0" y="103"/>
                    <a:pt x="0" y="68"/>
                  </a:cubicBezTo>
                  <a:cubicBezTo>
                    <a:pt x="0" y="0"/>
                    <a:pt x="0" y="0"/>
                    <a:pt x="0" y="0"/>
                  </a:cubicBezTo>
                  <a:cubicBezTo>
                    <a:pt x="27" y="0"/>
                    <a:pt x="27" y="0"/>
                    <a:pt x="27" y="0"/>
                  </a:cubicBezTo>
                  <a:cubicBezTo>
                    <a:pt x="27" y="69"/>
                    <a:pt x="27" y="69"/>
                    <a:pt x="27" y="69"/>
                  </a:cubicBezTo>
                  <a:cubicBezTo>
                    <a:pt x="27" y="88"/>
                    <a:pt x="34" y="98"/>
                    <a:pt x="49" y="98"/>
                  </a:cubicBezTo>
                  <a:cubicBezTo>
                    <a:pt x="64" y="98"/>
                    <a:pt x="71" y="88"/>
                    <a:pt x="71" y="70"/>
                  </a:cubicBezTo>
                  <a:cubicBezTo>
                    <a:pt x="71" y="0"/>
                    <a:pt x="71" y="0"/>
                    <a:pt x="71" y="0"/>
                  </a:cubicBezTo>
                  <a:cubicBezTo>
                    <a:pt x="98" y="0"/>
                    <a:pt x="98" y="0"/>
                    <a:pt x="98" y="0"/>
                  </a:cubicBezTo>
                  <a:lnTo>
                    <a:pt x="98" y="67"/>
                  </a:lnTo>
                  <a:close/>
                </a:path>
              </a:pathLst>
            </a:custGeom>
            <a:grpFill/>
            <a:ln>
              <a:noFill/>
            </a:ln>
            <a:extLst>
              <a:ext uri="{91240B29-F687-4F45-9708-019B960494DF}">
                <a14:hiddenLine xmlns:a14="http://schemas.microsoft.com/office/drawing/2010/main" w="12700" cap="flat" cmpd="sng">
                  <a:solidFill>
                    <a:srgbClr val="42719B"/>
                  </a:solidFill>
                  <a:bevel/>
                  <a:headEnd/>
                  <a:tailEnd/>
                </a14:hiddenLine>
              </a:ext>
            </a:extLst>
          </p:spPr>
          <p:txBody>
            <a:bodyPr anchor="ctr"/>
            <a:lstStyle/>
            <a:p>
              <a:pPr algn="ctr"/>
              <a:endParaRPr lang="zh-CN" altLang="zh-CN" dirty="0">
                <a:solidFill>
                  <a:srgbClr val="FFFFFF"/>
                </a:solidFill>
                <a:latin typeface="SimSun" panose="02010600030101010101" pitchFamily="2" charset="-122"/>
                <a:ea typeface="思源黑体 Normal" panose="020B0400000000000000" pitchFamily="34" charset="-122"/>
                <a:sym typeface="SimSun" panose="02010600030101010101" pitchFamily="2" charset="-122"/>
              </a:endParaRPr>
            </a:p>
          </p:txBody>
        </p:sp>
        <p:sp>
          <p:nvSpPr>
            <p:cNvPr id="10" name="Freeform 8">
              <a:extLst>
                <a:ext uri="{FF2B5EF4-FFF2-40B4-BE49-F238E27FC236}">
                  <a16:creationId xmlns:a16="http://schemas.microsoft.com/office/drawing/2014/main" id="{64CEABB2-D91A-49E5-9940-F475494F36D1}"/>
                </a:ext>
              </a:extLst>
            </p:cNvPr>
            <p:cNvSpPr>
              <a:spLocks noChangeArrowheads="1"/>
            </p:cNvSpPr>
            <p:nvPr/>
          </p:nvSpPr>
          <p:spPr bwMode="auto">
            <a:xfrm>
              <a:off x="716692" y="223033"/>
              <a:ext cx="203436" cy="271559"/>
            </a:xfrm>
            <a:custGeom>
              <a:avLst/>
              <a:gdLst>
                <a:gd name="T0" fmla="*/ 92 w 92"/>
                <a:gd name="T1" fmla="*/ 116 h 123"/>
                <a:gd name="T2" fmla="*/ 58 w 92"/>
                <a:gd name="T3" fmla="*/ 123 h 123"/>
                <a:gd name="T4" fmla="*/ 15 w 92"/>
                <a:gd name="T5" fmla="*/ 107 h 123"/>
                <a:gd name="T6" fmla="*/ 0 w 92"/>
                <a:gd name="T7" fmla="*/ 64 h 123"/>
                <a:gd name="T8" fmla="*/ 17 w 92"/>
                <a:gd name="T9" fmla="*/ 17 h 123"/>
                <a:gd name="T10" fmla="*/ 63 w 92"/>
                <a:gd name="T11" fmla="*/ 0 h 123"/>
                <a:gd name="T12" fmla="*/ 92 w 92"/>
                <a:gd name="T13" fmla="*/ 4 h 123"/>
                <a:gd name="T14" fmla="*/ 92 w 92"/>
                <a:gd name="T15" fmla="*/ 30 h 123"/>
                <a:gd name="T16" fmla="*/ 65 w 92"/>
                <a:gd name="T17" fmla="*/ 23 h 123"/>
                <a:gd name="T18" fmla="*/ 38 w 92"/>
                <a:gd name="T19" fmla="*/ 33 h 123"/>
                <a:gd name="T20" fmla="*/ 28 w 92"/>
                <a:gd name="T21" fmla="*/ 62 h 123"/>
                <a:gd name="T22" fmla="*/ 38 w 92"/>
                <a:gd name="T23" fmla="*/ 89 h 123"/>
                <a:gd name="T24" fmla="*/ 64 w 92"/>
                <a:gd name="T25" fmla="*/ 100 h 123"/>
                <a:gd name="T26" fmla="*/ 92 w 92"/>
                <a:gd name="T27" fmla="*/ 92 h 123"/>
                <a:gd name="T28" fmla="*/ 92 w 92"/>
                <a:gd name="T29" fmla="*/ 116 h 1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2"/>
                <a:gd name="T46" fmla="*/ 0 h 123"/>
                <a:gd name="T47" fmla="*/ 92 w 92"/>
                <a:gd name="T48" fmla="*/ 123 h 1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2" h="123">
                  <a:moveTo>
                    <a:pt x="92" y="116"/>
                  </a:moveTo>
                  <a:cubicBezTo>
                    <a:pt x="84" y="121"/>
                    <a:pt x="72" y="123"/>
                    <a:pt x="58" y="123"/>
                  </a:cubicBezTo>
                  <a:cubicBezTo>
                    <a:pt x="40" y="123"/>
                    <a:pt x="26" y="117"/>
                    <a:pt x="15" y="107"/>
                  </a:cubicBezTo>
                  <a:cubicBezTo>
                    <a:pt x="5" y="96"/>
                    <a:pt x="0" y="82"/>
                    <a:pt x="0" y="64"/>
                  </a:cubicBezTo>
                  <a:cubicBezTo>
                    <a:pt x="0" y="45"/>
                    <a:pt x="6" y="29"/>
                    <a:pt x="17" y="17"/>
                  </a:cubicBezTo>
                  <a:cubicBezTo>
                    <a:pt x="29" y="6"/>
                    <a:pt x="44" y="0"/>
                    <a:pt x="63" y="0"/>
                  </a:cubicBezTo>
                  <a:cubicBezTo>
                    <a:pt x="75" y="0"/>
                    <a:pt x="85" y="1"/>
                    <a:pt x="92" y="4"/>
                  </a:cubicBezTo>
                  <a:cubicBezTo>
                    <a:pt x="92" y="30"/>
                    <a:pt x="92" y="30"/>
                    <a:pt x="92" y="30"/>
                  </a:cubicBezTo>
                  <a:cubicBezTo>
                    <a:pt x="85" y="25"/>
                    <a:pt x="75" y="23"/>
                    <a:pt x="65" y="23"/>
                  </a:cubicBezTo>
                  <a:cubicBezTo>
                    <a:pt x="54" y="23"/>
                    <a:pt x="45" y="26"/>
                    <a:pt x="38" y="33"/>
                  </a:cubicBezTo>
                  <a:cubicBezTo>
                    <a:pt x="31" y="40"/>
                    <a:pt x="28" y="50"/>
                    <a:pt x="28" y="62"/>
                  </a:cubicBezTo>
                  <a:cubicBezTo>
                    <a:pt x="28" y="73"/>
                    <a:pt x="31" y="82"/>
                    <a:pt x="38" y="89"/>
                  </a:cubicBezTo>
                  <a:cubicBezTo>
                    <a:pt x="44" y="96"/>
                    <a:pt x="53" y="100"/>
                    <a:pt x="64" y="100"/>
                  </a:cubicBezTo>
                  <a:cubicBezTo>
                    <a:pt x="74" y="100"/>
                    <a:pt x="84" y="97"/>
                    <a:pt x="92" y="92"/>
                  </a:cubicBezTo>
                  <a:lnTo>
                    <a:pt x="92" y="116"/>
                  </a:lnTo>
                  <a:close/>
                </a:path>
              </a:pathLst>
            </a:custGeom>
            <a:grpFill/>
            <a:ln>
              <a:noFill/>
            </a:ln>
            <a:extLst>
              <a:ext uri="{91240B29-F687-4F45-9708-019B960494DF}">
                <a14:hiddenLine xmlns:a14="http://schemas.microsoft.com/office/drawing/2010/main" w="12700" cap="flat" cmpd="sng">
                  <a:solidFill>
                    <a:srgbClr val="42719B"/>
                  </a:solidFill>
                  <a:bevel/>
                  <a:headEnd/>
                  <a:tailEnd/>
                </a14:hiddenLine>
              </a:ext>
            </a:extLst>
          </p:spPr>
          <p:txBody>
            <a:bodyPr anchor="ctr"/>
            <a:lstStyle/>
            <a:p>
              <a:pPr algn="ctr"/>
              <a:endParaRPr lang="zh-CN" altLang="zh-CN" dirty="0">
                <a:solidFill>
                  <a:srgbClr val="FFFFFF"/>
                </a:solidFill>
                <a:latin typeface="SimSun" panose="02010600030101010101" pitchFamily="2" charset="-122"/>
                <a:ea typeface="思源黑体 Normal" panose="020B0400000000000000" pitchFamily="34" charset="-122"/>
                <a:sym typeface="SimSun" panose="02010600030101010101" pitchFamily="2" charset="-122"/>
              </a:endParaRPr>
            </a:p>
          </p:txBody>
        </p:sp>
        <p:sp>
          <p:nvSpPr>
            <p:cNvPr id="11" name="Freeform 9">
              <a:extLst>
                <a:ext uri="{FF2B5EF4-FFF2-40B4-BE49-F238E27FC236}">
                  <a16:creationId xmlns:a16="http://schemas.microsoft.com/office/drawing/2014/main" id="{3B045EC3-4F05-4B65-990B-A6240D2501EB}"/>
                </a:ext>
              </a:extLst>
            </p:cNvPr>
            <p:cNvSpPr>
              <a:spLocks noChangeArrowheads="1"/>
            </p:cNvSpPr>
            <p:nvPr/>
          </p:nvSpPr>
          <p:spPr bwMode="auto">
            <a:xfrm>
              <a:off x="939724" y="223033"/>
              <a:ext cx="205302" cy="271559"/>
            </a:xfrm>
            <a:custGeom>
              <a:avLst/>
              <a:gdLst>
                <a:gd name="T0" fmla="*/ 93 w 93"/>
                <a:gd name="T1" fmla="*/ 116 h 123"/>
                <a:gd name="T2" fmla="*/ 59 w 93"/>
                <a:gd name="T3" fmla="*/ 123 h 123"/>
                <a:gd name="T4" fmla="*/ 16 w 93"/>
                <a:gd name="T5" fmla="*/ 107 h 123"/>
                <a:gd name="T6" fmla="*/ 0 w 93"/>
                <a:gd name="T7" fmla="*/ 64 h 123"/>
                <a:gd name="T8" fmla="*/ 18 w 93"/>
                <a:gd name="T9" fmla="*/ 17 h 123"/>
                <a:gd name="T10" fmla="*/ 64 w 93"/>
                <a:gd name="T11" fmla="*/ 0 h 123"/>
                <a:gd name="T12" fmla="*/ 93 w 93"/>
                <a:gd name="T13" fmla="*/ 4 h 123"/>
                <a:gd name="T14" fmla="*/ 93 w 93"/>
                <a:gd name="T15" fmla="*/ 30 h 123"/>
                <a:gd name="T16" fmla="*/ 66 w 93"/>
                <a:gd name="T17" fmla="*/ 23 h 123"/>
                <a:gd name="T18" fmla="*/ 39 w 93"/>
                <a:gd name="T19" fmla="*/ 33 h 123"/>
                <a:gd name="T20" fmla="*/ 28 w 93"/>
                <a:gd name="T21" fmla="*/ 62 h 123"/>
                <a:gd name="T22" fmla="*/ 38 w 93"/>
                <a:gd name="T23" fmla="*/ 89 h 123"/>
                <a:gd name="T24" fmla="*/ 64 w 93"/>
                <a:gd name="T25" fmla="*/ 100 h 123"/>
                <a:gd name="T26" fmla="*/ 93 w 93"/>
                <a:gd name="T27" fmla="*/ 92 h 123"/>
                <a:gd name="T28" fmla="*/ 93 w 93"/>
                <a:gd name="T29" fmla="*/ 116 h 1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3"/>
                <a:gd name="T46" fmla="*/ 0 h 123"/>
                <a:gd name="T47" fmla="*/ 93 w 93"/>
                <a:gd name="T48" fmla="*/ 123 h 1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3" h="123">
                  <a:moveTo>
                    <a:pt x="93" y="116"/>
                  </a:moveTo>
                  <a:cubicBezTo>
                    <a:pt x="84" y="121"/>
                    <a:pt x="73" y="123"/>
                    <a:pt x="59" y="123"/>
                  </a:cubicBezTo>
                  <a:cubicBezTo>
                    <a:pt x="41" y="123"/>
                    <a:pt x="26" y="117"/>
                    <a:pt x="16" y="107"/>
                  </a:cubicBezTo>
                  <a:cubicBezTo>
                    <a:pt x="5" y="96"/>
                    <a:pt x="0" y="82"/>
                    <a:pt x="0" y="64"/>
                  </a:cubicBezTo>
                  <a:cubicBezTo>
                    <a:pt x="0" y="45"/>
                    <a:pt x="6" y="29"/>
                    <a:pt x="18" y="17"/>
                  </a:cubicBezTo>
                  <a:cubicBezTo>
                    <a:pt x="30" y="6"/>
                    <a:pt x="45" y="0"/>
                    <a:pt x="64" y="0"/>
                  </a:cubicBezTo>
                  <a:cubicBezTo>
                    <a:pt x="75" y="0"/>
                    <a:pt x="85" y="1"/>
                    <a:pt x="93" y="4"/>
                  </a:cubicBezTo>
                  <a:cubicBezTo>
                    <a:pt x="93" y="30"/>
                    <a:pt x="93" y="30"/>
                    <a:pt x="93" y="30"/>
                  </a:cubicBezTo>
                  <a:cubicBezTo>
                    <a:pt x="85" y="25"/>
                    <a:pt x="76" y="23"/>
                    <a:pt x="66" y="23"/>
                  </a:cubicBezTo>
                  <a:cubicBezTo>
                    <a:pt x="55" y="23"/>
                    <a:pt x="46" y="26"/>
                    <a:pt x="39" y="33"/>
                  </a:cubicBezTo>
                  <a:cubicBezTo>
                    <a:pt x="32" y="40"/>
                    <a:pt x="28" y="50"/>
                    <a:pt x="28" y="62"/>
                  </a:cubicBezTo>
                  <a:cubicBezTo>
                    <a:pt x="28" y="73"/>
                    <a:pt x="32" y="82"/>
                    <a:pt x="38" y="89"/>
                  </a:cubicBezTo>
                  <a:cubicBezTo>
                    <a:pt x="45" y="96"/>
                    <a:pt x="53" y="100"/>
                    <a:pt x="64" y="100"/>
                  </a:cubicBezTo>
                  <a:cubicBezTo>
                    <a:pt x="75" y="100"/>
                    <a:pt x="84" y="97"/>
                    <a:pt x="93" y="92"/>
                  </a:cubicBezTo>
                  <a:lnTo>
                    <a:pt x="93" y="116"/>
                  </a:lnTo>
                  <a:close/>
                </a:path>
              </a:pathLst>
            </a:custGeom>
            <a:grpFill/>
            <a:ln>
              <a:noFill/>
            </a:ln>
            <a:extLst>
              <a:ext uri="{91240B29-F687-4F45-9708-019B960494DF}">
                <a14:hiddenLine xmlns:a14="http://schemas.microsoft.com/office/drawing/2010/main" w="12700" cap="flat" cmpd="sng">
                  <a:solidFill>
                    <a:srgbClr val="42719B"/>
                  </a:solidFill>
                  <a:bevel/>
                  <a:headEnd/>
                  <a:tailEnd/>
                </a14:hiddenLine>
              </a:ext>
            </a:extLst>
          </p:spPr>
          <p:txBody>
            <a:bodyPr anchor="ctr"/>
            <a:lstStyle/>
            <a:p>
              <a:pPr algn="ctr"/>
              <a:endParaRPr lang="zh-CN" altLang="zh-CN" dirty="0">
                <a:solidFill>
                  <a:srgbClr val="FFFFFF"/>
                </a:solidFill>
                <a:latin typeface="SimSun" panose="02010600030101010101" pitchFamily="2" charset="-122"/>
                <a:ea typeface="思源黑体 Normal" panose="020B0400000000000000" pitchFamily="34" charset="-122"/>
                <a:sym typeface="SimSun" panose="02010600030101010101" pitchFamily="2" charset="-122"/>
              </a:endParaRPr>
            </a:p>
          </p:txBody>
        </p:sp>
        <p:sp>
          <p:nvSpPr>
            <p:cNvPr id="15" name="Freeform 10">
              <a:extLst>
                <a:ext uri="{FF2B5EF4-FFF2-40B4-BE49-F238E27FC236}">
                  <a16:creationId xmlns:a16="http://schemas.microsoft.com/office/drawing/2014/main" id="{08210A74-3CA2-441D-AA08-6849C9E16376}"/>
                </a:ext>
              </a:extLst>
            </p:cNvPr>
            <p:cNvSpPr>
              <a:spLocks noChangeArrowheads="1"/>
            </p:cNvSpPr>
            <p:nvPr/>
          </p:nvSpPr>
          <p:spPr bwMode="auto">
            <a:xfrm>
              <a:off x="1191686" y="227699"/>
              <a:ext cx="156776" cy="262227"/>
            </a:xfrm>
            <a:custGeom>
              <a:avLst/>
              <a:gdLst>
                <a:gd name="T0" fmla="*/ 168 w 168"/>
                <a:gd name="T1" fmla="*/ 281 h 281"/>
                <a:gd name="T2" fmla="*/ 0 w 168"/>
                <a:gd name="T3" fmla="*/ 281 h 281"/>
                <a:gd name="T4" fmla="*/ 0 w 168"/>
                <a:gd name="T5" fmla="*/ 0 h 281"/>
                <a:gd name="T6" fmla="*/ 161 w 168"/>
                <a:gd name="T7" fmla="*/ 0 h 281"/>
                <a:gd name="T8" fmla="*/ 161 w 168"/>
                <a:gd name="T9" fmla="*/ 50 h 281"/>
                <a:gd name="T10" fmla="*/ 64 w 168"/>
                <a:gd name="T11" fmla="*/ 50 h 281"/>
                <a:gd name="T12" fmla="*/ 64 w 168"/>
                <a:gd name="T13" fmla="*/ 113 h 281"/>
                <a:gd name="T14" fmla="*/ 153 w 168"/>
                <a:gd name="T15" fmla="*/ 113 h 281"/>
                <a:gd name="T16" fmla="*/ 153 w 168"/>
                <a:gd name="T17" fmla="*/ 165 h 281"/>
                <a:gd name="T18" fmla="*/ 64 w 168"/>
                <a:gd name="T19" fmla="*/ 165 h 281"/>
                <a:gd name="T20" fmla="*/ 64 w 168"/>
                <a:gd name="T21" fmla="*/ 229 h 281"/>
                <a:gd name="T22" fmla="*/ 168 w 168"/>
                <a:gd name="T23" fmla="*/ 229 h 281"/>
                <a:gd name="T24" fmla="*/ 168 w 168"/>
                <a:gd name="T25" fmla="*/ 281 h 28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8"/>
                <a:gd name="T40" fmla="*/ 0 h 281"/>
                <a:gd name="T41" fmla="*/ 168 w 168"/>
                <a:gd name="T42" fmla="*/ 281 h 28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8" h="281">
                  <a:moveTo>
                    <a:pt x="168" y="281"/>
                  </a:moveTo>
                  <a:lnTo>
                    <a:pt x="0" y="281"/>
                  </a:lnTo>
                  <a:lnTo>
                    <a:pt x="0" y="0"/>
                  </a:lnTo>
                  <a:lnTo>
                    <a:pt x="161" y="0"/>
                  </a:lnTo>
                  <a:lnTo>
                    <a:pt x="161" y="50"/>
                  </a:lnTo>
                  <a:lnTo>
                    <a:pt x="64" y="50"/>
                  </a:lnTo>
                  <a:lnTo>
                    <a:pt x="64" y="113"/>
                  </a:lnTo>
                  <a:lnTo>
                    <a:pt x="153" y="113"/>
                  </a:lnTo>
                  <a:lnTo>
                    <a:pt x="153" y="165"/>
                  </a:lnTo>
                  <a:lnTo>
                    <a:pt x="64" y="165"/>
                  </a:lnTo>
                  <a:lnTo>
                    <a:pt x="64" y="229"/>
                  </a:lnTo>
                  <a:lnTo>
                    <a:pt x="168" y="229"/>
                  </a:lnTo>
                  <a:lnTo>
                    <a:pt x="168" y="281"/>
                  </a:lnTo>
                  <a:close/>
                </a:path>
              </a:pathLst>
            </a:custGeom>
            <a:grpFill/>
            <a:ln>
              <a:noFill/>
            </a:ln>
            <a:extLst>
              <a:ext uri="{91240B29-F687-4F45-9708-019B960494DF}">
                <a14:hiddenLine xmlns:a14="http://schemas.microsoft.com/office/drawing/2010/main" w="12700" cap="flat" cmpd="sng">
                  <a:solidFill>
                    <a:srgbClr val="42719B"/>
                  </a:solidFill>
                  <a:bevel/>
                  <a:headEnd/>
                  <a:tailEnd/>
                </a14:hiddenLine>
              </a:ext>
            </a:extLst>
          </p:spPr>
          <p:txBody>
            <a:bodyPr anchor="ctr"/>
            <a:lstStyle/>
            <a:p>
              <a:pPr algn="ctr"/>
              <a:endParaRPr lang="zh-CN" altLang="zh-CN" dirty="0">
                <a:solidFill>
                  <a:srgbClr val="FFFFFF"/>
                </a:solidFill>
                <a:latin typeface="SimSun" panose="02010600030101010101" pitchFamily="2" charset="-122"/>
                <a:ea typeface="思源黑体 Normal" panose="020B0400000000000000" pitchFamily="34" charset="-122"/>
                <a:sym typeface="SimSun" panose="02010600030101010101" pitchFamily="2" charset="-122"/>
              </a:endParaRPr>
            </a:p>
          </p:txBody>
        </p:sp>
        <p:sp>
          <p:nvSpPr>
            <p:cNvPr id="16" name="Freeform 11">
              <a:extLst>
                <a:ext uri="{FF2B5EF4-FFF2-40B4-BE49-F238E27FC236}">
                  <a16:creationId xmlns:a16="http://schemas.microsoft.com/office/drawing/2014/main" id="{15F73216-1191-4A87-A802-89869B47BD22}"/>
                </a:ext>
              </a:extLst>
            </p:cNvPr>
            <p:cNvSpPr>
              <a:spLocks noChangeArrowheads="1"/>
            </p:cNvSpPr>
            <p:nvPr/>
          </p:nvSpPr>
          <p:spPr bwMode="auto">
            <a:xfrm>
              <a:off x="1376458" y="223033"/>
              <a:ext cx="181039" cy="271559"/>
            </a:xfrm>
            <a:custGeom>
              <a:avLst/>
              <a:gdLst>
                <a:gd name="T0" fmla="*/ 1 w 82"/>
                <a:gd name="T1" fmla="*/ 116 h 123"/>
                <a:gd name="T2" fmla="*/ 1 w 82"/>
                <a:gd name="T3" fmla="*/ 90 h 123"/>
                <a:gd name="T4" fmla="*/ 16 w 82"/>
                <a:gd name="T5" fmla="*/ 99 h 123"/>
                <a:gd name="T6" fmla="*/ 33 w 82"/>
                <a:gd name="T7" fmla="*/ 102 h 123"/>
                <a:gd name="T8" fmla="*/ 42 w 82"/>
                <a:gd name="T9" fmla="*/ 101 h 123"/>
                <a:gd name="T10" fmla="*/ 49 w 82"/>
                <a:gd name="T11" fmla="*/ 98 h 123"/>
                <a:gd name="T12" fmla="*/ 52 w 82"/>
                <a:gd name="T13" fmla="*/ 94 h 123"/>
                <a:gd name="T14" fmla="*/ 54 w 82"/>
                <a:gd name="T15" fmla="*/ 90 h 123"/>
                <a:gd name="T16" fmla="*/ 52 w 82"/>
                <a:gd name="T17" fmla="*/ 83 h 123"/>
                <a:gd name="T18" fmla="*/ 46 w 82"/>
                <a:gd name="T19" fmla="*/ 78 h 123"/>
                <a:gd name="T20" fmla="*/ 38 w 82"/>
                <a:gd name="T21" fmla="*/ 74 h 123"/>
                <a:gd name="T22" fmla="*/ 28 w 82"/>
                <a:gd name="T23" fmla="*/ 69 h 123"/>
                <a:gd name="T24" fmla="*/ 7 w 82"/>
                <a:gd name="T25" fmla="*/ 55 h 123"/>
                <a:gd name="T26" fmla="*/ 0 w 82"/>
                <a:gd name="T27" fmla="*/ 35 h 123"/>
                <a:gd name="T28" fmla="*/ 4 w 82"/>
                <a:gd name="T29" fmla="*/ 19 h 123"/>
                <a:gd name="T30" fmla="*/ 14 w 82"/>
                <a:gd name="T31" fmla="*/ 8 h 123"/>
                <a:gd name="T32" fmla="*/ 29 w 82"/>
                <a:gd name="T33" fmla="*/ 2 h 123"/>
                <a:gd name="T34" fmla="*/ 47 w 82"/>
                <a:gd name="T35" fmla="*/ 0 h 123"/>
                <a:gd name="T36" fmla="*/ 63 w 82"/>
                <a:gd name="T37" fmla="*/ 1 h 123"/>
                <a:gd name="T38" fmla="*/ 77 w 82"/>
                <a:gd name="T39" fmla="*/ 4 h 123"/>
                <a:gd name="T40" fmla="*/ 77 w 82"/>
                <a:gd name="T41" fmla="*/ 29 h 123"/>
                <a:gd name="T42" fmla="*/ 70 w 82"/>
                <a:gd name="T43" fmla="*/ 25 h 123"/>
                <a:gd name="T44" fmla="*/ 63 w 82"/>
                <a:gd name="T45" fmla="*/ 23 h 123"/>
                <a:gd name="T46" fmla="*/ 55 w 82"/>
                <a:gd name="T47" fmla="*/ 21 h 123"/>
                <a:gd name="T48" fmla="*/ 48 w 82"/>
                <a:gd name="T49" fmla="*/ 21 h 123"/>
                <a:gd name="T50" fmla="*/ 40 w 82"/>
                <a:gd name="T51" fmla="*/ 22 h 123"/>
                <a:gd name="T52" fmla="*/ 34 w 82"/>
                <a:gd name="T53" fmla="*/ 24 h 123"/>
                <a:gd name="T54" fmla="*/ 30 w 82"/>
                <a:gd name="T55" fmla="*/ 28 h 123"/>
                <a:gd name="T56" fmla="*/ 28 w 82"/>
                <a:gd name="T57" fmla="*/ 33 h 123"/>
                <a:gd name="T58" fmla="*/ 30 w 82"/>
                <a:gd name="T59" fmla="*/ 38 h 123"/>
                <a:gd name="T60" fmla="*/ 34 w 82"/>
                <a:gd name="T61" fmla="*/ 43 h 123"/>
                <a:gd name="T62" fmla="*/ 42 w 82"/>
                <a:gd name="T63" fmla="*/ 47 h 123"/>
                <a:gd name="T64" fmla="*/ 51 w 82"/>
                <a:gd name="T65" fmla="*/ 51 h 123"/>
                <a:gd name="T66" fmla="*/ 64 w 82"/>
                <a:gd name="T67" fmla="*/ 57 h 123"/>
                <a:gd name="T68" fmla="*/ 73 w 82"/>
                <a:gd name="T69" fmla="*/ 65 h 123"/>
                <a:gd name="T70" fmla="*/ 80 w 82"/>
                <a:gd name="T71" fmla="*/ 75 h 123"/>
                <a:gd name="T72" fmla="*/ 82 w 82"/>
                <a:gd name="T73" fmla="*/ 87 h 123"/>
                <a:gd name="T74" fmla="*/ 78 w 82"/>
                <a:gd name="T75" fmla="*/ 104 h 123"/>
                <a:gd name="T76" fmla="*/ 68 w 82"/>
                <a:gd name="T77" fmla="*/ 115 h 123"/>
                <a:gd name="T78" fmla="*/ 53 w 82"/>
                <a:gd name="T79" fmla="*/ 121 h 123"/>
                <a:gd name="T80" fmla="*/ 35 w 82"/>
                <a:gd name="T81" fmla="*/ 123 h 123"/>
                <a:gd name="T82" fmla="*/ 16 w 82"/>
                <a:gd name="T83" fmla="*/ 121 h 123"/>
                <a:gd name="T84" fmla="*/ 1 w 82"/>
                <a:gd name="T85" fmla="*/ 116 h 12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2"/>
                <a:gd name="T130" fmla="*/ 0 h 123"/>
                <a:gd name="T131" fmla="*/ 82 w 82"/>
                <a:gd name="T132" fmla="*/ 123 h 12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2" h="123">
                  <a:moveTo>
                    <a:pt x="1" y="116"/>
                  </a:moveTo>
                  <a:cubicBezTo>
                    <a:pt x="1" y="90"/>
                    <a:pt x="1" y="90"/>
                    <a:pt x="1" y="90"/>
                  </a:cubicBezTo>
                  <a:cubicBezTo>
                    <a:pt x="6" y="94"/>
                    <a:pt x="11" y="97"/>
                    <a:pt x="16" y="99"/>
                  </a:cubicBezTo>
                  <a:cubicBezTo>
                    <a:pt x="22" y="101"/>
                    <a:pt x="28" y="102"/>
                    <a:pt x="33" y="102"/>
                  </a:cubicBezTo>
                  <a:cubicBezTo>
                    <a:pt x="37" y="102"/>
                    <a:pt x="40" y="101"/>
                    <a:pt x="42" y="101"/>
                  </a:cubicBezTo>
                  <a:cubicBezTo>
                    <a:pt x="45" y="100"/>
                    <a:pt x="47" y="99"/>
                    <a:pt x="49" y="98"/>
                  </a:cubicBezTo>
                  <a:cubicBezTo>
                    <a:pt x="50" y="97"/>
                    <a:pt x="52" y="96"/>
                    <a:pt x="52" y="94"/>
                  </a:cubicBezTo>
                  <a:cubicBezTo>
                    <a:pt x="53" y="93"/>
                    <a:pt x="54" y="91"/>
                    <a:pt x="54" y="90"/>
                  </a:cubicBezTo>
                  <a:cubicBezTo>
                    <a:pt x="54" y="87"/>
                    <a:pt x="53" y="85"/>
                    <a:pt x="52" y="83"/>
                  </a:cubicBezTo>
                  <a:cubicBezTo>
                    <a:pt x="50" y="82"/>
                    <a:pt x="49" y="80"/>
                    <a:pt x="46" y="78"/>
                  </a:cubicBezTo>
                  <a:cubicBezTo>
                    <a:pt x="44" y="77"/>
                    <a:pt x="41" y="75"/>
                    <a:pt x="38" y="74"/>
                  </a:cubicBezTo>
                  <a:cubicBezTo>
                    <a:pt x="35" y="72"/>
                    <a:pt x="32" y="71"/>
                    <a:pt x="28" y="69"/>
                  </a:cubicBezTo>
                  <a:cubicBezTo>
                    <a:pt x="19" y="66"/>
                    <a:pt x="12" y="61"/>
                    <a:pt x="7" y="55"/>
                  </a:cubicBezTo>
                  <a:cubicBezTo>
                    <a:pt x="2" y="50"/>
                    <a:pt x="0" y="43"/>
                    <a:pt x="0" y="35"/>
                  </a:cubicBezTo>
                  <a:cubicBezTo>
                    <a:pt x="0" y="29"/>
                    <a:pt x="1" y="23"/>
                    <a:pt x="4" y="19"/>
                  </a:cubicBezTo>
                  <a:cubicBezTo>
                    <a:pt x="6" y="15"/>
                    <a:pt x="10" y="11"/>
                    <a:pt x="14" y="8"/>
                  </a:cubicBezTo>
                  <a:cubicBezTo>
                    <a:pt x="18" y="5"/>
                    <a:pt x="23" y="3"/>
                    <a:pt x="29" y="2"/>
                  </a:cubicBezTo>
                  <a:cubicBezTo>
                    <a:pt x="35" y="0"/>
                    <a:pt x="41" y="0"/>
                    <a:pt x="47" y="0"/>
                  </a:cubicBezTo>
                  <a:cubicBezTo>
                    <a:pt x="53" y="0"/>
                    <a:pt x="59" y="0"/>
                    <a:pt x="63" y="1"/>
                  </a:cubicBezTo>
                  <a:cubicBezTo>
                    <a:pt x="68" y="1"/>
                    <a:pt x="73" y="3"/>
                    <a:pt x="77" y="4"/>
                  </a:cubicBezTo>
                  <a:cubicBezTo>
                    <a:pt x="77" y="29"/>
                    <a:pt x="77" y="29"/>
                    <a:pt x="77" y="29"/>
                  </a:cubicBezTo>
                  <a:cubicBezTo>
                    <a:pt x="75" y="28"/>
                    <a:pt x="72" y="26"/>
                    <a:pt x="70" y="25"/>
                  </a:cubicBezTo>
                  <a:cubicBezTo>
                    <a:pt x="68" y="24"/>
                    <a:pt x="65" y="23"/>
                    <a:pt x="63" y="23"/>
                  </a:cubicBezTo>
                  <a:cubicBezTo>
                    <a:pt x="60" y="22"/>
                    <a:pt x="58" y="22"/>
                    <a:pt x="55" y="21"/>
                  </a:cubicBezTo>
                  <a:cubicBezTo>
                    <a:pt x="53" y="21"/>
                    <a:pt x="51" y="21"/>
                    <a:pt x="48" y="21"/>
                  </a:cubicBezTo>
                  <a:cubicBezTo>
                    <a:pt x="45" y="21"/>
                    <a:pt x="43" y="21"/>
                    <a:pt x="40" y="22"/>
                  </a:cubicBezTo>
                  <a:cubicBezTo>
                    <a:pt x="38" y="22"/>
                    <a:pt x="36" y="23"/>
                    <a:pt x="34" y="24"/>
                  </a:cubicBezTo>
                  <a:cubicBezTo>
                    <a:pt x="32" y="25"/>
                    <a:pt x="31" y="26"/>
                    <a:pt x="30" y="28"/>
                  </a:cubicBezTo>
                  <a:cubicBezTo>
                    <a:pt x="29" y="29"/>
                    <a:pt x="28" y="31"/>
                    <a:pt x="28" y="33"/>
                  </a:cubicBezTo>
                  <a:cubicBezTo>
                    <a:pt x="28" y="35"/>
                    <a:pt x="29" y="37"/>
                    <a:pt x="30" y="38"/>
                  </a:cubicBezTo>
                  <a:cubicBezTo>
                    <a:pt x="31" y="40"/>
                    <a:pt x="33" y="41"/>
                    <a:pt x="34" y="43"/>
                  </a:cubicBezTo>
                  <a:cubicBezTo>
                    <a:pt x="36" y="44"/>
                    <a:pt x="39" y="45"/>
                    <a:pt x="42" y="47"/>
                  </a:cubicBezTo>
                  <a:cubicBezTo>
                    <a:pt x="44" y="48"/>
                    <a:pt x="47" y="49"/>
                    <a:pt x="51" y="51"/>
                  </a:cubicBezTo>
                  <a:cubicBezTo>
                    <a:pt x="56" y="53"/>
                    <a:pt x="60" y="55"/>
                    <a:pt x="64" y="57"/>
                  </a:cubicBezTo>
                  <a:cubicBezTo>
                    <a:pt x="68" y="60"/>
                    <a:pt x="71" y="62"/>
                    <a:pt x="73" y="65"/>
                  </a:cubicBezTo>
                  <a:cubicBezTo>
                    <a:pt x="76" y="68"/>
                    <a:pt x="78" y="71"/>
                    <a:pt x="80" y="75"/>
                  </a:cubicBezTo>
                  <a:cubicBezTo>
                    <a:pt x="81" y="78"/>
                    <a:pt x="82" y="82"/>
                    <a:pt x="82" y="87"/>
                  </a:cubicBezTo>
                  <a:cubicBezTo>
                    <a:pt x="82" y="94"/>
                    <a:pt x="81" y="99"/>
                    <a:pt x="78" y="104"/>
                  </a:cubicBezTo>
                  <a:cubicBezTo>
                    <a:pt x="76" y="108"/>
                    <a:pt x="72" y="112"/>
                    <a:pt x="68" y="115"/>
                  </a:cubicBezTo>
                  <a:cubicBezTo>
                    <a:pt x="64" y="118"/>
                    <a:pt x="59" y="120"/>
                    <a:pt x="53" y="121"/>
                  </a:cubicBezTo>
                  <a:cubicBezTo>
                    <a:pt x="47" y="122"/>
                    <a:pt x="41" y="123"/>
                    <a:pt x="35" y="123"/>
                  </a:cubicBezTo>
                  <a:cubicBezTo>
                    <a:pt x="28" y="123"/>
                    <a:pt x="22" y="122"/>
                    <a:pt x="16" y="121"/>
                  </a:cubicBezTo>
                  <a:cubicBezTo>
                    <a:pt x="10" y="120"/>
                    <a:pt x="5" y="118"/>
                    <a:pt x="1" y="116"/>
                  </a:cubicBezTo>
                  <a:close/>
                </a:path>
              </a:pathLst>
            </a:custGeom>
            <a:grpFill/>
            <a:ln>
              <a:noFill/>
            </a:ln>
            <a:extLst>
              <a:ext uri="{91240B29-F687-4F45-9708-019B960494DF}">
                <a14:hiddenLine xmlns:a14="http://schemas.microsoft.com/office/drawing/2010/main" w="12700" cap="flat" cmpd="sng">
                  <a:solidFill>
                    <a:srgbClr val="42719B"/>
                  </a:solidFill>
                  <a:bevel/>
                  <a:headEnd/>
                  <a:tailEnd/>
                </a14:hiddenLine>
              </a:ext>
            </a:extLst>
          </p:spPr>
          <p:txBody>
            <a:bodyPr anchor="ctr"/>
            <a:lstStyle/>
            <a:p>
              <a:pPr algn="ctr"/>
              <a:endParaRPr lang="zh-CN" altLang="zh-CN" dirty="0">
                <a:solidFill>
                  <a:srgbClr val="FFFFFF"/>
                </a:solidFill>
                <a:latin typeface="SimSun" panose="02010600030101010101" pitchFamily="2" charset="-122"/>
                <a:ea typeface="思源黑体 Normal" panose="020B0400000000000000" pitchFamily="34" charset="-122"/>
                <a:sym typeface="SimSun" panose="02010600030101010101" pitchFamily="2" charset="-122"/>
              </a:endParaRPr>
            </a:p>
          </p:txBody>
        </p:sp>
        <p:sp>
          <p:nvSpPr>
            <p:cNvPr id="18" name="Freeform 12">
              <a:extLst>
                <a:ext uri="{FF2B5EF4-FFF2-40B4-BE49-F238E27FC236}">
                  <a16:creationId xmlns:a16="http://schemas.microsoft.com/office/drawing/2014/main" id="{1B4411B8-446C-474A-8127-60E57A918E74}"/>
                </a:ext>
              </a:extLst>
            </p:cNvPr>
            <p:cNvSpPr>
              <a:spLocks noChangeArrowheads="1"/>
            </p:cNvSpPr>
            <p:nvPr/>
          </p:nvSpPr>
          <p:spPr bwMode="auto">
            <a:xfrm>
              <a:off x="1586427" y="223033"/>
              <a:ext cx="181039" cy="271559"/>
            </a:xfrm>
            <a:custGeom>
              <a:avLst/>
              <a:gdLst>
                <a:gd name="T0" fmla="*/ 1 w 82"/>
                <a:gd name="T1" fmla="*/ 116 h 123"/>
                <a:gd name="T2" fmla="*/ 1 w 82"/>
                <a:gd name="T3" fmla="*/ 90 h 123"/>
                <a:gd name="T4" fmla="*/ 17 w 82"/>
                <a:gd name="T5" fmla="*/ 99 h 123"/>
                <a:gd name="T6" fmla="*/ 34 w 82"/>
                <a:gd name="T7" fmla="*/ 102 h 123"/>
                <a:gd name="T8" fmla="*/ 43 w 82"/>
                <a:gd name="T9" fmla="*/ 101 h 123"/>
                <a:gd name="T10" fmla="*/ 49 w 82"/>
                <a:gd name="T11" fmla="*/ 98 h 123"/>
                <a:gd name="T12" fmla="*/ 53 w 82"/>
                <a:gd name="T13" fmla="*/ 94 h 123"/>
                <a:gd name="T14" fmla="*/ 54 w 82"/>
                <a:gd name="T15" fmla="*/ 90 h 123"/>
                <a:gd name="T16" fmla="*/ 52 w 82"/>
                <a:gd name="T17" fmla="*/ 83 h 123"/>
                <a:gd name="T18" fmla="*/ 47 w 82"/>
                <a:gd name="T19" fmla="*/ 78 h 123"/>
                <a:gd name="T20" fmla="*/ 38 w 82"/>
                <a:gd name="T21" fmla="*/ 74 h 123"/>
                <a:gd name="T22" fmla="*/ 28 w 82"/>
                <a:gd name="T23" fmla="*/ 69 h 123"/>
                <a:gd name="T24" fmla="*/ 7 w 82"/>
                <a:gd name="T25" fmla="*/ 55 h 123"/>
                <a:gd name="T26" fmla="*/ 0 w 82"/>
                <a:gd name="T27" fmla="*/ 35 h 123"/>
                <a:gd name="T28" fmla="*/ 4 w 82"/>
                <a:gd name="T29" fmla="*/ 19 h 123"/>
                <a:gd name="T30" fmla="*/ 14 w 82"/>
                <a:gd name="T31" fmla="*/ 8 h 123"/>
                <a:gd name="T32" fmla="*/ 29 w 82"/>
                <a:gd name="T33" fmla="*/ 2 h 123"/>
                <a:gd name="T34" fmla="*/ 47 w 82"/>
                <a:gd name="T35" fmla="*/ 0 h 123"/>
                <a:gd name="T36" fmla="*/ 64 w 82"/>
                <a:gd name="T37" fmla="*/ 1 h 123"/>
                <a:gd name="T38" fmla="*/ 77 w 82"/>
                <a:gd name="T39" fmla="*/ 4 h 123"/>
                <a:gd name="T40" fmla="*/ 77 w 82"/>
                <a:gd name="T41" fmla="*/ 29 h 123"/>
                <a:gd name="T42" fmla="*/ 70 w 82"/>
                <a:gd name="T43" fmla="*/ 25 h 123"/>
                <a:gd name="T44" fmla="*/ 63 w 82"/>
                <a:gd name="T45" fmla="*/ 23 h 123"/>
                <a:gd name="T46" fmla="*/ 56 w 82"/>
                <a:gd name="T47" fmla="*/ 21 h 123"/>
                <a:gd name="T48" fmla="*/ 49 w 82"/>
                <a:gd name="T49" fmla="*/ 21 h 123"/>
                <a:gd name="T50" fmla="*/ 40 w 82"/>
                <a:gd name="T51" fmla="*/ 22 h 123"/>
                <a:gd name="T52" fmla="*/ 34 w 82"/>
                <a:gd name="T53" fmla="*/ 24 h 123"/>
                <a:gd name="T54" fmla="*/ 30 w 82"/>
                <a:gd name="T55" fmla="*/ 28 h 123"/>
                <a:gd name="T56" fmla="*/ 29 w 82"/>
                <a:gd name="T57" fmla="*/ 33 h 123"/>
                <a:gd name="T58" fmla="*/ 30 w 82"/>
                <a:gd name="T59" fmla="*/ 38 h 123"/>
                <a:gd name="T60" fmla="*/ 35 w 82"/>
                <a:gd name="T61" fmla="*/ 43 h 123"/>
                <a:gd name="T62" fmla="*/ 42 w 82"/>
                <a:gd name="T63" fmla="*/ 47 h 123"/>
                <a:gd name="T64" fmla="*/ 51 w 82"/>
                <a:gd name="T65" fmla="*/ 51 h 123"/>
                <a:gd name="T66" fmla="*/ 64 w 82"/>
                <a:gd name="T67" fmla="*/ 57 h 123"/>
                <a:gd name="T68" fmla="*/ 74 w 82"/>
                <a:gd name="T69" fmla="*/ 65 h 123"/>
                <a:gd name="T70" fmla="*/ 80 w 82"/>
                <a:gd name="T71" fmla="*/ 75 h 123"/>
                <a:gd name="T72" fmla="*/ 82 w 82"/>
                <a:gd name="T73" fmla="*/ 87 h 123"/>
                <a:gd name="T74" fmla="*/ 78 w 82"/>
                <a:gd name="T75" fmla="*/ 104 h 123"/>
                <a:gd name="T76" fmla="*/ 68 w 82"/>
                <a:gd name="T77" fmla="*/ 115 h 123"/>
                <a:gd name="T78" fmla="*/ 53 w 82"/>
                <a:gd name="T79" fmla="*/ 121 h 123"/>
                <a:gd name="T80" fmla="*/ 35 w 82"/>
                <a:gd name="T81" fmla="*/ 123 h 123"/>
                <a:gd name="T82" fmla="*/ 16 w 82"/>
                <a:gd name="T83" fmla="*/ 121 h 123"/>
                <a:gd name="T84" fmla="*/ 1 w 82"/>
                <a:gd name="T85" fmla="*/ 116 h 12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2"/>
                <a:gd name="T130" fmla="*/ 0 h 123"/>
                <a:gd name="T131" fmla="*/ 82 w 82"/>
                <a:gd name="T132" fmla="*/ 123 h 12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2" h="123">
                  <a:moveTo>
                    <a:pt x="1" y="116"/>
                  </a:moveTo>
                  <a:cubicBezTo>
                    <a:pt x="1" y="90"/>
                    <a:pt x="1" y="90"/>
                    <a:pt x="1" y="90"/>
                  </a:cubicBezTo>
                  <a:cubicBezTo>
                    <a:pt x="6" y="94"/>
                    <a:pt x="11" y="97"/>
                    <a:pt x="17" y="99"/>
                  </a:cubicBezTo>
                  <a:cubicBezTo>
                    <a:pt x="22" y="101"/>
                    <a:pt x="28" y="102"/>
                    <a:pt x="34" y="102"/>
                  </a:cubicBezTo>
                  <a:cubicBezTo>
                    <a:pt x="37" y="102"/>
                    <a:pt x="40" y="101"/>
                    <a:pt x="43" y="101"/>
                  </a:cubicBezTo>
                  <a:cubicBezTo>
                    <a:pt x="45" y="100"/>
                    <a:pt x="47" y="99"/>
                    <a:pt x="49" y="98"/>
                  </a:cubicBezTo>
                  <a:cubicBezTo>
                    <a:pt x="51" y="97"/>
                    <a:pt x="52" y="96"/>
                    <a:pt x="53" y="94"/>
                  </a:cubicBezTo>
                  <a:cubicBezTo>
                    <a:pt x="54" y="93"/>
                    <a:pt x="54" y="91"/>
                    <a:pt x="54" y="90"/>
                  </a:cubicBezTo>
                  <a:cubicBezTo>
                    <a:pt x="54" y="87"/>
                    <a:pt x="53" y="85"/>
                    <a:pt x="52" y="83"/>
                  </a:cubicBezTo>
                  <a:cubicBezTo>
                    <a:pt x="51" y="82"/>
                    <a:pt x="49" y="80"/>
                    <a:pt x="47" y="78"/>
                  </a:cubicBezTo>
                  <a:cubicBezTo>
                    <a:pt x="44" y="77"/>
                    <a:pt x="41" y="75"/>
                    <a:pt x="38" y="74"/>
                  </a:cubicBezTo>
                  <a:cubicBezTo>
                    <a:pt x="35" y="72"/>
                    <a:pt x="32" y="71"/>
                    <a:pt x="28" y="69"/>
                  </a:cubicBezTo>
                  <a:cubicBezTo>
                    <a:pt x="19" y="66"/>
                    <a:pt x="12" y="61"/>
                    <a:pt x="7" y="55"/>
                  </a:cubicBezTo>
                  <a:cubicBezTo>
                    <a:pt x="3" y="50"/>
                    <a:pt x="0" y="43"/>
                    <a:pt x="0" y="35"/>
                  </a:cubicBezTo>
                  <a:cubicBezTo>
                    <a:pt x="0" y="29"/>
                    <a:pt x="2" y="23"/>
                    <a:pt x="4" y="19"/>
                  </a:cubicBezTo>
                  <a:cubicBezTo>
                    <a:pt x="7" y="15"/>
                    <a:pt x="10" y="11"/>
                    <a:pt x="14" y="8"/>
                  </a:cubicBezTo>
                  <a:cubicBezTo>
                    <a:pt x="19" y="5"/>
                    <a:pt x="24" y="3"/>
                    <a:pt x="29" y="2"/>
                  </a:cubicBezTo>
                  <a:cubicBezTo>
                    <a:pt x="35" y="0"/>
                    <a:pt x="41" y="0"/>
                    <a:pt x="47" y="0"/>
                  </a:cubicBezTo>
                  <a:cubicBezTo>
                    <a:pt x="53" y="0"/>
                    <a:pt x="59" y="0"/>
                    <a:pt x="64" y="1"/>
                  </a:cubicBezTo>
                  <a:cubicBezTo>
                    <a:pt x="68" y="1"/>
                    <a:pt x="73" y="3"/>
                    <a:pt x="77" y="4"/>
                  </a:cubicBezTo>
                  <a:cubicBezTo>
                    <a:pt x="77" y="29"/>
                    <a:pt x="77" y="29"/>
                    <a:pt x="77" y="29"/>
                  </a:cubicBezTo>
                  <a:cubicBezTo>
                    <a:pt x="75" y="28"/>
                    <a:pt x="73" y="26"/>
                    <a:pt x="70" y="25"/>
                  </a:cubicBezTo>
                  <a:cubicBezTo>
                    <a:pt x="68" y="24"/>
                    <a:pt x="66" y="23"/>
                    <a:pt x="63" y="23"/>
                  </a:cubicBezTo>
                  <a:cubicBezTo>
                    <a:pt x="61" y="22"/>
                    <a:pt x="58" y="22"/>
                    <a:pt x="56" y="21"/>
                  </a:cubicBezTo>
                  <a:cubicBezTo>
                    <a:pt x="53" y="21"/>
                    <a:pt x="51" y="21"/>
                    <a:pt x="49" y="21"/>
                  </a:cubicBezTo>
                  <a:cubicBezTo>
                    <a:pt x="46" y="21"/>
                    <a:pt x="43" y="21"/>
                    <a:pt x="40" y="22"/>
                  </a:cubicBezTo>
                  <a:cubicBezTo>
                    <a:pt x="38" y="22"/>
                    <a:pt x="36" y="23"/>
                    <a:pt x="34" y="24"/>
                  </a:cubicBezTo>
                  <a:cubicBezTo>
                    <a:pt x="32" y="25"/>
                    <a:pt x="31" y="26"/>
                    <a:pt x="30" y="28"/>
                  </a:cubicBezTo>
                  <a:cubicBezTo>
                    <a:pt x="29" y="29"/>
                    <a:pt x="29" y="31"/>
                    <a:pt x="29" y="33"/>
                  </a:cubicBezTo>
                  <a:cubicBezTo>
                    <a:pt x="29" y="35"/>
                    <a:pt x="29" y="37"/>
                    <a:pt x="30" y="38"/>
                  </a:cubicBezTo>
                  <a:cubicBezTo>
                    <a:pt x="31" y="40"/>
                    <a:pt x="33" y="41"/>
                    <a:pt x="35" y="43"/>
                  </a:cubicBezTo>
                  <a:cubicBezTo>
                    <a:pt x="37" y="44"/>
                    <a:pt x="39" y="45"/>
                    <a:pt x="42" y="47"/>
                  </a:cubicBezTo>
                  <a:cubicBezTo>
                    <a:pt x="45" y="48"/>
                    <a:pt x="48" y="49"/>
                    <a:pt x="51" y="51"/>
                  </a:cubicBezTo>
                  <a:cubicBezTo>
                    <a:pt x="56" y="53"/>
                    <a:pt x="60" y="55"/>
                    <a:pt x="64" y="57"/>
                  </a:cubicBezTo>
                  <a:cubicBezTo>
                    <a:pt x="68" y="60"/>
                    <a:pt x="71" y="62"/>
                    <a:pt x="74" y="65"/>
                  </a:cubicBezTo>
                  <a:cubicBezTo>
                    <a:pt x="76" y="68"/>
                    <a:pt x="79" y="71"/>
                    <a:pt x="80" y="75"/>
                  </a:cubicBezTo>
                  <a:cubicBezTo>
                    <a:pt x="81" y="78"/>
                    <a:pt x="82" y="82"/>
                    <a:pt x="82" y="87"/>
                  </a:cubicBezTo>
                  <a:cubicBezTo>
                    <a:pt x="82" y="94"/>
                    <a:pt x="81" y="99"/>
                    <a:pt x="78" y="104"/>
                  </a:cubicBezTo>
                  <a:cubicBezTo>
                    <a:pt x="76" y="108"/>
                    <a:pt x="72" y="112"/>
                    <a:pt x="68" y="115"/>
                  </a:cubicBezTo>
                  <a:cubicBezTo>
                    <a:pt x="64" y="118"/>
                    <a:pt x="59" y="120"/>
                    <a:pt x="53" y="121"/>
                  </a:cubicBezTo>
                  <a:cubicBezTo>
                    <a:pt x="47" y="122"/>
                    <a:pt x="41" y="123"/>
                    <a:pt x="35" y="123"/>
                  </a:cubicBezTo>
                  <a:cubicBezTo>
                    <a:pt x="28" y="123"/>
                    <a:pt x="22" y="122"/>
                    <a:pt x="16" y="121"/>
                  </a:cubicBezTo>
                  <a:cubicBezTo>
                    <a:pt x="10" y="120"/>
                    <a:pt x="5" y="118"/>
                    <a:pt x="1" y="116"/>
                  </a:cubicBezTo>
                  <a:close/>
                </a:path>
              </a:pathLst>
            </a:custGeom>
            <a:grpFill/>
            <a:ln>
              <a:noFill/>
            </a:ln>
            <a:extLst>
              <a:ext uri="{91240B29-F687-4F45-9708-019B960494DF}">
                <a14:hiddenLine xmlns:a14="http://schemas.microsoft.com/office/drawing/2010/main" w="12700" cap="flat" cmpd="sng">
                  <a:solidFill>
                    <a:srgbClr val="42719B"/>
                  </a:solidFill>
                  <a:bevel/>
                  <a:headEnd/>
                  <a:tailEnd/>
                </a14:hiddenLine>
              </a:ext>
            </a:extLst>
          </p:spPr>
          <p:txBody>
            <a:bodyPr anchor="ctr"/>
            <a:lstStyle/>
            <a:p>
              <a:pPr algn="ctr"/>
              <a:endParaRPr lang="zh-CN" altLang="zh-CN" dirty="0">
                <a:solidFill>
                  <a:srgbClr val="FFFFFF"/>
                </a:solidFill>
                <a:latin typeface="SimSun" panose="02010600030101010101" pitchFamily="2" charset="-122"/>
                <a:ea typeface="思源黑体 Normal" panose="020B0400000000000000" pitchFamily="34" charset="-122"/>
                <a:sym typeface="SimSun" panose="02010600030101010101" pitchFamily="2" charset="-122"/>
              </a:endParaRPr>
            </a:p>
          </p:txBody>
        </p:sp>
        <p:sp>
          <p:nvSpPr>
            <p:cNvPr id="19" name="Freeform 13">
              <a:extLst>
                <a:ext uri="{FF2B5EF4-FFF2-40B4-BE49-F238E27FC236}">
                  <a16:creationId xmlns:a16="http://schemas.microsoft.com/office/drawing/2014/main" id="{5F48424D-0DF5-4C95-86D1-13EF3F254C3F}"/>
                </a:ext>
              </a:extLst>
            </p:cNvPr>
            <p:cNvSpPr>
              <a:spLocks noEditPoints="1" noChangeArrowheads="1"/>
            </p:cNvSpPr>
            <p:nvPr/>
          </p:nvSpPr>
          <p:spPr bwMode="auto">
            <a:xfrm>
              <a:off x="2168738" y="0"/>
              <a:ext cx="1008781" cy="1103966"/>
            </a:xfrm>
            <a:custGeom>
              <a:avLst/>
              <a:gdLst>
                <a:gd name="T0" fmla="*/ 0 w 457"/>
                <a:gd name="T1" fmla="*/ 250 h 500"/>
                <a:gd name="T2" fmla="*/ 228 w 457"/>
                <a:gd name="T3" fmla="*/ 500 h 500"/>
                <a:gd name="T4" fmla="*/ 457 w 457"/>
                <a:gd name="T5" fmla="*/ 250 h 500"/>
                <a:gd name="T6" fmla="*/ 228 w 457"/>
                <a:gd name="T7" fmla="*/ 0 h 500"/>
                <a:gd name="T8" fmla="*/ 0 w 457"/>
                <a:gd name="T9" fmla="*/ 250 h 500"/>
                <a:gd name="T10" fmla="*/ 60 w 457"/>
                <a:gd name="T11" fmla="*/ 250 h 500"/>
                <a:gd name="T12" fmla="*/ 228 w 457"/>
                <a:gd name="T13" fmla="*/ 66 h 500"/>
                <a:gd name="T14" fmla="*/ 397 w 457"/>
                <a:gd name="T15" fmla="*/ 250 h 500"/>
                <a:gd name="T16" fmla="*/ 228 w 457"/>
                <a:gd name="T17" fmla="*/ 434 h 500"/>
                <a:gd name="T18" fmla="*/ 60 w 457"/>
                <a:gd name="T19" fmla="*/ 250 h 5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57"/>
                <a:gd name="T31" fmla="*/ 0 h 500"/>
                <a:gd name="T32" fmla="*/ 457 w 457"/>
                <a:gd name="T33" fmla="*/ 500 h 5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57" h="500">
                  <a:moveTo>
                    <a:pt x="0" y="250"/>
                  </a:moveTo>
                  <a:cubicBezTo>
                    <a:pt x="0" y="388"/>
                    <a:pt x="102" y="500"/>
                    <a:pt x="228" y="500"/>
                  </a:cubicBezTo>
                  <a:cubicBezTo>
                    <a:pt x="355" y="500"/>
                    <a:pt x="457" y="388"/>
                    <a:pt x="457" y="250"/>
                  </a:cubicBezTo>
                  <a:cubicBezTo>
                    <a:pt x="457" y="112"/>
                    <a:pt x="355" y="0"/>
                    <a:pt x="228" y="0"/>
                  </a:cubicBezTo>
                  <a:cubicBezTo>
                    <a:pt x="102" y="0"/>
                    <a:pt x="0" y="112"/>
                    <a:pt x="0" y="250"/>
                  </a:cubicBezTo>
                  <a:close/>
                  <a:moveTo>
                    <a:pt x="60" y="250"/>
                  </a:moveTo>
                  <a:cubicBezTo>
                    <a:pt x="60" y="148"/>
                    <a:pt x="135" y="66"/>
                    <a:pt x="228" y="66"/>
                  </a:cubicBezTo>
                  <a:cubicBezTo>
                    <a:pt x="321" y="66"/>
                    <a:pt x="397" y="148"/>
                    <a:pt x="397" y="250"/>
                  </a:cubicBezTo>
                  <a:cubicBezTo>
                    <a:pt x="397" y="352"/>
                    <a:pt x="321" y="434"/>
                    <a:pt x="228" y="434"/>
                  </a:cubicBezTo>
                  <a:cubicBezTo>
                    <a:pt x="135" y="434"/>
                    <a:pt x="60" y="352"/>
                    <a:pt x="60" y="250"/>
                  </a:cubicBezTo>
                  <a:close/>
                </a:path>
              </a:pathLst>
            </a:custGeom>
            <a:grpFill/>
            <a:ln>
              <a:noFill/>
            </a:ln>
            <a:extLst>
              <a:ext uri="{91240B29-F687-4F45-9708-019B960494DF}">
                <a14:hiddenLine xmlns:a14="http://schemas.microsoft.com/office/drawing/2010/main" w="12700" cap="flat" cmpd="sng">
                  <a:solidFill>
                    <a:srgbClr val="42719B"/>
                  </a:solidFill>
                  <a:bevel/>
                  <a:headEnd/>
                  <a:tailEnd/>
                </a14:hiddenLine>
              </a:ext>
            </a:extLst>
          </p:spPr>
          <p:txBody>
            <a:bodyPr anchor="ctr"/>
            <a:lstStyle/>
            <a:p>
              <a:pPr algn="ctr"/>
              <a:endParaRPr lang="zh-CN" altLang="zh-CN" dirty="0">
                <a:solidFill>
                  <a:srgbClr val="FFFFFF"/>
                </a:solidFill>
                <a:latin typeface="SimSun" panose="02010600030101010101" pitchFamily="2" charset="-122"/>
                <a:ea typeface="思源黑体 Normal" panose="020B0400000000000000" pitchFamily="34" charset="-122"/>
                <a:sym typeface="SimSun" panose="02010600030101010101" pitchFamily="2" charset="-122"/>
              </a:endParaRPr>
            </a:p>
          </p:txBody>
        </p:sp>
        <p:sp>
          <p:nvSpPr>
            <p:cNvPr id="20" name="Freeform 14">
              <a:extLst>
                <a:ext uri="{FF2B5EF4-FFF2-40B4-BE49-F238E27FC236}">
                  <a16:creationId xmlns:a16="http://schemas.microsoft.com/office/drawing/2014/main" id="{5C5E9E91-5F58-4B1F-90E7-DD57E122DC5C}"/>
                </a:ext>
              </a:extLst>
            </p:cNvPr>
            <p:cNvSpPr>
              <a:spLocks noChangeArrowheads="1"/>
            </p:cNvSpPr>
            <p:nvPr/>
          </p:nvSpPr>
          <p:spPr bwMode="auto">
            <a:xfrm>
              <a:off x="1853320" y="311686"/>
              <a:ext cx="423669" cy="485260"/>
            </a:xfrm>
            <a:custGeom>
              <a:avLst/>
              <a:gdLst>
                <a:gd name="T0" fmla="*/ 192 w 192"/>
                <a:gd name="T1" fmla="*/ 58 h 220"/>
                <a:gd name="T2" fmla="*/ 134 w 192"/>
                <a:gd name="T3" fmla="*/ 0 h 220"/>
                <a:gd name="T4" fmla="*/ 58 w 192"/>
                <a:gd name="T5" fmla="*/ 0 h 220"/>
                <a:gd name="T6" fmla="*/ 0 w 192"/>
                <a:gd name="T7" fmla="*/ 58 h 220"/>
                <a:gd name="T8" fmla="*/ 0 w 192"/>
                <a:gd name="T9" fmla="*/ 162 h 220"/>
                <a:gd name="T10" fmla="*/ 58 w 192"/>
                <a:gd name="T11" fmla="*/ 220 h 220"/>
                <a:gd name="T12" fmla="*/ 134 w 192"/>
                <a:gd name="T13" fmla="*/ 220 h 220"/>
                <a:gd name="T14" fmla="*/ 192 w 192"/>
                <a:gd name="T15" fmla="*/ 162 h 220"/>
                <a:gd name="T16" fmla="*/ 192 w 192"/>
                <a:gd name="T17" fmla="*/ 58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2"/>
                <a:gd name="T28" fmla="*/ 0 h 220"/>
                <a:gd name="T29" fmla="*/ 192 w 192"/>
                <a:gd name="T30" fmla="*/ 220 h 2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2" h="220">
                  <a:moveTo>
                    <a:pt x="192" y="58"/>
                  </a:moveTo>
                  <a:cubicBezTo>
                    <a:pt x="192" y="26"/>
                    <a:pt x="166" y="0"/>
                    <a:pt x="134" y="0"/>
                  </a:cubicBezTo>
                  <a:cubicBezTo>
                    <a:pt x="58" y="0"/>
                    <a:pt x="58" y="0"/>
                    <a:pt x="58" y="0"/>
                  </a:cubicBezTo>
                  <a:cubicBezTo>
                    <a:pt x="26" y="0"/>
                    <a:pt x="0" y="26"/>
                    <a:pt x="0" y="58"/>
                  </a:cubicBezTo>
                  <a:cubicBezTo>
                    <a:pt x="0" y="162"/>
                    <a:pt x="0" y="162"/>
                    <a:pt x="0" y="162"/>
                  </a:cubicBezTo>
                  <a:cubicBezTo>
                    <a:pt x="0" y="194"/>
                    <a:pt x="26" y="220"/>
                    <a:pt x="58" y="220"/>
                  </a:cubicBezTo>
                  <a:cubicBezTo>
                    <a:pt x="134" y="220"/>
                    <a:pt x="134" y="220"/>
                    <a:pt x="134" y="220"/>
                  </a:cubicBezTo>
                  <a:cubicBezTo>
                    <a:pt x="166" y="220"/>
                    <a:pt x="192" y="194"/>
                    <a:pt x="192" y="162"/>
                  </a:cubicBezTo>
                  <a:lnTo>
                    <a:pt x="192" y="58"/>
                  </a:lnTo>
                  <a:close/>
                </a:path>
              </a:pathLst>
            </a:custGeom>
            <a:grpFill/>
            <a:ln>
              <a:noFill/>
            </a:ln>
            <a:extLst>
              <a:ext uri="{91240B29-F687-4F45-9708-019B960494DF}">
                <a14:hiddenLine xmlns:a14="http://schemas.microsoft.com/office/drawing/2010/main" w="12700" cap="flat" cmpd="sng">
                  <a:solidFill>
                    <a:srgbClr val="42719B"/>
                  </a:solidFill>
                  <a:bevel/>
                  <a:headEnd/>
                  <a:tailEnd/>
                </a14:hiddenLine>
              </a:ext>
            </a:extLst>
          </p:spPr>
          <p:txBody>
            <a:bodyPr anchor="ctr"/>
            <a:lstStyle/>
            <a:p>
              <a:pPr algn="ctr"/>
              <a:endParaRPr lang="zh-CN" altLang="zh-CN" dirty="0">
                <a:solidFill>
                  <a:srgbClr val="FFFFFF"/>
                </a:solidFill>
                <a:latin typeface="SimSun" panose="02010600030101010101" pitchFamily="2" charset="-122"/>
                <a:ea typeface="思源黑体 Normal" panose="020B0400000000000000" pitchFamily="34" charset="-122"/>
                <a:sym typeface="SimSun" panose="02010600030101010101" pitchFamily="2" charset="-122"/>
              </a:endParaRPr>
            </a:p>
          </p:txBody>
        </p:sp>
        <p:sp>
          <p:nvSpPr>
            <p:cNvPr id="21" name="Freeform 15">
              <a:extLst>
                <a:ext uri="{FF2B5EF4-FFF2-40B4-BE49-F238E27FC236}">
                  <a16:creationId xmlns:a16="http://schemas.microsoft.com/office/drawing/2014/main" id="{5C5A4539-4453-42FE-94C6-F5317D03C9C6}"/>
                </a:ext>
              </a:extLst>
            </p:cNvPr>
            <p:cNvSpPr>
              <a:spLocks noChangeArrowheads="1"/>
            </p:cNvSpPr>
            <p:nvPr/>
          </p:nvSpPr>
          <p:spPr bwMode="auto">
            <a:xfrm>
              <a:off x="0" y="479661"/>
              <a:ext cx="2011962" cy="167041"/>
            </a:xfrm>
            <a:custGeom>
              <a:avLst/>
              <a:gdLst>
                <a:gd name="T0" fmla="*/ 912 w 912"/>
                <a:gd name="T1" fmla="*/ 37 h 76"/>
                <a:gd name="T2" fmla="*/ 875 w 912"/>
                <a:gd name="T3" fmla="*/ 0 h 76"/>
                <a:gd name="T4" fmla="*/ 37 w 912"/>
                <a:gd name="T5" fmla="*/ 0 h 76"/>
                <a:gd name="T6" fmla="*/ 0 w 912"/>
                <a:gd name="T7" fmla="*/ 37 h 76"/>
                <a:gd name="T8" fmla="*/ 0 w 912"/>
                <a:gd name="T9" fmla="*/ 39 h 76"/>
                <a:gd name="T10" fmla="*/ 37 w 912"/>
                <a:gd name="T11" fmla="*/ 76 h 76"/>
                <a:gd name="T12" fmla="*/ 875 w 912"/>
                <a:gd name="T13" fmla="*/ 76 h 76"/>
                <a:gd name="T14" fmla="*/ 912 w 912"/>
                <a:gd name="T15" fmla="*/ 39 h 76"/>
                <a:gd name="T16" fmla="*/ 912 w 912"/>
                <a:gd name="T17" fmla="*/ 37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12"/>
                <a:gd name="T28" fmla="*/ 0 h 76"/>
                <a:gd name="T29" fmla="*/ 912 w 912"/>
                <a:gd name="T30" fmla="*/ 76 h 7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12" h="76">
                  <a:moveTo>
                    <a:pt x="912" y="37"/>
                  </a:moveTo>
                  <a:cubicBezTo>
                    <a:pt x="912" y="17"/>
                    <a:pt x="895" y="0"/>
                    <a:pt x="875" y="0"/>
                  </a:cubicBezTo>
                  <a:cubicBezTo>
                    <a:pt x="37" y="0"/>
                    <a:pt x="37" y="0"/>
                    <a:pt x="37" y="0"/>
                  </a:cubicBezTo>
                  <a:cubicBezTo>
                    <a:pt x="17" y="0"/>
                    <a:pt x="0" y="17"/>
                    <a:pt x="0" y="37"/>
                  </a:cubicBezTo>
                  <a:cubicBezTo>
                    <a:pt x="0" y="39"/>
                    <a:pt x="0" y="39"/>
                    <a:pt x="0" y="39"/>
                  </a:cubicBezTo>
                  <a:cubicBezTo>
                    <a:pt x="0" y="59"/>
                    <a:pt x="17" y="76"/>
                    <a:pt x="37" y="76"/>
                  </a:cubicBezTo>
                  <a:cubicBezTo>
                    <a:pt x="875" y="76"/>
                    <a:pt x="875" y="76"/>
                    <a:pt x="875" y="76"/>
                  </a:cubicBezTo>
                  <a:cubicBezTo>
                    <a:pt x="895" y="76"/>
                    <a:pt x="912" y="59"/>
                    <a:pt x="912" y="39"/>
                  </a:cubicBezTo>
                  <a:lnTo>
                    <a:pt x="912" y="37"/>
                  </a:lnTo>
                  <a:close/>
                </a:path>
              </a:pathLst>
            </a:custGeom>
            <a:grpFill/>
            <a:ln>
              <a:noFill/>
            </a:ln>
            <a:extLst>
              <a:ext uri="{91240B29-F687-4F45-9708-019B960494DF}">
                <a14:hiddenLine xmlns:a14="http://schemas.microsoft.com/office/drawing/2010/main" w="12700" cap="flat" cmpd="sng">
                  <a:solidFill>
                    <a:srgbClr val="42719B"/>
                  </a:solidFill>
                  <a:bevel/>
                  <a:headEnd/>
                  <a:tailEnd/>
                </a14:hiddenLine>
              </a:ext>
            </a:extLst>
          </p:spPr>
          <p:txBody>
            <a:bodyPr anchor="ctr"/>
            <a:lstStyle/>
            <a:p>
              <a:pPr algn="ctr"/>
              <a:endParaRPr lang="zh-CN" altLang="zh-CN" dirty="0">
                <a:solidFill>
                  <a:srgbClr val="FFFFFF"/>
                </a:solidFill>
                <a:latin typeface="SimSun" panose="02010600030101010101" pitchFamily="2" charset="-122"/>
                <a:ea typeface="思源黑体 Normal" panose="020B0400000000000000" pitchFamily="34" charset="-122"/>
                <a:sym typeface="SimSun" panose="02010600030101010101" pitchFamily="2" charset="-122"/>
              </a:endParaRPr>
            </a:p>
          </p:txBody>
        </p:sp>
        <p:sp>
          <p:nvSpPr>
            <p:cNvPr id="22" name="Freeform 16">
              <a:extLst>
                <a:ext uri="{FF2B5EF4-FFF2-40B4-BE49-F238E27FC236}">
                  <a16:creationId xmlns:a16="http://schemas.microsoft.com/office/drawing/2014/main" id="{2AEE2145-D412-42AE-9E8B-F5501EA4A421}"/>
                </a:ext>
              </a:extLst>
            </p:cNvPr>
            <p:cNvSpPr>
              <a:spLocks noChangeArrowheads="1"/>
            </p:cNvSpPr>
            <p:nvPr/>
          </p:nvSpPr>
          <p:spPr bwMode="auto">
            <a:xfrm>
              <a:off x="661633" y="426469"/>
              <a:ext cx="106384" cy="299555"/>
            </a:xfrm>
            <a:custGeom>
              <a:avLst/>
              <a:gdLst>
                <a:gd name="T0" fmla="*/ 48 w 48"/>
                <a:gd name="T1" fmla="*/ 23 h 136"/>
                <a:gd name="T2" fmla="*/ 25 w 48"/>
                <a:gd name="T3" fmla="*/ 0 h 136"/>
                <a:gd name="T4" fmla="*/ 23 w 48"/>
                <a:gd name="T5" fmla="*/ 0 h 136"/>
                <a:gd name="T6" fmla="*/ 0 w 48"/>
                <a:gd name="T7" fmla="*/ 23 h 136"/>
                <a:gd name="T8" fmla="*/ 0 w 48"/>
                <a:gd name="T9" fmla="*/ 113 h 136"/>
                <a:gd name="T10" fmla="*/ 23 w 48"/>
                <a:gd name="T11" fmla="*/ 136 h 136"/>
                <a:gd name="T12" fmla="*/ 25 w 48"/>
                <a:gd name="T13" fmla="*/ 136 h 136"/>
                <a:gd name="T14" fmla="*/ 48 w 48"/>
                <a:gd name="T15" fmla="*/ 113 h 136"/>
                <a:gd name="T16" fmla="*/ 48 w 48"/>
                <a:gd name="T17" fmla="*/ 23 h 1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
                <a:gd name="T28" fmla="*/ 0 h 136"/>
                <a:gd name="T29" fmla="*/ 48 w 48"/>
                <a:gd name="T30" fmla="*/ 136 h 1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 h="136">
                  <a:moveTo>
                    <a:pt x="48" y="23"/>
                  </a:moveTo>
                  <a:cubicBezTo>
                    <a:pt x="48" y="10"/>
                    <a:pt x="38" y="0"/>
                    <a:pt x="25" y="0"/>
                  </a:cubicBezTo>
                  <a:cubicBezTo>
                    <a:pt x="23" y="0"/>
                    <a:pt x="23" y="0"/>
                    <a:pt x="23" y="0"/>
                  </a:cubicBezTo>
                  <a:cubicBezTo>
                    <a:pt x="10" y="0"/>
                    <a:pt x="0" y="10"/>
                    <a:pt x="0" y="23"/>
                  </a:cubicBezTo>
                  <a:cubicBezTo>
                    <a:pt x="0" y="113"/>
                    <a:pt x="0" y="113"/>
                    <a:pt x="0" y="113"/>
                  </a:cubicBezTo>
                  <a:cubicBezTo>
                    <a:pt x="0" y="126"/>
                    <a:pt x="10" y="136"/>
                    <a:pt x="23" y="136"/>
                  </a:cubicBezTo>
                  <a:cubicBezTo>
                    <a:pt x="25" y="136"/>
                    <a:pt x="25" y="136"/>
                    <a:pt x="25" y="136"/>
                  </a:cubicBezTo>
                  <a:cubicBezTo>
                    <a:pt x="38" y="136"/>
                    <a:pt x="48" y="126"/>
                    <a:pt x="48" y="113"/>
                  </a:cubicBezTo>
                  <a:lnTo>
                    <a:pt x="48" y="23"/>
                  </a:lnTo>
                  <a:close/>
                </a:path>
              </a:pathLst>
            </a:custGeom>
            <a:grpFill/>
            <a:ln>
              <a:noFill/>
            </a:ln>
            <a:extLst>
              <a:ext uri="{91240B29-F687-4F45-9708-019B960494DF}">
                <a14:hiddenLine xmlns:a14="http://schemas.microsoft.com/office/drawing/2010/main" w="12700" cap="flat" cmpd="sng">
                  <a:solidFill>
                    <a:srgbClr val="42719B"/>
                  </a:solidFill>
                  <a:bevel/>
                  <a:headEnd/>
                  <a:tailEnd/>
                </a14:hiddenLine>
              </a:ext>
            </a:extLst>
          </p:spPr>
          <p:txBody>
            <a:bodyPr anchor="ctr"/>
            <a:lstStyle/>
            <a:p>
              <a:pPr algn="ctr"/>
              <a:endParaRPr lang="zh-CN" altLang="zh-CN" dirty="0">
                <a:solidFill>
                  <a:srgbClr val="FFFFFF"/>
                </a:solidFill>
                <a:latin typeface="SimSun" panose="02010600030101010101" pitchFamily="2" charset="-122"/>
                <a:ea typeface="思源黑体 Normal" panose="020B0400000000000000" pitchFamily="34" charset="-122"/>
                <a:sym typeface="SimSun" panose="02010600030101010101" pitchFamily="2" charset="-122"/>
              </a:endParaRPr>
            </a:p>
          </p:txBody>
        </p:sp>
        <p:sp>
          <p:nvSpPr>
            <p:cNvPr id="23" name="Freeform 17">
              <a:extLst>
                <a:ext uri="{FF2B5EF4-FFF2-40B4-BE49-F238E27FC236}">
                  <a16:creationId xmlns:a16="http://schemas.microsoft.com/office/drawing/2014/main" id="{DE04BA24-5013-4CAC-8E97-097864F0C796}"/>
                </a:ext>
              </a:extLst>
            </p:cNvPr>
            <p:cNvSpPr>
              <a:spLocks noChangeArrowheads="1"/>
            </p:cNvSpPr>
            <p:nvPr/>
          </p:nvSpPr>
          <p:spPr bwMode="auto">
            <a:xfrm>
              <a:off x="132513" y="611241"/>
              <a:ext cx="379809" cy="371410"/>
            </a:xfrm>
            <a:custGeom>
              <a:avLst/>
              <a:gdLst>
                <a:gd name="T0" fmla="*/ 45 w 172"/>
                <a:gd name="T1" fmla="*/ 0 h 168"/>
                <a:gd name="T2" fmla="*/ 128 w 172"/>
                <a:gd name="T3" fmla="*/ 0 h 168"/>
                <a:gd name="T4" fmla="*/ 172 w 172"/>
                <a:gd name="T5" fmla="*/ 42 h 168"/>
                <a:gd name="T6" fmla="*/ 172 w 172"/>
                <a:gd name="T7" fmla="*/ 121 h 168"/>
                <a:gd name="T8" fmla="*/ 140 w 172"/>
                <a:gd name="T9" fmla="*/ 164 h 168"/>
                <a:gd name="T10" fmla="*/ 140 w 172"/>
                <a:gd name="T11" fmla="*/ 91 h 168"/>
                <a:gd name="T12" fmla="*/ 120 w 172"/>
                <a:gd name="T13" fmla="*/ 72 h 168"/>
                <a:gd name="T14" fmla="*/ 118 w 172"/>
                <a:gd name="T15" fmla="*/ 72 h 168"/>
                <a:gd name="T16" fmla="*/ 100 w 172"/>
                <a:gd name="T17" fmla="*/ 91 h 168"/>
                <a:gd name="T18" fmla="*/ 100 w 172"/>
                <a:gd name="T19" fmla="*/ 168 h 168"/>
                <a:gd name="T20" fmla="*/ 64 w 172"/>
                <a:gd name="T21" fmla="*/ 168 h 168"/>
                <a:gd name="T22" fmla="*/ 64 w 172"/>
                <a:gd name="T23" fmla="*/ 91 h 168"/>
                <a:gd name="T24" fmla="*/ 45 w 172"/>
                <a:gd name="T25" fmla="*/ 72 h 168"/>
                <a:gd name="T26" fmla="*/ 43 w 172"/>
                <a:gd name="T27" fmla="*/ 72 h 168"/>
                <a:gd name="T28" fmla="*/ 24 w 172"/>
                <a:gd name="T29" fmla="*/ 91 h 168"/>
                <a:gd name="T30" fmla="*/ 24 w 172"/>
                <a:gd name="T31" fmla="*/ 162 h 168"/>
                <a:gd name="T32" fmla="*/ 0 w 172"/>
                <a:gd name="T33" fmla="*/ 121 h 168"/>
                <a:gd name="T34" fmla="*/ 0 w 172"/>
                <a:gd name="T35" fmla="*/ 42 h 168"/>
                <a:gd name="T36" fmla="*/ 45 w 172"/>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2"/>
                <a:gd name="T58" fmla="*/ 0 h 168"/>
                <a:gd name="T59" fmla="*/ 172 w 172"/>
                <a:gd name="T60" fmla="*/ 168 h 1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2" h="168">
                  <a:moveTo>
                    <a:pt x="45" y="0"/>
                  </a:moveTo>
                  <a:cubicBezTo>
                    <a:pt x="128" y="0"/>
                    <a:pt x="128" y="0"/>
                    <a:pt x="128" y="0"/>
                  </a:cubicBezTo>
                  <a:cubicBezTo>
                    <a:pt x="153" y="0"/>
                    <a:pt x="172" y="17"/>
                    <a:pt x="172" y="42"/>
                  </a:cubicBezTo>
                  <a:cubicBezTo>
                    <a:pt x="172" y="121"/>
                    <a:pt x="172" y="121"/>
                    <a:pt x="172" y="121"/>
                  </a:cubicBezTo>
                  <a:cubicBezTo>
                    <a:pt x="172" y="142"/>
                    <a:pt x="160" y="159"/>
                    <a:pt x="140" y="164"/>
                  </a:cubicBezTo>
                  <a:cubicBezTo>
                    <a:pt x="140" y="91"/>
                    <a:pt x="140" y="91"/>
                    <a:pt x="140" y="91"/>
                  </a:cubicBezTo>
                  <a:cubicBezTo>
                    <a:pt x="140" y="78"/>
                    <a:pt x="130" y="72"/>
                    <a:pt x="120" y="72"/>
                  </a:cubicBezTo>
                  <a:cubicBezTo>
                    <a:pt x="118" y="72"/>
                    <a:pt x="118" y="72"/>
                    <a:pt x="118" y="72"/>
                  </a:cubicBezTo>
                  <a:cubicBezTo>
                    <a:pt x="109" y="72"/>
                    <a:pt x="100" y="78"/>
                    <a:pt x="100" y="91"/>
                  </a:cubicBezTo>
                  <a:cubicBezTo>
                    <a:pt x="100" y="168"/>
                    <a:pt x="100" y="168"/>
                    <a:pt x="100" y="168"/>
                  </a:cubicBezTo>
                  <a:cubicBezTo>
                    <a:pt x="64" y="168"/>
                    <a:pt x="64" y="168"/>
                    <a:pt x="64" y="168"/>
                  </a:cubicBezTo>
                  <a:cubicBezTo>
                    <a:pt x="64" y="91"/>
                    <a:pt x="64" y="91"/>
                    <a:pt x="64" y="91"/>
                  </a:cubicBezTo>
                  <a:cubicBezTo>
                    <a:pt x="64" y="78"/>
                    <a:pt x="55" y="72"/>
                    <a:pt x="45" y="72"/>
                  </a:cubicBezTo>
                  <a:cubicBezTo>
                    <a:pt x="43" y="72"/>
                    <a:pt x="43" y="72"/>
                    <a:pt x="43" y="72"/>
                  </a:cubicBezTo>
                  <a:cubicBezTo>
                    <a:pt x="33" y="72"/>
                    <a:pt x="24" y="78"/>
                    <a:pt x="24" y="91"/>
                  </a:cubicBezTo>
                  <a:cubicBezTo>
                    <a:pt x="24" y="162"/>
                    <a:pt x="24" y="162"/>
                    <a:pt x="24" y="162"/>
                  </a:cubicBezTo>
                  <a:cubicBezTo>
                    <a:pt x="8" y="154"/>
                    <a:pt x="0" y="139"/>
                    <a:pt x="0" y="121"/>
                  </a:cubicBezTo>
                  <a:cubicBezTo>
                    <a:pt x="0" y="42"/>
                    <a:pt x="0" y="42"/>
                    <a:pt x="0" y="42"/>
                  </a:cubicBezTo>
                  <a:cubicBezTo>
                    <a:pt x="0" y="17"/>
                    <a:pt x="20" y="0"/>
                    <a:pt x="45" y="0"/>
                  </a:cubicBezTo>
                  <a:close/>
                </a:path>
              </a:pathLst>
            </a:custGeom>
            <a:grpFill/>
            <a:ln>
              <a:noFill/>
            </a:ln>
            <a:extLst>
              <a:ext uri="{91240B29-F687-4F45-9708-019B960494DF}">
                <a14:hiddenLine xmlns:a14="http://schemas.microsoft.com/office/drawing/2010/main" w="12700" cap="flat" cmpd="sng">
                  <a:solidFill>
                    <a:srgbClr val="42719B"/>
                  </a:solidFill>
                  <a:bevel/>
                  <a:headEnd/>
                  <a:tailEnd/>
                </a14:hiddenLine>
              </a:ext>
            </a:extLst>
          </p:spPr>
          <p:txBody>
            <a:bodyPr anchor="ctr"/>
            <a:lstStyle/>
            <a:p>
              <a:pPr algn="ctr"/>
              <a:endParaRPr lang="zh-CN" altLang="zh-CN" dirty="0">
                <a:solidFill>
                  <a:srgbClr val="FFFFFF"/>
                </a:solidFill>
                <a:latin typeface="SimSun" panose="02010600030101010101" pitchFamily="2" charset="-122"/>
                <a:ea typeface="思源黑体 Normal" panose="020B0400000000000000" pitchFamily="34" charset="-122"/>
                <a:sym typeface="SimSun" panose="02010600030101010101" pitchFamily="2" charset="-122"/>
              </a:endParaRPr>
            </a:p>
          </p:txBody>
        </p:sp>
      </p:grpSp>
      <p:sp>
        <p:nvSpPr>
          <p:cNvPr id="24" name="Freeform 18">
            <a:extLst>
              <a:ext uri="{FF2B5EF4-FFF2-40B4-BE49-F238E27FC236}">
                <a16:creationId xmlns:a16="http://schemas.microsoft.com/office/drawing/2014/main" id="{02129558-F4D3-4F21-82C4-58018BD7C635}"/>
              </a:ext>
            </a:extLst>
          </p:cNvPr>
          <p:cNvSpPr>
            <a:spLocks noChangeArrowheads="1"/>
          </p:cNvSpPr>
          <p:nvPr/>
        </p:nvSpPr>
        <p:spPr bwMode="auto">
          <a:xfrm>
            <a:off x="2373985" y="3230563"/>
            <a:ext cx="1189038" cy="2936875"/>
          </a:xfrm>
          <a:custGeom>
            <a:avLst/>
            <a:gdLst>
              <a:gd name="T0" fmla="*/ 191 w 617"/>
              <a:gd name="T1" fmla="*/ 76 h 1524"/>
              <a:gd name="T2" fmla="*/ 287 w 617"/>
              <a:gd name="T3" fmla="*/ 7 h 1524"/>
              <a:gd name="T4" fmla="*/ 538 w 617"/>
              <a:gd name="T5" fmla="*/ 42 h 1524"/>
              <a:gd name="T6" fmla="*/ 610 w 617"/>
              <a:gd name="T7" fmla="*/ 135 h 1524"/>
              <a:gd name="T8" fmla="*/ 425 w 617"/>
              <a:gd name="T9" fmla="*/ 1445 h 1524"/>
              <a:gd name="T10" fmla="*/ 329 w 617"/>
              <a:gd name="T11" fmla="*/ 1517 h 1524"/>
              <a:gd name="T12" fmla="*/ 79 w 617"/>
              <a:gd name="T13" fmla="*/ 1482 h 1524"/>
              <a:gd name="T14" fmla="*/ 7 w 617"/>
              <a:gd name="T15" fmla="*/ 1386 h 1524"/>
              <a:gd name="T16" fmla="*/ 191 w 617"/>
              <a:gd name="T17" fmla="*/ 76 h 15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17"/>
              <a:gd name="T28" fmla="*/ 0 h 1524"/>
              <a:gd name="T29" fmla="*/ 617 w 617"/>
              <a:gd name="T30" fmla="*/ 1524 h 15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17" h="1524">
                <a:moveTo>
                  <a:pt x="191" y="76"/>
                </a:moveTo>
                <a:cubicBezTo>
                  <a:pt x="198" y="30"/>
                  <a:pt x="241" y="0"/>
                  <a:pt x="287" y="7"/>
                </a:cubicBezTo>
                <a:cubicBezTo>
                  <a:pt x="538" y="42"/>
                  <a:pt x="538" y="42"/>
                  <a:pt x="538" y="42"/>
                </a:cubicBezTo>
                <a:cubicBezTo>
                  <a:pt x="584" y="49"/>
                  <a:pt x="617" y="89"/>
                  <a:pt x="610" y="135"/>
                </a:cubicBezTo>
                <a:cubicBezTo>
                  <a:pt x="425" y="1445"/>
                  <a:pt x="425" y="1445"/>
                  <a:pt x="425" y="1445"/>
                </a:cubicBezTo>
                <a:cubicBezTo>
                  <a:pt x="419" y="1492"/>
                  <a:pt x="376" y="1524"/>
                  <a:pt x="329" y="1517"/>
                </a:cubicBezTo>
                <a:cubicBezTo>
                  <a:pt x="79" y="1482"/>
                  <a:pt x="79" y="1482"/>
                  <a:pt x="79" y="1482"/>
                </a:cubicBezTo>
                <a:cubicBezTo>
                  <a:pt x="32" y="1475"/>
                  <a:pt x="0" y="1432"/>
                  <a:pt x="7" y="1386"/>
                </a:cubicBezTo>
                <a:lnTo>
                  <a:pt x="191" y="76"/>
                </a:lnTo>
                <a:close/>
              </a:path>
            </a:pathLst>
          </a:custGeom>
          <a:solidFill>
            <a:srgbClr val="044BC9"/>
          </a:solidFill>
          <a:ln>
            <a:noFill/>
          </a:ln>
          <a:effectLst>
            <a:outerShdw blurRad="190500" dist="63500" dir="2700000" algn="tl" rotWithShape="0">
              <a:prstClr val="black">
                <a:alpha val="25000"/>
              </a:prstClr>
            </a:outerShdw>
          </a:effectLst>
        </p:spPr>
        <p:txBody>
          <a:bodyPr anchor="ctr"/>
          <a:lstStyle/>
          <a:p>
            <a:pPr algn="ctr"/>
            <a:endParaRPr lang="zh-CN" altLang="zh-CN" dirty="0">
              <a:solidFill>
                <a:srgbClr val="FFFFFF"/>
              </a:solidFill>
              <a:latin typeface="SimSun" panose="02010600030101010101" pitchFamily="2" charset="-122"/>
              <a:ea typeface="思源黑体 Normal" panose="020B0400000000000000" pitchFamily="34" charset="-122"/>
              <a:sym typeface="SimSun" panose="02010600030101010101" pitchFamily="2" charset="-122"/>
            </a:endParaRPr>
          </a:p>
        </p:txBody>
      </p:sp>
      <p:sp>
        <p:nvSpPr>
          <p:cNvPr id="25" name="Freeform 19">
            <a:extLst>
              <a:ext uri="{FF2B5EF4-FFF2-40B4-BE49-F238E27FC236}">
                <a16:creationId xmlns:a16="http://schemas.microsoft.com/office/drawing/2014/main" id="{79ED5A45-BFED-42DF-8C88-0F9377569EEA}"/>
              </a:ext>
            </a:extLst>
          </p:cNvPr>
          <p:cNvSpPr>
            <a:spLocks noChangeArrowheads="1"/>
          </p:cNvSpPr>
          <p:nvPr/>
        </p:nvSpPr>
        <p:spPr bwMode="auto">
          <a:xfrm>
            <a:off x="2950248" y="3373438"/>
            <a:ext cx="250825" cy="250825"/>
          </a:xfrm>
          <a:custGeom>
            <a:avLst/>
            <a:gdLst>
              <a:gd name="T0" fmla="*/ 118 w 130"/>
              <a:gd name="T1" fmla="*/ 43 h 130"/>
              <a:gd name="T2" fmla="*/ 43 w 130"/>
              <a:gd name="T3" fmla="*/ 12 h 130"/>
              <a:gd name="T4" fmla="*/ 12 w 130"/>
              <a:gd name="T5" fmla="*/ 86 h 130"/>
              <a:gd name="T6" fmla="*/ 86 w 130"/>
              <a:gd name="T7" fmla="*/ 118 h 130"/>
              <a:gd name="T8" fmla="*/ 118 w 130"/>
              <a:gd name="T9" fmla="*/ 43 h 130"/>
              <a:gd name="T10" fmla="*/ 0 60000 65536"/>
              <a:gd name="T11" fmla="*/ 0 60000 65536"/>
              <a:gd name="T12" fmla="*/ 0 60000 65536"/>
              <a:gd name="T13" fmla="*/ 0 60000 65536"/>
              <a:gd name="T14" fmla="*/ 0 60000 65536"/>
              <a:gd name="T15" fmla="*/ 0 w 130"/>
              <a:gd name="T16" fmla="*/ 0 h 130"/>
              <a:gd name="T17" fmla="*/ 130 w 130"/>
              <a:gd name="T18" fmla="*/ 130 h 130"/>
            </a:gdLst>
            <a:ahLst/>
            <a:cxnLst>
              <a:cxn ang="T10">
                <a:pos x="T0" y="T1"/>
              </a:cxn>
              <a:cxn ang="T11">
                <a:pos x="T2" y="T3"/>
              </a:cxn>
              <a:cxn ang="T12">
                <a:pos x="T4" y="T5"/>
              </a:cxn>
              <a:cxn ang="T13">
                <a:pos x="T6" y="T7"/>
              </a:cxn>
              <a:cxn ang="T14">
                <a:pos x="T8" y="T9"/>
              </a:cxn>
            </a:cxnLst>
            <a:rect l="T15" t="T16" r="T17" b="T18"/>
            <a:pathLst>
              <a:path w="130" h="130">
                <a:moveTo>
                  <a:pt x="118" y="43"/>
                </a:moveTo>
                <a:cubicBezTo>
                  <a:pt x="106" y="14"/>
                  <a:pt x="73" y="0"/>
                  <a:pt x="43" y="12"/>
                </a:cubicBezTo>
                <a:cubicBezTo>
                  <a:pt x="14" y="23"/>
                  <a:pt x="0" y="57"/>
                  <a:pt x="12" y="86"/>
                </a:cubicBezTo>
                <a:cubicBezTo>
                  <a:pt x="24" y="115"/>
                  <a:pt x="57" y="130"/>
                  <a:pt x="86" y="118"/>
                </a:cubicBezTo>
                <a:cubicBezTo>
                  <a:pt x="116" y="106"/>
                  <a:pt x="130" y="73"/>
                  <a:pt x="118" y="43"/>
                </a:cubicBezTo>
                <a:close/>
              </a:path>
            </a:pathLst>
          </a:custGeom>
          <a:solidFill>
            <a:schemeClr val="bg1"/>
          </a:solidFill>
          <a:ln>
            <a:noFill/>
          </a:ln>
        </p:spPr>
        <p:txBody>
          <a:bodyPr/>
          <a:lstStyle/>
          <a:p>
            <a:endParaRPr lang="zh-CN" altLang="zh-CN" dirty="0">
              <a:solidFill>
                <a:srgbClr val="000000"/>
              </a:solidFill>
              <a:latin typeface="Calibri" panose="020F0502020204030204" pitchFamily="34" charset="0"/>
              <a:ea typeface="思源黑体 Normal" panose="020B0400000000000000" pitchFamily="34" charset="-122"/>
              <a:sym typeface="SimSun" panose="02010600030101010101" pitchFamily="2" charset="-122"/>
            </a:endParaRPr>
          </a:p>
        </p:txBody>
      </p:sp>
      <p:sp>
        <p:nvSpPr>
          <p:cNvPr id="26" name="Freeform 20">
            <a:extLst>
              <a:ext uri="{FF2B5EF4-FFF2-40B4-BE49-F238E27FC236}">
                <a16:creationId xmlns:a16="http://schemas.microsoft.com/office/drawing/2014/main" id="{5504481B-4D19-4BF9-BBF8-2339423B582C}"/>
              </a:ext>
            </a:extLst>
          </p:cNvPr>
          <p:cNvSpPr>
            <a:spLocks noChangeArrowheads="1"/>
          </p:cNvSpPr>
          <p:nvPr/>
        </p:nvSpPr>
        <p:spPr bwMode="auto">
          <a:xfrm>
            <a:off x="2950248" y="3381375"/>
            <a:ext cx="188912" cy="225425"/>
          </a:xfrm>
          <a:custGeom>
            <a:avLst/>
            <a:gdLst>
              <a:gd name="T0" fmla="*/ 66 w 98"/>
              <a:gd name="T1" fmla="*/ 17 h 117"/>
              <a:gd name="T2" fmla="*/ 98 w 98"/>
              <a:gd name="T3" fmla="*/ 14 h 117"/>
              <a:gd name="T4" fmla="*/ 43 w 98"/>
              <a:gd name="T5" fmla="*/ 8 h 117"/>
              <a:gd name="T6" fmla="*/ 12 w 98"/>
              <a:gd name="T7" fmla="*/ 82 h 117"/>
              <a:gd name="T8" fmla="*/ 55 w 98"/>
              <a:gd name="T9" fmla="*/ 117 h 117"/>
              <a:gd name="T10" fmla="*/ 35 w 98"/>
              <a:gd name="T11" fmla="*/ 92 h 117"/>
              <a:gd name="T12" fmla="*/ 66 w 98"/>
              <a:gd name="T13" fmla="*/ 17 h 117"/>
              <a:gd name="T14" fmla="*/ 0 60000 65536"/>
              <a:gd name="T15" fmla="*/ 0 60000 65536"/>
              <a:gd name="T16" fmla="*/ 0 60000 65536"/>
              <a:gd name="T17" fmla="*/ 0 60000 65536"/>
              <a:gd name="T18" fmla="*/ 0 60000 65536"/>
              <a:gd name="T19" fmla="*/ 0 60000 65536"/>
              <a:gd name="T20" fmla="*/ 0 60000 65536"/>
              <a:gd name="T21" fmla="*/ 0 w 98"/>
              <a:gd name="T22" fmla="*/ 0 h 117"/>
              <a:gd name="T23" fmla="*/ 98 w 98"/>
              <a:gd name="T24" fmla="*/ 117 h 1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8" h="117">
                <a:moveTo>
                  <a:pt x="66" y="17"/>
                </a:moveTo>
                <a:cubicBezTo>
                  <a:pt x="77" y="13"/>
                  <a:pt x="88" y="12"/>
                  <a:pt x="98" y="14"/>
                </a:cubicBezTo>
                <a:cubicBezTo>
                  <a:pt x="83" y="3"/>
                  <a:pt x="62" y="0"/>
                  <a:pt x="43" y="8"/>
                </a:cubicBezTo>
                <a:cubicBezTo>
                  <a:pt x="14" y="19"/>
                  <a:pt x="0" y="53"/>
                  <a:pt x="12" y="82"/>
                </a:cubicBezTo>
                <a:cubicBezTo>
                  <a:pt x="19" y="101"/>
                  <a:pt x="36" y="114"/>
                  <a:pt x="55" y="117"/>
                </a:cubicBezTo>
                <a:cubicBezTo>
                  <a:pt x="46" y="111"/>
                  <a:pt x="39" y="102"/>
                  <a:pt x="35" y="92"/>
                </a:cubicBezTo>
                <a:cubicBezTo>
                  <a:pt x="23" y="63"/>
                  <a:pt x="37" y="29"/>
                  <a:pt x="66" y="17"/>
                </a:cubicBezTo>
                <a:close/>
              </a:path>
            </a:pathLst>
          </a:custGeom>
          <a:solidFill>
            <a:srgbClr val="13353A"/>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zh-CN" dirty="0">
              <a:solidFill>
                <a:srgbClr val="000000"/>
              </a:solidFill>
              <a:latin typeface="Calibri" panose="020F0502020204030204" pitchFamily="34" charset="0"/>
              <a:ea typeface="思源黑体 Normal" panose="020B0400000000000000" pitchFamily="34" charset="-122"/>
              <a:sym typeface="SimSun" panose="02010600030101010101" pitchFamily="2" charset="-122"/>
            </a:endParaRPr>
          </a:p>
        </p:txBody>
      </p:sp>
      <p:sp>
        <p:nvSpPr>
          <p:cNvPr id="27" name="Freeform 21">
            <a:extLst>
              <a:ext uri="{FF2B5EF4-FFF2-40B4-BE49-F238E27FC236}">
                <a16:creationId xmlns:a16="http://schemas.microsoft.com/office/drawing/2014/main" id="{CB68A8B3-48A6-40F5-B58B-57FEC38FC8A9}"/>
              </a:ext>
            </a:extLst>
          </p:cNvPr>
          <p:cNvSpPr>
            <a:spLocks noChangeArrowheads="1"/>
          </p:cNvSpPr>
          <p:nvPr/>
        </p:nvSpPr>
        <p:spPr bwMode="auto">
          <a:xfrm>
            <a:off x="3229648" y="3141663"/>
            <a:ext cx="1465262" cy="2946400"/>
          </a:xfrm>
          <a:custGeom>
            <a:avLst/>
            <a:gdLst>
              <a:gd name="T0" fmla="*/ 12 w 761"/>
              <a:gd name="T1" fmla="*/ 175 h 1529"/>
              <a:gd name="T2" fmla="*/ 73 w 761"/>
              <a:gd name="T3" fmla="*/ 75 h 1529"/>
              <a:gd name="T4" fmla="*/ 319 w 761"/>
              <a:gd name="T5" fmla="*/ 12 h 1529"/>
              <a:gd name="T6" fmla="*/ 421 w 761"/>
              <a:gd name="T7" fmla="*/ 70 h 1529"/>
              <a:gd name="T8" fmla="*/ 750 w 761"/>
              <a:gd name="T9" fmla="*/ 1352 h 1529"/>
              <a:gd name="T10" fmla="*/ 689 w 761"/>
              <a:gd name="T11" fmla="*/ 1454 h 1529"/>
              <a:gd name="T12" fmla="*/ 443 w 761"/>
              <a:gd name="T13" fmla="*/ 1517 h 1529"/>
              <a:gd name="T14" fmla="*/ 340 w 761"/>
              <a:gd name="T15" fmla="*/ 1457 h 1529"/>
              <a:gd name="T16" fmla="*/ 12 w 761"/>
              <a:gd name="T17" fmla="*/ 175 h 15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61"/>
              <a:gd name="T28" fmla="*/ 0 h 1529"/>
              <a:gd name="T29" fmla="*/ 761 w 761"/>
              <a:gd name="T30" fmla="*/ 1529 h 15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61" h="1529">
                <a:moveTo>
                  <a:pt x="12" y="175"/>
                </a:moveTo>
                <a:cubicBezTo>
                  <a:pt x="0" y="130"/>
                  <a:pt x="28" y="86"/>
                  <a:pt x="73" y="75"/>
                </a:cubicBezTo>
                <a:cubicBezTo>
                  <a:pt x="319" y="12"/>
                  <a:pt x="319" y="12"/>
                  <a:pt x="319" y="12"/>
                </a:cubicBezTo>
                <a:cubicBezTo>
                  <a:pt x="364" y="0"/>
                  <a:pt x="410" y="25"/>
                  <a:pt x="421" y="70"/>
                </a:cubicBezTo>
                <a:cubicBezTo>
                  <a:pt x="750" y="1352"/>
                  <a:pt x="750" y="1352"/>
                  <a:pt x="750" y="1352"/>
                </a:cubicBezTo>
                <a:cubicBezTo>
                  <a:pt x="761" y="1397"/>
                  <a:pt x="734" y="1443"/>
                  <a:pt x="689" y="1454"/>
                </a:cubicBezTo>
                <a:cubicBezTo>
                  <a:pt x="443" y="1517"/>
                  <a:pt x="443" y="1517"/>
                  <a:pt x="443" y="1517"/>
                </a:cubicBezTo>
                <a:cubicBezTo>
                  <a:pt x="398" y="1529"/>
                  <a:pt x="352" y="1502"/>
                  <a:pt x="340" y="1457"/>
                </a:cubicBezTo>
                <a:lnTo>
                  <a:pt x="12" y="175"/>
                </a:lnTo>
                <a:close/>
              </a:path>
            </a:pathLst>
          </a:custGeom>
          <a:solidFill>
            <a:srgbClr val="23A2E4"/>
          </a:solidFill>
          <a:ln w="19050" cap="flat" cmpd="sng">
            <a:solidFill>
              <a:schemeClr val="bg1"/>
            </a:solidFill>
            <a:bevel/>
            <a:headEnd/>
            <a:tailEnd/>
          </a:ln>
          <a:effectLst>
            <a:outerShdw blurRad="190500" dist="63500" dir="2700000" algn="tl" rotWithShape="0">
              <a:prstClr val="black">
                <a:alpha val="25000"/>
              </a:prstClr>
            </a:outerShdw>
          </a:effectLst>
        </p:spPr>
        <p:txBody>
          <a:bodyPr anchor="ctr"/>
          <a:lstStyle/>
          <a:p>
            <a:pPr algn="ctr"/>
            <a:endParaRPr lang="zh-CN" altLang="zh-CN" dirty="0">
              <a:solidFill>
                <a:srgbClr val="FFFFFF"/>
              </a:solidFill>
              <a:latin typeface="SimSun" panose="02010600030101010101" pitchFamily="2" charset="-122"/>
              <a:ea typeface="思源黑体 Normal" panose="020B0400000000000000" pitchFamily="34" charset="-122"/>
              <a:sym typeface="SimSun" panose="02010600030101010101" pitchFamily="2" charset="-122"/>
            </a:endParaRPr>
          </a:p>
        </p:txBody>
      </p:sp>
      <p:sp>
        <p:nvSpPr>
          <p:cNvPr id="28" name="Freeform 22">
            <a:extLst>
              <a:ext uri="{FF2B5EF4-FFF2-40B4-BE49-F238E27FC236}">
                <a16:creationId xmlns:a16="http://schemas.microsoft.com/office/drawing/2014/main" id="{66985860-D7D2-4EE2-8164-1CB9E14F7AD7}"/>
              </a:ext>
            </a:extLst>
          </p:cNvPr>
          <p:cNvSpPr>
            <a:spLocks noChangeArrowheads="1"/>
          </p:cNvSpPr>
          <p:nvPr/>
        </p:nvSpPr>
        <p:spPr bwMode="auto">
          <a:xfrm>
            <a:off x="3483648" y="3341688"/>
            <a:ext cx="242887" cy="242887"/>
          </a:xfrm>
          <a:custGeom>
            <a:avLst/>
            <a:gdLst>
              <a:gd name="T0" fmla="*/ 104 w 126"/>
              <a:gd name="T1" fmla="*/ 23 h 126"/>
              <a:gd name="T2" fmla="*/ 23 w 126"/>
              <a:gd name="T3" fmla="*/ 22 h 126"/>
              <a:gd name="T4" fmla="*/ 22 w 126"/>
              <a:gd name="T5" fmla="*/ 103 h 126"/>
              <a:gd name="T6" fmla="*/ 103 w 126"/>
              <a:gd name="T7" fmla="*/ 104 h 126"/>
              <a:gd name="T8" fmla="*/ 104 w 126"/>
              <a:gd name="T9" fmla="*/ 23 h 126"/>
              <a:gd name="T10" fmla="*/ 0 60000 65536"/>
              <a:gd name="T11" fmla="*/ 0 60000 65536"/>
              <a:gd name="T12" fmla="*/ 0 60000 65536"/>
              <a:gd name="T13" fmla="*/ 0 60000 65536"/>
              <a:gd name="T14" fmla="*/ 0 60000 65536"/>
              <a:gd name="T15" fmla="*/ 0 w 126"/>
              <a:gd name="T16" fmla="*/ 0 h 126"/>
              <a:gd name="T17" fmla="*/ 126 w 126"/>
              <a:gd name="T18" fmla="*/ 126 h 126"/>
            </a:gdLst>
            <a:ahLst/>
            <a:cxnLst>
              <a:cxn ang="T10">
                <a:pos x="T0" y="T1"/>
              </a:cxn>
              <a:cxn ang="T11">
                <a:pos x="T2" y="T3"/>
              </a:cxn>
              <a:cxn ang="T12">
                <a:pos x="T4" y="T5"/>
              </a:cxn>
              <a:cxn ang="T13">
                <a:pos x="T6" y="T7"/>
              </a:cxn>
              <a:cxn ang="T14">
                <a:pos x="T8" y="T9"/>
              </a:cxn>
            </a:cxnLst>
            <a:rect l="T15" t="T16" r="T17" b="T18"/>
            <a:pathLst>
              <a:path w="126" h="126">
                <a:moveTo>
                  <a:pt x="104" y="23"/>
                </a:moveTo>
                <a:cubicBezTo>
                  <a:pt x="82" y="0"/>
                  <a:pt x="46" y="0"/>
                  <a:pt x="23" y="22"/>
                </a:cubicBezTo>
                <a:cubicBezTo>
                  <a:pt x="0" y="44"/>
                  <a:pt x="0" y="81"/>
                  <a:pt x="22" y="103"/>
                </a:cubicBezTo>
                <a:cubicBezTo>
                  <a:pt x="44" y="126"/>
                  <a:pt x="81" y="126"/>
                  <a:pt x="103" y="104"/>
                </a:cubicBezTo>
                <a:cubicBezTo>
                  <a:pt x="126" y="82"/>
                  <a:pt x="126" y="46"/>
                  <a:pt x="104" y="23"/>
                </a:cubicBezTo>
                <a:close/>
              </a:path>
            </a:pathLst>
          </a:custGeom>
          <a:solidFill>
            <a:schemeClr val="bg1"/>
          </a:solidFill>
          <a:ln>
            <a:noFill/>
          </a:ln>
        </p:spPr>
        <p:txBody>
          <a:bodyPr/>
          <a:lstStyle/>
          <a:p>
            <a:endParaRPr lang="zh-CN" altLang="zh-CN" dirty="0">
              <a:solidFill>
                <a:srgbClr val="000000"/>
              </a:solidFill>
              <a:latin typeface="Calibri" panose="020F0502020204030204" pitchFamily="34" charset="0"/>
              <a:ea typeface="思源黑体 Normal" panose="020B0400000000000000" pitchFamily="34" charset="-122"/>
              <a:sym typeface="SimSun" panose="02010600030101010101" pitchFamily="2" charset="-122"/>
            </a:endParaRPr>
          </a:p>
        </p:txBody>
      </p:sp>
      <p:sp>
        <p:nvSpPr>
          <p:cNvPr id="29" name="Freeform 23">
            <a:extLst>
              <a:ext uri="{FF2B5EF4-FFF2-40B4-BE49-F238E27FC236}">
                <a16:creationId xmlns:a16="http://schemas.microsoft.com/office/drawing/2014/main" id="{FE76AD8B-9DE9-4C4C-904E-80984D170E82}"/>
              </a:ext>
            </a:extLst>
          </p:cNvPr>
          <p:cNvSpPr>
            <a:spLocks noChangeArrowheads="1"/>
          </p:cNvSpPr>
          <p:nvPr/>
        </p:nvSpPr>
        <p:spPr bwMode="auto">
          <a:xfrm>
            <a:off x="3483648" y="3349625"/>
            <a:ext cx="146050" cy="230188"/>
          </a:xfrm>
          <a:custGeom>
            <a:avLst/>
            <a:gdLst>
              <a:gd name="T0" fmla="*/ 48 w 76"/>
              <a:gd name="T1" fmla="*/ 19 h 120"/>
              <a:gd name="T2" fmla="*/ 76 w 76"/>
              <a:gd name="T3" fmla="*/ 4 h 120"/>
              <a:gd name="T4" fmla="*/ 23 w 76"/>
              <a:gd name="T5" fmla="*/ 19 h 120"/>
              <a:gd name="T6" fmla="*/ 22 w 76"/>
              <a:gd name="T7" fmla="*/ 100 h 120"/>
              <a:gd name="T8" fmla="*/ 75 w 76"/>
              <a:gd name="T9" fmla="*/ 116 h 120"/>
              <a:gd name="T10" fmla="*/ 47 w 76"/>
              <a:gd name="T11" fmla="*/ 100 h 120"/>
              <a:gd name="T12" fmla="*/ 48 w 76"/>
              <a:gd name="T13" fmla="*/ 19 h 120"/>
              <a:gd name="T14" fmla="*/ 0 60000 65536"/>
              <a:gd name="T15" fmla="*/ 0 60000 65536"/>
              <a:gd name="T16" fmla="*/ 0 60000 65536"/>
              <a:gd name="T17" fmla="*/ 0 60000 65536"/>
              <a:gd name="T18" fmla="*/ 0 60000 65536"/>
              <a:gd name="T19" fmla="*/ 0 60000 65536"/>
              <a:gd name="T20" fmla="*/ 0 60000 65536"/>
              <a:gd name="T21" fmla="*/ 0 w 76"/>
              <a:gd name="T22" fmla="*/ 0 h 120"/>
              <a:gd name="T23" fmla="*/ 76 w 76"/>
              <a:gd name="T24" fmla="*/ 120 h 1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6" h="120">
                <a:moveTo>
                  <a:pt x="48" y="19"/>
                </a:moveTo>
                <a:cubicBezTo>
                  <a:pt x="56" y="12"/>
                  <a:pt x="66" y="7"/>
                  <a:pt x="76" y="4"/>
                </a:cubicBezTo>
                <a:cubicBezTo>
                  <a:pt x="58" y="0"/>
                  <a:pt x="38" y="5"/>
                  <a:pt x="23" y="19"/>
                </a:cubicBezTo>
                <a:cubicBezTo>
                  <a:pt x="0" y="41"/>
                  <a:pt x="0" y="78"/>
                  <a:pt x="22" y="100"/>
                </a:cubicBezTo>
                <a:cubicBezTo>
                  <a:pt x="36" y="115"/>
                  <a:pt x="56" y="120"/>
                  <a:pt x="75" y="116"/>
                </a:cubicBezTo>
                <a:cubicBezTo>
                  <a:pt x="65" y="114"/>
                  <a:pt x="55" y="108"/>
                  <a:pt x="47" y="100"/>
                </a:cubicBezTo>
                <a:cubicBezTo>
                  <a:pt x="25" y="78"/>
                  <a:pt x="25" y="42"/>
                  <a:pt x="48" y="19"/>
                </a:cubicBezTo>
                <a:close/>
              </a:path>
            </a:pathLst>
          </a:custGeom>
          <a:solidFill>
            <a:srgbClr val="13353A"/>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zh-CN" dirty="0">
              <a:solidFill>
                <a:srgbClr val="000000"/>
              </a:solidFill>
              <a:latin typeface="Calibri" panose="020F0502020204030204" pitchFamily="34" charset="0"/>
              <a:ea typeface="思源黑体 Normal" panose="020B0400000000000000" pitchFamily="34" charset="-122"/>
              <a:sym typeface="SimSun" panose="02010600030101010101" pitchFamily="2" charset="-122"/>
            </a:endParaRPr>
          </a:p>
        </p:txBody>
      </p:sp>
      <p:sp>
        <p:nvSpPr>
          <p:cNvPr id="30" name="Freeform 24">
            <a:extLst>
              <a:ext uri="{FF2B5EF4-FFF2-40B4-BE49-F238E27FC236}">
                <a16:creationId xmlns:a16="http://schemas.microsoft.com/office/drawing/2014/main" id="{32C2EA37-9984-43FD-B566-B5D1C05BBE75}"/>
              </a:ext>
            </a:extLst>
          </p:cNvPr>
          <p:cNvSpPr>
            <a:spLocks noChangeArrowheads="1"/>
          </p:cNvSpPr>
          <p:nvPr/>
        </p:nvSpPr>
        <p:spPr bwMode="auto">
          <a:xfrm>
            <a:off x="3707485" y="2808288"/>
            <a:ext cx="2286000" cy="2698750"/>
          </a:xfrm>
          <a:custGeom>
            <a:avLst/>
            <a:gdLst>
              <a:gd name="T0" fmla="*/ 28 w 1187"/>
              <a:gd name="T1" fmla="*/ 296 h 1400"/>
              <a:gd name="T2" fmla="*/ 47 w 1187"/>
              <a:gd name="T3" fmla="*/ 180 h 1400"/>
              <a:gd name="T4" fmla="*/ 250 w 1187"/>
              <a:gd name="T5" fmla="*/ 28 h 1400"/>
              <a:gd name="T6" fmla="*/ 367 w 1187"/>
              <a:gd name="T7" fmla="*/ 43 h 1400"/>
              <a:gd name="T8" fmla="*/ 1159 w 1187"/>
              <a:gd name="T9" fmla="*/ 1102 h 1400"/>
              <a:gd name="T10" fmla="*/ 1142 w 1187"/>
              <a:gd name="T11" fmla="*/ 1221 h 1400"/>
              <a:gd name="T12" fmla="*/ 939 w 1187"/>
              <a:gd name="T13" fmla="*/ 1373 h 1400"/>
              <a:gd name="T14" fmla="*/ 821 w 1187"/>
              <a:gd name="T15" fmla="*/ 1356 h 1400"/>
              <a:gd name="T16" fmla="*/ 28 w 1187"/>
              <a:gd name="T17" fmla="*/ 296 h 14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87"/>
              <a:gd name="T28" fmla="*/ 0 h 1400"/>
              <a:gd name="T29" fmla="*/ 1187 w 1187"/>
              <a:gd name="T30" fmla="*/ 1400 h 14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87" h="1400">
                <a:moveTo>
                  <a:pt x="28" y="296"/>
                </a:moveTo>
                <a:cubicBezTo>
                  <a:pt x="0" y="259"/>
                  <a:pt x="10" y="208"/>
                  <a:pt x="47" y="180"/>
                </a:cubicBezTo>
                <a:cubicBezTo>
                  <a:pt x="250" y="28"/>
                  <a:pt x="250" y="28"/>
                  <a:pt x="250" y="28"/>
                </a:cubicBezTo>
                <a:cubicBezTo>
                  <a:pt x="287" y="0"/>
                  <a:pt x="339" y="6"/>
                  <a:pt x="367" y="43"/>
                </a:cubicBezTo>
                <a:cubicBezTo>
                  <a:pt x="1159" y="1102"/>
                  <a:pt x="1159" y="1102"/>
                  <a:pt x="1159" y="1102"/>
                </a:cubicBezTo>
                <a:cubicBezTo>
                  <a:pt x="1187" y="1140"/>
                  <a:pt x="1179" y="1193"/>
                  <a:pt x="1142" y="1221"/>
                </a:cubicBezTo>
                <a:cubicBezTo>
                  <a:pt x="939" y="1373"/>
                  <a:pt x="939" y="1373"/>
                  <a:pt x="939" y="1373"/>
                </a:cubicBezTo>
                <a:cubicBezTo>
                  <a:pt x="902" y="1400"/>
                  <a:pt x="849" y="1393"/>
                  <a:pt x="821" y="1356"/>
                </a:cubicBezTo>
                <a:lnTo>
                  <a:pt x="28" y="296"/>
                </a:lnTo>
                <a:close/>
              </a:path>
            </a:pathLst>
          </a:custGeom>
          <a:solidFill>
            <a:srgbClr val="044BC9"/>
          </a:solidFill>
          <a:ln w="19050" cap="flat" cmpd="sng">
            <a:solidFill>
              <a:schemeClr val="bg1"/>
            </a:solidFill>
            <a:bevel/>
            <a:headEnd/>
            <a:tailEnd/>
          </a:ln>
          <a:effectLst>
            <a:outerShdw blurRad="190500" dist="63500" dir="2700000" algn="tl" rotWithShape="0">
              <a:prstClr val="black">
                <a:alpha val="25000"/>
              </a:prstClr>
            </a:outerShdw>
          </a:effectLst>
        </p:spPr>
        <p:txBody>
          <a:bodyPr anchor="ctr"/>
          <a:lstStyle/>
          <a:p>
            <a:pPr algn="ctr"/>
            <a:endParaRPr lang="zh-CN" altLang="zh-CN" dirty="0">
              <a:solidFill>
                <a:srgbClr val="FFFFFF"/>
              </a:solidFill>
              <a:latin typeface="SimSun" panose="02010600030101010101" pitchFamily="2" charset="-122"/>
              <a:ea typeface="思源黑体 Normal" panose="020B0400000000000000" pitchFamily="34" charset="-122"/>
              <a:sym typeface="SimSun" panose="02010600030101010101" pitchFamily="2" charset="-122"/>
            </a:endParaRPr>
          </a:p>
        </p:txBody>
      </p:sp>
      <p:sp>
        <p:nvSpPr>
          <p:cNvPr id="31" name="Freeform 25">
            <a:extLst>
              <a:ext uri="{FF2B5EF4-FFF2-40B4-BE49-F238E27FC236}">
                <a16:creationId xmlns:a16="http://schemas.microsoft.com/office/drawing/2014/main" id="{E0998F0A-6AA9-4C03-AA2A-53D496883FE5}"/>
              </a:ext>
            </a:extLst>
          </p:cNvPr>
          <p:cNvSpPr>
            <a:spLocks noChangeArrowheads="1"/>
          </p:cNvSpPr>
          <p:nvPr/>
        </p:nvSpPr>
        <p:spPr bwMode="auto">
          <a:xfrm>
            <a:off x="3956723" y="3105150"/>
            <a:ext cx="250825" cy="250825"/>
          </a:xfrm>
          <a:custGeom>
            <a:avLst/>
            <a:gdLst>
              <a:gd name="T0" fmla="*/ 87 w 130"/>
              <a:gd name="T1" fmla="*/ 12 h 130"/>
              <a:gd name="T2" fmla="*/ 12 w 130"/>
              <a:gd name="T3" fmla="*/ 42 h 130"/>
              <a:gd name="T4" fmla="*/ 42 w 130"/>
              <a:gd name="T5" fmla="*/ 117 h 130"/>
              <a:gd name="T6" fmla="*/ 117 w 130"/>
              <a:gd name="T7" fmla="*/ 87 h 130"/>
              <a:gd name="T8" fmla="*/ 87 w 130"/>
              <a:gd name="T9" fmla="*/ 12 h 130"/>
              <a:gd name="T10" fmla="*/ 0 60000 65536"/>
              <a:gd name="T11" fmla="*/ 0 60000 65536"/>
              <a:gd name="T12" fmla="*/ 0 60000 65536"/>
              <a:gd name="T13" fmla="*/ 0 60000 65536"/>
              <a:gd name="T14" fmla="*/ 0 60000 65536"/>
              <a:gd name="T15" fmla="*/ 0 w 130"/>
              <a:gd name="T16" fmla="*/ 0 h 130"/>
              <a:gd name="T17" fmla="*/ 130 w 130"/>
              <a:gd name="T18" fmla="*/ 130 h 130"/>
            </a:gdLst>
            <a:ahLst/>
            <a:cxnLst>
              <a:cxn ang="T10">
                <a:pos x="T0" y="T1"/>
              </a:cxn>
              <a:cxn ang="T11">
                <a:pos x="T2" y="T3"/>
              </a:cxn>
              <a:cxn ang="T12">
                <a:pos x="T4" y="T5"/>
              </a:cxn>
              <a:cxn ang="T13">
                <a:pos x="T6" y="T7"/>
              </a:cxn>
              <a:cxn ang="T14">
                <a:pos x="T8" y="T9"/>
              </a:cxn>
            </a:cxnLst>
            <a:rect l="T15" t="T16" r="T17" b="T18"/>
            <a:pathLst>
              <a:path w="130" h="130">
                <a:moveTo>
                  <a:pt x="87" y="12"/>
                </a:moveTo>
                <a:cubicBezTo>
                  <a:pt x="58" y="0"/>
                  <a:pt x="25" y="13"/>
                  <a:pt x="12" y="42"/>
                </a:cubicBezTo>
                <a:cubicBezTo>
                  <a:pt x="0" y="71"/>
                  <a:pt x="13" y="105"/>
                  <a:pt x="42" y="117"/>
                </a:cubicBezTo>
                <a:cubicBezTo>
                  <a:pt x="71" y="130"/>
                  <a:pt x="105" y="116"/>
                  <a:pt x="117" y="87"/>
                </a:cubicBezTo>
                <a:cubicBezTo>
                  <a:pt x="130" y="58"/>
                  <a:pt x="116" y="25"/>
                  <a:pt x="87" y="12"/>
                </a:cubicBezTo>
                <a:close/>
              </a:path>
            </a:pathLst>
          </a:custGeom>
          <a:solidFill>
            <a:schemeClr val="bg1"/>
          </a:solidFill>
          <a:ln>
            <a:noFill/>
          </a:ln>
        </p:spPr>
        <p:txBody>
          <a:bodyPr/>
          <a:lstStyle/>
          <a:p>
            <a:endParaRPr lang="zh-CN" altLang="zh-CN" dirty="0">
              <a:solidFill>
                <a:srgbClr val="000000"/>
              </a:solidFill>
              <a:latin typeface="Calibri" panose="020F0502020204030204" pitchFamily="34" charset="0"/>
              <a:ea typeface="思源黑体 Normal" panose="020B0400000000000000" pitchFamily="34" charset="-122"/>
              <a:sym typeface="SimSun" panose="02010600030101010101" pitchFamily="2" charset="-122"/>
            </a:endParaRPr>
          </a:p>
        </p:txBody>
      </p:sp>
      <p:sp>
        <p:nvSpPr>
          <p:cNvPr id="32" name="Freeform 26">
            <a:extLst>
              <a:ext uri="{FF2B5EF4-FFF2-40B4-BE49-F238E27FC236}">
                <a16:creationId xmlns:a16="http://schemas.microsoft.com/office/drawing/2014/main" id="{2732A87E-80F5-4C6A-AE2D-18CCA5C86332}"/>
              </a:ext>
            </a:extLst>
          </p:cNvPr>
          <p:cNvSpPr>
            <a:spLocks noChangeArrowheads="1"/>
          </p:cNvSpPr>
          <p:nvPr/>
        </p:nvSpPr>
        <p:spPr bwMode="auto">
          <a:xfrm>
            <a:off x="3956723" y="3121025"/>
            <a:ext cx="187325" cy="225425"/>
          </a:xfrm>
          <a:custGeom>
            <a:avLst/>
            <a:gdLst>
              <a:gd name="T0" fmla="*/ 35 w 97"/>
              <a:gd name="T1" fmla="*/ 25 h 117"/>
              <a:gd name="T2" fmla="*/ 56 w 97"/>
              <a:gd name="T3" fmla="*/ 0 h 117"/>
              <a:gd name="T4" fmla="*/ 12 w 97"/>
              <a:gd name="T5" fmla="*/ 34 h 117"/>
              <a:gd name="T6" fmla="*/ 42 w 97"/>
              <a:gd name="T7" fmla="*/ 109 h 117"/>
              <a:gd name="T8" fmla="*/ 97 w 97"/>
              <a:gd name="T9" fmla="*/ 104 h 117"/>
              <a:gd name="T10" fmla="*/ 65 w 97"/>
              <a:gd name="T11" fmla="*/ 100 h 117"/>
              <a:gd name="T12" fmla="*/ 35 w 97"/>
              <a:gd name="T13" fmla="*/ 25 h 117"/>
              <a:gd name="T14" fmla="*/ 0 60000 65536"/>
              <a:gd name="T15" fmla="*/ 0 60000 65536"/>
              <a:gd name="T16" fmla="*/ 0 60000 65536"/>
              <a:gd name="T17" fmla="*/ 0 60000 65536"/>
              <a:gd name="T18" fmla="*/ 0 60000 65536"/>
              <a:gd name="T19" fmla="*/ 0 60000 65536"/>
              <a:gd name="T20" fmla="*/ 0 60000 65536"/>
              <a:gd name="T21" fmla="*/ 0 w 97"/>
              <a:gd name="T22" fmla="*/ 0 h 117"/>
              <a:gd name="T23" fmla="*/ 97 w 97"/>
              <a:gd name="T24" fmla="*/ 117 h 1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7" h="117">
                <a:moveTo>
                  <a:pt x="35" y="25"/>
                </a:moveTo>
                <a:cubicBezTo>
                  <a:pt x="40" y="15"/>
                  <a:pt x="47" y="6"/>
                  <a:pt x="56" y="0"/>
                </a:cubicBezTo>
                <a:cubicBezTo>
                  <a:pt x="37" y="3"/>
                  <a:pt x="20" y="16"/>
                  <a:pt x="12" y="34"/>
                </a:cubicBezTo>
                <a:cubicBezTo>
                  <a:pt x="0" y="63"/>
                  <a:pt x="13" y="97"/>
                  <a:pt x="42" y="109"/>
                </a:cubicBezTo>
                <a:cubicBezTo>
                  <a:pt x="61" y="117"/>
                  <a:pt x="81" y="115"/>
                  <a:pt x="97" y="104"/>
                </a:cubicBezTo>
                <a:cubicBezTo>
                  <a:pt x="87" y="106"/>
                  <a:pt x="76" y="105"/>
                  <a:pt x="65" y="100"/>
                </a:cubicBezTo>
                <a:cubicBezTo>
                  <a:pt x="36" y="88"/>
                  <a:pt x="23" y="54"/>
                  <a:pt x="35" y="25"/>
                </a:cubicBezTo>
                <a:close/>
              </a:path>
            </a:pathLst>
          </a:custGeom>
          <a:solidFill>
            <a:srgbClr val="13353A"/>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zh-CN" dirty="0">
              <a:solidFill>
                <a:srgbClr val="000000"/>
              </a:solidFill>
              <a:latin typeface="Calibri" panose="020F0502020204030204" pitchFamily="34" charset="0"/>
              <a:ea typeface="思源黑体 Normal" panose="020B0400000000000000" pitchFamily="34" charset="-122"/>
              <a:sym typeface="SimSun" panose="02010600030101010101" pitchFamily="2" charset="-122"/>
            </a:endParaRPr>
          </a:p>
        </p:txBody>
      </p:sp>
      <p:sp>
        <p:nvSpPr>
          <p:cNvPr id="33" name="Freeform 27">
            <a:extLst>
              <a:ext uri="{FF2B5EF4-FFF2-40B4-BE49-F238E27FC236}">
                <a16:creationId xmlns:a16="http://schemas.microsoft.com/office/drawing/2014/main" id="{218668D2-36BA-404E-ACC4-C1905C29FF24}"/>
              </a:ext>
            </a:extLst>
          </p:cNvPr>
          <p:cNvSpPr>
            <a:spLocks noChangeArrowheads="1"/>
          </p:cNvSpPr>
          <p:nvPr/>
        </p:nvSpPr>
        <p:spPr bwMode="auto">
          <a:xfrm>
            <a:off x="2999460" y="2617788"/>
            <a:ext cx="133350" cy="801687"/>
          </a:xfrm>
          <a:custGeom>
            <a:avLst/>
            <a:gdLst>
              <a:gd name="T0" fmla="*/ 46 w 69"/>
              <a:gd name="T1" fmla="*/ 416 h 416"/>
              <a:gd name="T2" fmla="*/ 31 w 69"/>
              <a:gd name="T3" fmla="*/ 409 h 416"/>
              <a:gd name="T4" fmla="*/ 9 w 69"/>
              <a:gd name="T5" fmla="*/ 306 h 416"/>
              <a:gd name="T6" fmla="*/ 6 w 69"/>
              <a:gd name="T7" fmla="*/ 207 h 416"/>
              <a:gd name="T8" fmla="*/ 32 w 69"/>
              <a:gd name="T9" fmla="*/ 4 h 416"/>
              <a:gd name="T10" fmla="*/ 57 w 69"/>
              <a:gd name="T11" fmla="*/ 5 h 416"/>
              <a:gd name="T12" fmla="*/ 69 w 69"/>
              <a:gd name="T13" fmla="*/ 33 h 416"/>
              <a:gd name="T14" fmla="*/ 63 w 69"/>
              <a:gd name="T15" fmla="*/ 39 h 416"/>
              <a:gd name="T16" fmla="*/ 57 w 69"/>
              <a:gd name="T17" fmla="*/ 33 h 416"/>
              <a:gd name="T18" fmla="*/ 50 w 69"/>
              <a:gd name="T19" fmla="*/ 15 h 416"/>
              <a:gd name="T20" fmla="*/ 36 w 69"/>
              <a:gd name="T21" fmla="*/ 16 h 416"/>
              <a:gd name="T22" fmla="*/ 35 w 69"/>
              <a:gd name="T23" fmla="*/ 16 h 416"/>
              <a:gd name="T24" fmla="*/ 18 w 69"/>
              <a:gd name="T25" fmla="*/ 207 h 416"/>
              <a:gd name="T26" fmla="*/ 21 w 69"/>
              <a:gd name="T27" fmla="*/ 306 h 416"/>
              <a:gd name="T28" fmla="*/ 40 w 69"/>
              <a:gd name="T29" fmla="*/ 401 h 416"/>
              <a:gd name="T30" fmla="*/ 45 w 69"/>
              <a:gd name="T31" fmla="*/ 404 h 416"/>
              <a:gd name="T32" fmla="*/ 45 w 69"/>
              <a:gd name="T33" fmla="*/ 404 h 416"/>
              <a:gd name="T34" fmla="*/ 52 w 69"/>
              <a:gd name="T35" fmla="*/ 409 h 416"/>
              <a:gd name="T36" fmla="*/ 46 w 69"/>
              <a:gd name="T37" fmla="*/ 416 h 416"/>
              <a:gd name="T38" fmla="*/ 46 w 69"/>
              <a:gd name="T39" fmla="*/ 416 h 4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9"/>
              <a:gd name="T61" fmla="*/ 0 h 416"/>
              <a:gd name="T62" fmla="*/ 69 w 69"/>
              <a:gd name="T63" fmla="*/ 416 h 4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9" h="416">
                <a:moveTo>
                  <a:pt x="46" y="416"/>
                </a:moveTo>
                <a:cubicBezTo>
                  <a:pt x="43" y="416"/>
                  <a:pt x="38" y="415"/>
                  <a:pt x="31" y="409"/>
                </a:cubicBezTo>
                <a:cubicBezTo>
                  <a:pt x="16" y="395"/>
                  <a:pt x="8" y="359"/>
                  <a:pt x="9" y="306"/>
                </a:cubicBezTo>
                <a:cubicBezTo>
                  <a:pt x="9" y="277"/>
                  <a:pt x="8" y="243"/>
                  <a:pt x="6" y="207"/>
                </a:cubicBezTo>
                <a:cubicBezTo>
                  <a:pt x="1" y="87"/>
                  <a:pt x="0" y="13"/>
                  <a:pt x="32" y="4"/>
                </a:cubicBezTo>
                <a:cubicBezTo>
                  <a:pt x="42" y="0"/>
                  <a:pt x="51" y="1"/>
                  <a:pt x="57" y="5"/>
                </a:cubicBezTo>
                <a:cubicBezTo>
                  <a:pt x="69" y="14"/>
                  <a:pt x="69" y="31"/>
                  <a:pt x="69" y="33"/>
                </a:cubicBezTo>
                <a:cubicBezTo>
                  <a:pt x="69" y="37"/>
                  <a:pt x="67" y="39"/>
                  <a:pt x="63" y="39"/>
                </a:cubicBezTo>
                <a:cubicBezTo>
                  <a:pt x="60" y="39"/>
                  <a:pt x="57" y="37"/>
                  <a:pt x="57" y="33"/>
                </a:cubicBezTo>
                <a:cubicBezTo>
                  <a:pt x="57" y="30"/>
                  <a:pt x="56" y="19"/>
                  <a:pt x="50" y="15"/>
                </a:cubicBezTo>
                <a:cubicBezTo>
                  <a:pt x="47" y="13"/>
                  <a:pt x="42" y="13"/>
                  <a:pt x="36" y="16"/>
                </a:cubicBezTo>
                <a:cubicBezTo>
                  <a:pt x="35" y="16"/>
                  <a:pt x="35" y="16"/>
                  <a:pt x="35" y="16"/>
                </a:cubicBezTo>
                <a:cubicBezTo>
                  <a:pt x="11" y="22"/>
                  <a:pt x="15" y="125"/>
                  <a:pt x="18" y="207"/>
                </a:cubicBezTo>
                <a:cubicBezTo>
                  <a:pt x="20" y="243"/>
                  <a:pt x="21" y="277"/>
                  <a:pt x="21" y="306"/>
                </a:cubicBezTo>
                <a:cubicBezTo>
                  <a:pt x="20" y="372"/>
                  <a:pt x="32" y="394"/>
                  <a:pt x="40" y="401"/>
                </a:cubicBezTo>
                <a:cubicBezTo>
                  <a:pt x="43" y="404"/>
                  <a:pt x="45" y="404"/>
                  <a:pt x="45" y="404"/>
                </a:cubicBezTo>
                <a:cubicBezTo>
                  <a:pt x="45" y="404"/>
                  <a:pt x="45" y="404"/>
                  <a:pt x="45" y="404"/>
                </a:cubicBezTo>
                <a:cubicBezTo>
                  <a:pt x="49" y="404"/>
                  <a:pt x="51" y="406"/>
                  <a:pt x="52" y="409"/>
                </a:cubicBezTo>
                <a:cubicBezTo>
                  <a:pt x="52" y="413"/>
                  <a:pt x="50" y="416"/>
                  <a:pt x="46" y="416"/>
                </a:cubicBezTo>
                <a:cubicBezTo>
                  <a:pt x="46" y="416"/>
                  <a:pt x="46" y="416"/>
                  <a:pt x="46" y="416"/>
                </a:cubicBezTo>
                <a:close/>
              </a:path>
            </a:pathLst>
          </a:custGeom>
          <a:solidFill>
            <a:srgbClr val="F8E9B2"/>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zh-CN" dirty="0">
              <a:solidFill>
                <a:srgbClr val="000000"/>
              </a:solidFill>
              <a:latin typeface="Calibri" panose="020F0502020204030204" pitchFamily="34" charset="0"/>
              <a:ea typeface="思源黑体 Normal" panose="020B0400000000000000" pitchFamily="34" charset="-122"/>
              <a:sym typeface="SimSun" panose="02010600030101010101" pitchFamily="2" charset="-122"/>
            </a:endParaRPr>
          </a:p>
        </p:txBody>
      </p:sp>
      <p:sp>
        <p:nvSpPr>
          <p:cNvPr id="34" name="Freeform 28">
            <a:extLst>
              <a:ext uri="{FF2B5EF4-FFF2-40B4-BE49-F238E27FC236}">
                <a16:creationId xmlns:a16="http://schemas.microsoft.com/office/drawing/2014/main" id="{08F9A47C-7CF5-4890-9D60-7058306BC2C4}"/>
              </a:ext>
            </a:extLst>
          </p:cNvPr>
          <p:cNvSpPr>
            <a:spLocks noChangeArrowheads="1"/>
          </p:cNvSpPr>
          <p:nvPr/>
        </p:nvSpPr>
        <p:spPr bwMode="auto">
          <a:xfrm>
            <a:off x="3121698" y="2814638"/>
            <a:ext cx="53975" cy="469900"/>
          </a:xfrm>
          <a:custGeom>
            <a:avLst/>
            <a:gdLst>
              <a:gd name="T0" fmla="*/ 12 w 28"/>
              <a:gd name="T1" fmla="*/ 244 h 244"/>
              <a:gd name="T2" fmla="*/ 11 w 28"/>
              <a:gd name="T3" fmla="*/ 244 h 244"/>
              <a:gd name="T4" fmla="*/ 6 w 28"/>
              <a:gd name="T5" fmla="*/ 237 h 244"/>
              <a:gd name="T6" fmla="*/ 1 w 28"/>
              <a:gd name="T7" fmla="*/ 7 h 244"/>
              <a:gd name="T8" fmla="*/ 6 w 28"/>
              <a:gd name="T9" fmla="*/ 0 h 244"/>
              <a:gd name="T10" fmla="*/ 13 w 28"/>
              <a:gd name="T11" fmla="*/ 5 h 244"/>
              <a:gd name="T12" fmla="*/ 18 w 28"/>
              <a:gd name="T13" fmla="*/ 239 h 244"/>
              <a:gd name="T14" fmla="*/ 12 w 28"/>
              <a:gd name="T15" fmla="*/ 244 h 244"/>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244"/>
              <a:gd name="T26" fmla="*/ 28 w 28"/>
              <a:gd name="T27" fmla="*/ 244 h 2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244">
                <a:moveTo>
                  <a:pt x="12" y="244"/>
                </a:moveTo>
                <a:cubicBezTo>
                  <a:pt x="12" y="244"/>
                  <a:pt x="11" y="244"/>
                  <a:pt x="11" y="244"/>
                </a:cubicBezTo>
                <a:cubicBezTo>
                  <a:pt x="8" y="243"/>
                  <a:pt x="5" y="240"/>
                  <a:pt x="6" y="237"/>
                </a:cubicBezTo>
                <a:cubicBezTo>
                  <a:pt x="16" y="161"/>
                  <a:pt x="1" y="8"/>
                  <a:pt x="1" y="7"/>
                </a:cubicBezTo>
                <a:cubicBezTo>
                  <a:pt x="0" y="3"/>
                  <a:pt x="3" y="0"/>
                  <a:pt x="6" y="0"/>
                </a:cubicBezTo>
                <a:cubicBezTo>
                  <a:pt x="9" y="0"/>
                  <a:pt x="12" y="2"/>
                  <a:pt x="13" y="5"/>
                </a:cubicBezTo>
                <a:cubicBezTo>
                  <a:pt x="13" y="12"/>
                  <a:pt x="28" y="161"/>
                  <a:pt x="18" y="239"/>
                </a:cubicBezTo>
                <a:cubicBezTo>
                  <a:pt x="17" y="242"/>
                  <a:pt x="15" y="244"/>
                  <a:pt x="12" y="244"/>
                </a:cubicBezTo>
                <a:close/>
              </a:path>
            </a:pathLst>
          </a:custGeom>
          <a:solidFill>
            <a:srgbClr val="F8E9B2"/>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zh-CN" dirty="0">
              <a:solidFill>
                <a:srgbClr val="000000"/>
              </a:solidFill>
              <a:latin typeface="Calibri" panose="020F0502020204030204" pitchFamily="34" charset="0"/>
              <a:ea typeface="思源黑体 Normal" panose="020B0400000000000000" pitchFamily="34" charset="-122"/>
              <a:sym typeface="SimSun" panose="02010600030101010101" pitchFamily="2" charset="-122"/>
            </a:endParaRPr>
          </a:p>
        </p:txBody>
      </p:sp>
      <p:sp>
        <p:nvSpPr>
          <p:cNvPr id="35" name="Freeform 29">
            <a:extLst>
              <a:ext uri="{FF2B5EF4-FFF2-40B4-BE49-F238E27FC236}">
                <a16:creationId xmlns:a16="http://schemas.microsoft.com/office/drawing/2014/main" id="{364C225C-2484-4964-A01D-E4288725C309}"/>
              </a:ext>
            </a:extLst>
          </p:cNvPr>
          <p:cNvSpPr>
            <a:spLocks noChangeArrowheads="1"/>
          </p:cNvSpPr>
          <p:nvPr/>
        </p:nvSpPr>
        <p:spPr bwMode="auto">
          <a:xfrm>
            <a:off x="3113760" y="2563813"/>
            <a:ext cx="468313" cy="836612"/>
          </a:xfrm>
          <a:custGeom>
            <a:avLst/>
            <a:gdLst>
              <a:gd name="T0" fmla="*/ 238 w 243"/>
              <a:gd name="T1" fmla="*/ 432 h 434"/>
              <a:gd name="T2" fmla="*/ 222 w 243"/>
              <a:gd name="T3" fmla="*/ 431 h 434"/>
              <a:gd name="T4" fmla="*/ 151 w 243"/>
              <a:gd name="T5" fmla="*/ 334 h 434"/>
              <a:gd name="T6" fmla="*/ 100 w 243"/>
              <a:gd name="T7" fmla="*/ 233 h 434"/>
              <a:gd name="T8" fmla="*/ 23 w 243"/>
              <a:gd name="T9" fmla="*/ 12 h 434"/>
              <a:gd name="T10" fmla="*/ 47 w 243"/>
              <a:gd name="T11" fmla="*/ 2 h 434"/>
              <a:gd name="T12" fmla="*/ 72 w 243"/>
              <a:gd name="T13" fmla="*/ 26 h 434"/>
              <a:gd name="T14" fmla="*/ 69 w 243"/>
              <a:gd name="T15" fmla="*/ 35 h 434"/>
              <a:gd name="T16" fmla="*/ 61 w 243"/>
              <a:gd name="T17" fmla="*/ 31 h 434"/>
              <a:gd name="T18" fmla="*/ 46 w 243"/>
              <a:gd name="T19" fmla="*/ 15 h 434"/>
              <a:gd name="T20" fmla="*/ 33 w 243"/>
              <a:gd name="T21" fmla="*/ 22 h 434"/>
              <a:gd name="T22" fmla="*/ 32 w 243"/>
              <a:gd name="T23" fmla="*/ 22 h 434"/>
              <a:gd name="T24" fmla="*/ 111 w 243"/>
              <a:gd name="T25" fmla="*/ 227 h 434"/>
              <a:gd name="T26" fmla="*/ 162 w 243"/>
              <a:gd name="T27" fmla="*/ 329 h 434"/>
              <a:gd name="T28" fmla="*/ 225 w 243"/>
              <a:gd name="T29" fmla="*/ 418 h 434"/>
              <a:gd name="T30" fmla="*/ 232 w 243"/>
              <a:gd name="T31" fmla="*/ 419 h 434"/>
              <a:gd name="T32" fmla="*/ 232 w 243"/>
              <a:gd name="T33" fmla="*/ 419 h 434"/>
              <a:gd name="T34" fmla="*/ 241 w 243"/>
              <a:gd name="T35" fmla="*/ 422 h 434"/>
              <a:gd name="T36" fmla="*/ 239 w 243"/>
              <a:gd name="T37" fmla="*/ 431 h 434"/>
              <a:gd name="T38" fmla="*/ 238 w 243"/>
              <a:gd name="T39" fmla="*/ 432 h 43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43"/>
              <a:gd name="T61" fmla="*/ 0 h 434"/>
              <a:gd name="T62" fmla="*/ 243 w 243"/>
              <a:gd name="T63" fmla="*/ 434 h 43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43" h="434">
                <a:moveTo>
                  <a:pt x="238" y="432"/>
                </a:moveTo>
                <a:cubicBezTo>
                  <a:pt x="236" y="432"/>
                  <a:pt x="231" y="434"/>
                  <a:pt x="222" y="431"/>
                </a:cubicBezTo>
                <a:cubicBezTo>
                  <a:pt x="201" y="423"/>
                  <a:pt x="177" y="389"/>
                  <a:pt x="151" y="334"/>
                </a:cubicBezTo>
                <a:cubicBezTo>
                  <a:pt x="137" y="303"/>
                  <a:pt x="119" y="269"/>
                  <a:pt x="100" y="233"/>
                </a:cubicBezTo>
                <a:cubicBezTo>
                  <a:pt x="37" y="110"/>
                  <a:pt x="0" y="34"/>
                  <a:pt x="23" y="12"/>
                </a:cubicBezTo>
                <a:cubicBezTo>
                  <a:pt x="31" y="4"/>
                  <a:pt x="39" y="0"/>
                  <a:pt x="47" y="2"/>
                </a:cubicBezTo>
                <a:cubicBezTo>
                  <a:pt x="62" y="6"/>
                  <a:pt x="71" y="24"/>
                  <a:pt x="72" y="26"/>
                </a:cubicBezTo>
                <a:cubicBezTo>
                  <a:pt x="74" y="29"/>
                  <a:pt x="72" y="33"/>
                  <a:pt x="69" y="35"/>
                </a:cubicBezTo>
                <a:cubicBezTo>
                  <a:pt x="66" y="36"/>
                  <a:pt x="63" y="34"/>
                  <a:pt x="61" y="31"/>
                </a:cubicBezTo>
                <a:cubicBezTo>
                  <a:pt x="59" y="27"/>
                  <a:pt x="53" y="17"/>
                  <a:pt x="46" y="15"/>
                </a:cubicBezTo>
                <a:cubicBezTo>
                  <a:pt x="42" y="15"/>
                  <a:pt x="37" y="17"/>
                  <a:pt x="33" y="22"/>
                </a:cubicBezTo>
                <a:cubicBezTo>
                  <a:pt x="32" y="22"/>
                  <a:pt x="32" y="22"/>
                  <a:pt x="32" y="22"/>
                </a:cubicBezTo>
                <a:cubicBezTo>
                  <a:pt x="13" y="40"/>
                  <a:pt x="67" y="144"/>
                  <a:pt x="111" y="227"/>
                </a:cubicBezTo>
                <a:cubicBezTo>
                  <a:pt x="130" y="264"/>
                  <a:pt x="148" y="298"/>
                  <a:pt x="162" y="329"/>
                </a:cubicBezTo>
                <a:cubicBezTo>
                  <a:pt x="194" y="397"/>
                  <a:pt x="215" y="414"/>
                  <a:pt x="225" y="418"/>
                </a:cubicBezTo>
                <a:cubicBezTo>
                  <a:pt x="230" y="420"/>
                  <a:pt x="232" y="419"/>
                  <a:pt x="232" y="419"/>
                </a:cubicBezTo>
                <a:cubicBezTo>
                  <a:pt x="232" y="419"/>
                  <a:pt x="232" y="419"/>
                  <a:pt x="232" y="419"/>
                </a:cubicBezTo>
                <a:cubicBezTo>
                  <a:pt x="235" y="418"/>
                  <a:pt x="239" y="419"/>
                  <a:pt x="241" y="422"/>
                </a:cubicBezTo>
                <a:cubicBezTo>
                  <a:pt x="243" y="425"/>
                  <a:pt x="242" y="429"/>
                  <a:pt x="239" y="431"/>
                </a:cubicBezTo>
                <a:cubicBezTo>
                  <a:pt x="239" y="431"/>
                  <a:pt x="239" y="431"/>
                  <a:pt x="238" y="432"/>
                </a:cubicBezTo>
                <a:close/>
              </a:path>
            </a:pathLst>
          </a:custGeom>
          <a:solidFill>
            <a:srgbClr val="F8E9B2"/>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zh-CN" dirty="0">
              <a:solidFill>
                <a:srgbClr val="000000"/>
              </a:solidFill>
              <a:latin typeface="Calibri" panose="020F0502020204030204" pitchFamily="34" charset="0"/>
              <a:ea typeface="思源黑体 Normal" panose="020B0400000000000000" pitchFamily="34" charset="-122"/>
              <a:sym typeface="SimSun" panose="02010600030101010101" pitchFamily="2" charset="-122"/>
            </a:endParaRPr>
          </a:p>
        </p:txBody>
      </p:sp>
      <p:sp>
        <p:nvSpPr>
          <p:cNvPr id="36" name="Freeform 30">
            <a:extLst>
              <a:ext uri="{FF2B5EF4-FFF2-40B4-BE49-F238E27FC236}">
                <a16:creationId xmlns:a16="http://schemas.microsoft.com/office/drawing/2014/main" id="{ECBFBED5-5AC4-41D5-8640-BB488F487D17}"/>
              </a:ext>
            </a:extLst>
          </p:cNvPr>
          <p:cNvSpPr>
            <a:spLocks noChangeArrowheads="1"/>
          </p:cNvSpPr>
          <p:nvPr/>
        </p:nvSpPr>
        <p:spPr bwMode="auto">
          <a:xfrm>
            <a:off x="3199485" y="2451100"/>
            <a:ext cx="857250" cy="746125"/>
          </a:xfrm>
          <a:custGeom>
            <a:avLst/>
            <a:gdLst>
              <a:gd name="T0" fmla="*/ 443 w 445"/>
              <a:gd name="T1" fmla="*/ 382 h 387"/>
              <a:gd name="T2" fmla="*/ 427 w 445"/>
              <a:gd name="T3" fmla="*/ 386 h 387"/>
              <a:gd name="T4" fmla="*/ 305 w 445"/>
              <a:gd name="T5" fmla="*/ 310 h 387"/>
              <a:gd name="T6" fmla="*/ 203 w 445"/>
              <a:gd name="T7" fmla="*/ 222 h 387"/>
              <a:gd name="T8" fmla="*/ 11 w 445"/>
              <a:gd name="T9" fmla="*/ 19 h 387"/>
              <a:gd name="T10" fmla="*/ 29 w 445"/>
              <a:gd name="T11" fmla="*/ 1 h 387"/>
              <a:gd name="T12" fmla="*/ 66 w 445"/>
              <a:gd name="T13" fmla="*/ 17 h 387"/>
              <a:gd name="T14" fmla="*/ 68 w 445"/>
              <a:gd name="T15" fmla="*/ 27 h 387"/>
              <a:gd name="T16" fmla="*/ 58 w 445"/>
              <a:gd name="T17" fmla="*/ 26 h 387"/>
              <a:gd name="T18" fmla="*/ 35 w 445"/>
              <a:gd name="T19" fmla="*/ 15 h 387"/>
              <a:gd name="T20" fmla="*/ 25 w 445"/>
              <a:gd name="T21" fmla="*/ 27 h 387"/>
              <a:gd name="T22" fmla="*/ 25 w 445"/>
              <a:gd name="T23" fmla="*/ 27 h 387"/>
              <a:gd name="T24" fmla="*/ 210 w 445"/>
              <a:gd name="T25" fmla="*/ 213 h 387"/>
              <a:gd name="T26" fmla="*/ 314 w 445"/>
              <a:gd name="T27" fmla="*/ 301 h 387"/>
              <a:gd name="T28" fmla="*/ 423 w 445"/>
              <a:gd name="T29" fmla="*/ 372 h 387"/>
              <a:gd name="T30" fmla="*/ 430 w 445"/>
              <a:gd name="T31" fmla="*/ 371 h 387"/>
              <a:gd name="T32" fmla="*/ 430 w 445"/>
              <a:gd name="T33" fmla="*/ 371 h 387"/>
              <a:gd name="T34" fmla="*/ 440 w 445"/>
              <a:gd name="T35" fmla="*/ 371 h 387"/>
              <a:gd name="T36" fmla="*/ 443 w 445"/>
              <a:gd name="T37" fmla="*/ 381 h 387"/>
              <a:gd name="T38" fmla="*/ 443 w 445"/>
              <a:gd name="T39" fmla="*/ 382 h 38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45"/>
              <a:gd name="T61" fmla="*/ 0 h 387"/>
              <a:gd name="T62" fmla="*/ 445 w 445"/>
              <a:gd name="T63" fmla="*/ 387 h 38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45" h="387">
                <a:moveTo>
                  <a:pt x="443" y="382"/>
                </a:moveTo>
                <a:cubicBezTo>
                  <a:pt x="441" y="383"/>
                  <a:pt x="437" y="387"/>
                  <a:pt x="427" y="386"/>
                </a:cubicBezTo>
                <a:cubicBezTo>
                  <a:pt x="402" y="385"/>
                  <a:pt x="360" y="358"/>
                  <a:pt x="305" y="310"/>
                </a:cubicBezTo>
                <a:cubicBezTo>
                  <a:pt x="276" y="283"/>
                  <a:pt x="240" y="253"/>
                  <a:pt x="203" y="222"/>
                </a:cubicBezTo>
                <a:cubicBezTo>
                  <a:pt x="76" y="117"/>
                  <a:pt x="0" y="51"/>
                  <a:pt x="11" y="19"/>
                </a:cubicBezTo>
                <a:cubicBezTo>
                  <a:pt x="14" y="8"/>
                  <a:pt x="20" y="2"/>
                  <a:pt x="29" y="1"/>
                </a:cubicBezTo>
                <a:cubicBezTo>
                  <a:pt x="46" y="0"/>
                  <a:pt x="64" y="15"/>
                  <a:pt x="66" y="17"/>
                </a:cubicBezTo>
                <a:cubicBezTo>
                  <a:pt x="69" y="20"/>
                  <a:pt x="70" y="25"/>
                  <a:pt x="68" y="27"/>
                </a:cubicBezTo>
                <a:cubicBezTo>
                  <a:pt x="66" y="30"/>
                  <a:pt x="61" y="29"/>
                  <a:pt x="58" y="26"/>
                </a:cubicBezTo>
                <a:cubicBezTo>
                  <a:pt x="54" y="23"/>
                  <a:pt x="43" y="15"/>
                  <a:pt x="35" y="15"/>
                </a:cubicBezTo>
                <a:cubicBezTo>
                  <a:pt x="30" y="16"/>
                  <a:pt x="27" y="20"/>
                  <a:pt x="25" y="27"/>
                </a:cubicBezTo>
                <a:cubicBezTo>
                  <a:pt x="25" y="27"/>
                  <a:pt x="25" y="27"/>
                  <a:pt x="25" y="27"/>
                </a:cubicBezTo>
                <a:cubicBezTo>
                  <a:pt x="16" y="51"/>
                  <a:pt x="124" y="141"/>
                  <a:pt x="210" y="213"/>
                </a:cubicBezTo>
                <a:cubicBezTo>
                  <a:pt x="248" y="244"/>
                  <a:pt x="284" y="274"/>
                  <a:pt x="314" y="301"/>
                </a:cubicBezTo>
                <a:cubicBezTo>
                  <a:pt x="381" y="361"/>
                  <a:pt x="411" y="372"/>
                  <a:pt x="423" y="372"/>
                </a:cubicBezTo>
                <a:cubicBezTo>
                  <a:pt x="428" y="373"/>
                  <a:pt x="430" y="371"/>
                  <a:pt x="430" y="371"/>
                </a:cubicBezTo>
                <a:cubicBezTo>
                  <a:pt x="430" y="371"/>
                  <a:pt x="430" y="371"/>
                  <a:pt x="430" y="371"/>
                </a:cubicBezTo>
                <a:cubicBezTo>
                  <a:pt x="432" y="368"/>
                  <a:pt x="437" y="368"/>
                  <a:pt x="440" y="371"/>
                </a:cubicBezTo>
                <a:cubicBezTo>
                  <a:pt x="444" y="374"/>
                  <a:pt x="445" y="378"/>
                  <a:pt x="443" y="381"/>
                </a:cubicBezTo>
                <a:cubicBezTo>
                  <a:pt x="443" y="381"/>
                  <a:pt x="443" y="381"/>
                  <a:pt x="443" y="382"/>
                </a:cubicBezTo>
                <a:close/>
              </a:path>
            </a:pathLst>
          </a:custGeom>
          <a:solidFill>
            <a:srgbClr val="F8E9B2"/>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zh-CN" dirty="0">
              <a:solidFill>
                <a:srgbClr val="000000"/>
              </a:solidFill>
              <a:latin typeface="Calibri" panose="020F0502020204030204" pitchFamily="34" charset="0"/>
              <a:ea typeface="思源黑体 Normal" panose="020B0400000000000000" pitchFamily="34" charset="-122"/>
              <a:sym typeface="SimSun" panose="02010600030101010101" pitchFamily="2" charset="-122"/>
            </a:endParaRPr>
          </a:p>
        </p:txBody>
      </p:sp>
      <p:sp>
        <p:nvSpPr>
          <p:cNvPr id="37" name="Freeform 31">
            <a:extLst>
              <a:ext uri="{FF2B5EF4-FFF2-40B4-BE49-F238E27FC236}">
                <a16:creationId xmlns:a16="http://schemas.microsoft.com/office/drawing/2014/main" id="{2B42C1AA-3A7E-49BB-9CC9-C224750216F3}"/>
              </a:ext>
            </a:extLst>
          </p:cNvPr>
          <p:cNvSpPr>
            <a:spLocks noChangeArrowheads="1"/>
          </p:cNvSpPr>
          <p:nvPr/>
        </p:nvSpPr>
        <p:spPr bwMode="auto">
          <a:xfrm>
            <a:off x="3420148" y="2571750"/>
            <a:ext cx="547687" cy="468313"/>
          </a:xfrm>
          <a:custGeom>
            <a:avLst/>
            <a:gdLst>
              <a:gd name="T0" fmla="*/ 282 w 284"/>
              <a:gd name="T1" fmla="*/ 241 h 243"/>
              <a:gd name="T2" fmla="*/ 282 w 284"/>
              <a:gd name="T3" fmla="*/ 241 h 243"/>
              <a:gd name="T4" fmla="*/ 271 w 284"/>
              <a:gd name="T5" fmla="*/ 238 h 243"/>
              <a:gd name="T6" fmla="*/ 5 w 284"/>
              <a:gd name="T7" fmla="*/ 13 h 243"/>
              <a:gd name="T8" fmla="*/ 1 w 284"/>
              <a:gd name="T9" fmla="*/ 3 h 243"/>
              <a:gd name="T10" fmla="*/ 12 w 284"/>
              <a:gd name="T11" fmla="*/ 3 h 243"/>
              <a:gd name="T12" fmla="*/ 280 w 284"/>
              <a:gd name="T13" fmla="*/ 231 h 243"/>
              <a:gd name="T14" fmla="*/ 282 w 284"/>
              <a:gd name="T15" fmla="*/ 241 h 243"/>
              <a:gd name="T16" fmla="*/ 0 60000 65536"/>
              <a:gd name="T17" fmla="*/ 0 60000 65536"/>
              <a:gd name="T18" fmla="*/ 0 60000 65536"/>
              <a:gd name="T19" fmla="*/ 0 60000 65536"/>
              <a:gd name="T20" fmla="*/ 0 60000 65536"/>
              <a:gd name="T21" fmla="*/ 0 60000 65536"/>
              <a:gd name="T22" fmla="*/ 0 60000 65536"/>
              <a:gd name="T23" fmla="*/ 0 60000 65536"/>
              <a:gd name="T24" fmla="*/ 0 w 284"/>
              <a:gd name="T25" fmla="*/ 0 h 243"/>
              <a:gd name="T26" fmla="*/ 284 w 284"/>
              <a:gd name="T27" fmla="*/ 243 h 2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4" h="243">
                <a:moveTo>
                  <a:pt x="282" y="241"/>
                </a:moveTo>
                <a:cubicBezTo>
                  <a:pt x="282" y="241"/>
                  <a:pt x="282" y="241"/>
                  <a:pt x="282" y="241"/>
                </a:cubicBezTo>
                <a:cubicBezTo>
                  <a:pt x="279" y="243"/>
                  <a:pt x="274" y="242"/>
                  <a:pt x="271" y="238"/>
                </a:cubicBezTo>
                <a:cubicBezTo>
                  <a:pt x="190" y="155"/>
                  <a:pt x="7" y="15"/>
                  <a:pt x="5" y="13"/>
                </a:cubicBezTo>
                <a:cubicBezTo>
                  <a:pt x="1" y="10"/>
                  <a:pt x="0" y="6"/>
                  <a:pt x="1" y="3"/>
                </a:cubicBezTo>
                <a:cubicBezTo>
                  <a:pt x="3" y="0"/>
                  <a:pt x="8" y="0"/>
                  <a:pt x="12" y="3"/>
                </a:cubicBezTo>
                <a:cubicBezTo>
                  <a:pt x="19" y="9"/>
                  <a:pt x="199" y="146"/>
                  <a:pt x="280" y="231"/>
                </a:cubicBezTo>
                <a:cubicBezTo>
                  <a:pt x="284" y="234"/>
                  <a:pt x="284" y="238"/>
                  <a:pt x="282" y="241"/>
                </a:cubicBezTo>
                <a:close/>
              </a:path>
            </a:pathLst>
          </a:custGeom>
          <a:solidFill>
            <a:srgbClr val="F8E9B2"/>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zh-CN" dirty="0">
              <a:solidFill>
                <a:srgbClr val="000000"/>
              </a:solidFill>
              <a:latin typeface="Calibri" panose="020F0502020204030204" pitchFamily="34" charset="0"/>
              <a:ea typeface="思源黑体 Normal" panose="020B0400000000000000" pitchFamily="34" charset="-122"/>
              <a:sym typeface="SimSun" panose="02010600030101010101" pitchFamily="2" charset="-122"/>
            </a:endParaRPr>
          </a:p>
        </p:txBody>
      </p:sp>
      <p:sp>
        <p:nvSpPr>
          <p:cNvPr id="38" name="矩形 72">
            <a:extLst>
              <a:ext uri="{FF2B5EF4-FFF2-40B4-BE49-F238E27FC236}">
                <a16:creationId xmlns:a16="http://schemas.microsoft.com/office/drawing/2014/main" id="{C442868E-1ABC-4F9D-93E1-EE324EA22494}"/>
              </a:ext>
            </a:extLst>
          </p:cNvPr>
          <p:cNvSpPr>
            <a:spLocks noChangeArrowheads="1"/>
          </p:cNvSpPr>
          <p:nvPr/>
        </p:nvSpPr>
        <p:spPr bwMode="auto">
          <a:xfrm rot="3206556">
            <a:off x="4198007" y="4006999"/>
            <a:ext cx="14478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lvl="0">
              <a:defRPr/>
            </a:pPr>
            <a:r>
              <a:rPr lang="zh-CN" altLang="en-US" sz="2400" b="1" dirty="0">
                <a:solidFill>
                  <a:schemeClr val="bg1"/>
                </a:solidFill>
                <a:latin typeface="思源黑体 Normal" panose="020B0400000000000000" pitchFamily="34" charset="-122"/>
                <a:ea typeface="思源黑体 Normal" panose="020B0400000000000000" pitchFamily="34" charset="-122"/>
              </a:rPr>
              <a:t>添加标题</a:t>
            </a:r>
          </a:p>
        </p:txBody>
      </p:sp>
      <p:sp>
        <p:nvSpPr>
          <p:cNvPr id="39" name="矩形 73">
            <a:extLst>
              <a:ext uri="{FF2B5EF4-FFF2-40B4-BE49-F238E27FC236}">
                <a16:creationId xmlns:a16="http://schemas.microsoft.com/office/drawing/2014/main" id="{6E8CDEB4-6796-4DCB-B8EB-C8199FBA1090}"/>
              </a:ext>
            </a:extLst>
          </p:cNvPr>
          <p:cNvSpPr>
            <a:spLocks noChangeArrowheads="1"/>
          </p:cNvSpPr>
          <p:nvPr/>
        </p:nvSpPr>
        <p:spPr bwMode="auto">
          <a:xfrm rot="16687707">
            <a:off x="2176326" y="4819005"/>
            <a:ext cx="14478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lvl="0">
              <a:defRPr/>
            </a:pPr>
            <a:r>
              <a:rPr lang="zh-CN" altLang="en-US" sz="2400" b="1" dirty="0">
                <a:solidFill>
                  <a:schemeClr val="bg1"/>
                </a:solidFill>
                <a:latin typeface="思源黑体 Normal" panose="020B0400000000000000" pitchFamily="34" charset="-122"/>
                <a:ea typeface="思源黑体 Normal" panose="020B0400000000000000" pitchFamily="34" charset="-122"/>
              </a:rPr>
              <a:t>添加标题</a:t>
            </a:r>
          </a:p>
        </p:txBody>
      </p:sp>
      <p:sp>
        <p:nvSpPr>
          <p:cNvPr id="40" name="矩形 74">
            <a:extLst>
              <a:ext uri="{FF2B5EF4-FFF2-40B4-BE49-F238E27FC236}">
                <a16:creationId xmlns:a16="http://schemas.microsoft.com/office/drawing/2014/main" id="{EF93CD78-8781-47F5-B918-6285D77A4EE9}"/>
              </a:ext>
            </a:extLst>
          </p:cNvPr>
          <p:cNvSpPr>
            <a:spLocks noChangeArrowheads="1"/>
          </p:cNvSpPr>
          <p:nvPr/>
        </p:nvSpPr>
        <p:spPr bwMode="auto">
          <a:xfrm rot="15391505">
            <a:off x="3276464" y="4516586"/>
            <a:ext cx="14478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lvl="0">
              <a:defRPr/>
            </a:pPr>
            <a:r>
              <a:rPr lang="zh-CN" altLang="en-US" sz="2400" b="1" dirty="0">
                <a:solidFill>
                  <a:schemeClr val="bg1"/>
                </a:solidFill>
                <a:latin typeface="思源黑体 Normal" panose="020B0400000000000000" pitchFamily="34" charset="-122"/>
                <a:ea typeface="思源黑体 Normal" panose="020B0400000000000000" pitchFamily="34" charset="-122"/>
              </a:rPr>
              <a:t>添加标题</a:t>
            </a:r>
          </a:p>
        </p:txBody>
      </p:sp>
      <p:sp>
        <p:nvSpPr>
          <p:cNvPr id="41" name="圆角矩形 30">
            <a:extLst>
              <a:ext uri="{FF2B5EF4-FFF2-40B4-BE49-F238E27FC236}">
                <a16:creationId xmlns:a16="http://schemas.microsoft.com/office/drawing/2014/main" id="{AB3C1966-CEE5-4ADF-B1C2-B56306DC3B77}"/>
              </a:ext>
            </a:extLst>
          </p:cNvPr>
          <p:cNvSpPr/>
          <p:nvPr/>
        </p:nvSpPr>
        <p:spPr>
          <a:xfrm>
            <a:off x="6724441" y="2031454"/>
            <a:ext cx="1441659" cy="366680"/>
          </a:xfrm>
          <a:prstGeom prst="roundRect">
            <a:avLst>
              <a:gd name="adj" fmla="val 50000"/>
            </a:avLst>
          </a:prstGeom>
          <a:solidFill>
            <a:srgbClr val="23A2E4"/>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2000" dirty="0">
                <a:solidFill>
                  <a:schemeClr val="bg1"/>
                </a:solidFill>
                <a:latin typeface="思源黑体 Normal" panose="020B0400000000000000" pitchFamily="34" charset="-122"/>
                <a:ea typeface="思源黑体 Normal" panose="020B0400000000000000" pitchFamily="34" charset="-122"/>
              </a:rPr>
              <a:t>添加标题</a:t>
            </a:r>
          </a:p>
        </p:txBody>
      </p:sp>
      <p:sp>
        <p:nvSpPr>
          <p:cNvPr id="42" name="Content Placeholder 2"/>
          <p:cNvSpPr txBox="1">
            <a:spLocks/>
          </p:cNvSpPr>
          <p:nvPr/>
        </p:nvSpPr>
        <p:spPr>
          <a:xfrm>
            <a:off x="6724441" y="2504005"/>
            <a:ext cx="4781759" cy="10618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添加所需文本添加所需文本添加所需文本添加所需文本添加所需文本添加所需文本添加所需文本添加所需文本添加所需文本添加所需文本添加所需文本添加所需文本</a:t>
            </a:r>
          </a:p>
        </p:txBody>
      </p:sp>
      <p:sp>
        <p:nvSpPr>
          <p:cNvPr id="43" name="圆角矩形 30">
            <a:extLst>
              <a:ext uri="{FF2B5EF4-FFF2-40B4-BE49-F238E27FC236}">
                <a16:creationId xmlns:a16="http://schemas.microsoft.com/office/drawing/2014/main" id="{AB3C1966-CEE5-4ADF-B1C2-B56306DC3B77}"/>
              </a:ext>
            </a:extLst>
          </p:cNvPr>
          <p:cNvSpPr/>
          <p:nvPr/>
        </p:nvSpPr>
        <p:spPr>
          <a:xfrm>
            <a:off x="6724441" y="4253682"/>
            <a:ext cx="1441659" cy="366680"/>
          </a:xfrm>
          <a:prstGeom prst="roundRect">
            <a:avLst>
              <a:gd name="adj" fmla="val 50000"/>
            </a:avLst>
          </a:prstGeom>
          <a:solidFill>
            <a:srgbClr val="044BC9"/>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2000" dirty="0">
                <a:solidFill>
                  <a:schemeClr val="bg1"/>
                </a:solidFill>
                <a:latin typeface="思源黑体 Normal" panose="020B0400000000000000" pitchFamily="34" charset="-122"/>
                <a:ea typeface="思源黑体 Normal" panose="020B0400000000000000" pitchFamily="34" charset="-122"/>
              </a:rPr>
              <a:t>添加标题</a:t>
            </a:r>
          </a:p>
        </p:txBody>
      </p:sp>
      <p:sp>
        <p:nvSpPr>
          <p:cNvPr id="44" name="Content Placeholder 2"/>
          <p:cNvSpPr txBox="1">
            <a:spLocks/>
          </p:cNvSpPr>
          <p:nvPr/>
        </p:nvSpPr>
        <p:spPr>
          <a:xfrm>
            <a:off x="6724441" y="4726233"/>
            <a:ext cx="4781759" cy="10618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添加所需文本添加所需文本添加所需文本添加所需文本添加所需文本添加所需文本添加所需文本添加所需文本添加所需文本添加所需文本添加所需文本添加所需文本</a:t>
            </a:r>
          </a:p>
        </p:txBody>
      </p:sp>
    </p:spTree>
    <p:extLst>
      <p:ext uri="{BB962C8B-B14F-4D97-AF65-F5344CB8AC3E}">
        <p14:creationId xmlns:p14="http://schemas.microsoft.com/office/powerpoint/2010/main" val="652581514"/>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p:cTn id="17" dur="500" fill="hold"/>
                                        <p:tgtEl>
                                          <p:spTgt spid="24"/>
                                        </p:tgtEl>
                                        <p:attrNameLst>
                                          <p:attrName>ppt_w</p:attrName>
                                        </p:attrNameLst>
                                      </p:cBhvr>
                                      <p:tavLst>
                                        <p:tav tm="0">
                                          <p:val>
                                            <p:fltVal val="0"/>
                                          </p:val>
                                        </p:tav>
                                        <p:tav tm="100000">
                                          <p:val>
                                            <p:strVal val="#ppt_w"/>
                                          </p:val>
                                        </p:tav>
                                      </p:tavLst>
                                    </p:anim>
                                    <p:anim calcmode="lin" valueType="num">
                                      <p:cBhvr>
                                        <p:cTn id="18" dur="500" fill="hold"/>
                                        <p:tgtEl>
                                          <p:spTgt spid="24"/>
                                        </p:tgtEl>
                                        <p:attrNameLst>
                                          <p:attrName>ppt_h</p:attrName>
                                        </p:attrNameLst>
                                      </p:cBhvr>
                                      <p:tavLst>
                                        <p:tav tm="0">
                                          <p:val>
                                            <p:fltVal val="0"/>
                                          </p:val>
                                        </p:tav>
                                        <p:tav tm="100000">
                                          <p:val>
                                            <p:strVal val="#ppt_h"/>
                                          </p:val>
                                        </p:tav>
                                      </p:tavLst>
                                    </p:anim>
                                    <p:animEffect transition="in" filter="fade">
                                      <p:cBhvr>
                                        <p:cTn id="19" dur="500"/>
                                        <p:tgtEl>
                                          <p:spTgt spid="24"/>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 calcmode="lin" valueType="num">
                                      <p:cBhvr>
                                        <p:cTn id="22" dur="500" fill="hold"/>
                                        <p:tgtEl>
                                          <p:spTgt spid="25"/>
                                        </p:tgtEl>
                                        <p:attrNameLst>
                                          <p:attrName>ppt_w</p:attrName>
                                        </p:attrNameLst>
                                      </p:cBhvr>
                                      <p:tavLst>
                                        <p:tav tm="0">
                                          <p:val>
                                            <p:fltVal val="0"/>
                                          </p:val>
                                        </p:tav>
                                        <p:tav tm="100000">
                                          <p:val>
                                            <p:strVal val="#ppt_w"/>
                                          </p:val>
                                        </p:tav>
                                      </p:tavLst>
                                    </p:anim>
                                    <p:anim calcmode="lin" valueType="num">
                                      <p:cBhvr>
                                        <p:cTn id="23" dur="500" fill="hold"/>
                                        <p:tgtEl>
                                          <p:spTgt spid="25"/>
                                        </p:tgtEl>
                                        <p:attrNameLst>
                                          <p:attrName>ppt_h</p:attrName>
                                        </p:attrNameLst>
                                      </p:cBhvr>
                                      <p:tavLst>
                                        <p:tav tm="0">
                                          <p:val>
                                            <p:fltVal val="0"/>
                                          </p:val>
                                        </p:tav>
                                        <p:tav tm="100000">
                                          <p:val>
                                            <p:strVal val="#ppt_h"/>
                                          </p:val>
                                        </p:tav>
                                      </p:tavLst>
                                    </p:anim>
                                    <p:animEffect transition="in" filter="fade">
                                      <p:cBhvr>
                                        <p:cTn id="24" dur="500"/>
                                        <p:tgtEl>
                                          <p:spTgt spid="25"/>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p:cTn id="27" dur="500" fill="hold"/>
                                        <p:tgtEl>
                                          <p:spTgt spid="26"/>
                                        </p:tgtEl>
                                        <p:attrNameLst>
                                          <p:attrName>ppt_w</p:attrName>
                                        </p:attrNameLst>
                                      </p:cBhvr>
                                      <p:tavLst>
                                        <p:tav tm="0">
                                          <p:val>
                                            <p:fltVal val="0"/>
                                          </p:val>
                                        </p:tav>
                                        <p:tav tm="100000">
                                          <p:val>
                                            <p:strVal val="#ppt_w"/>
                                          </p:val>
                                        </p:tav>
                                      </p:tavLst>
                                    </p:anim>
                                    <p:anim calcmode="lin" valueType="num">
                                      <p:cBhvr>
                                        <p:cTn id="28" dur="500" fill="hold"/>
                                        <p:tgtEl>
                                          <p:spTgt spid="26"/>
                                        </p:tgtEl>
                                        <p:attrNameLst>
                                          <p:attrName>ppt_h</p:attrName>
                                        </p:attrNameLst>
                                      </p:cBhvr>
                                      <p:tavLst>
                                        <p:tav tm="0">
                                          <p:val>
                                            <p:fltVal val="0"/>
                                          </p:val>
                                        </p:tav>
                                        <p:tav tm="100000">
                                          <p:val>
                                            <p:strVal val="#ppt_h"/>
                                          </p:val>
                                        </p:tav>
                                      </p:tavLst>
                                    </p:anim>
                                    <p:animEffect transition="in" filter="fade">
                                      <p:cBhvr>
                                        <p:cTn id="29" dur="500"/>
                                        <p:tgtEl>
                                          <p:spTgt spid="26"/>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p:cTn id="32" dur="500" fill="hold"/>
                                        <p:tgtEl>
                                          <p:spTgt spid="27"/>
                                        </p:tgtEl>
                                        <p:attrNameLst>
                                          <p:attrName>ppt_w</p:attrName>
                                        </p:attrNameLst>
                                      </p:cBhvr>
                                      <p:tavLst>
                                        <p:tav tm="0">
                                          <p:val>
                                            <p:fltVal val="0"/>
                                          </p:val>
                                        </p:tav>
                                        <p:tav tm="100000">
                                          <p:val>
                                            <p:strVal val="#ppt_w"/>
                                          </p:val>
                                        </p:tav>
                                      </p:tavLst>
                                    </p:anim>
                                    <p:anim calcmode="lin" valueType="num">
                                      <p:cBhvr>
                                        <p:cTn id="33" dur="500" fill="hold"/>
                                        <p:tgtEl>
                                          <p:spTgt spid="27"/>
                                        </p:tgtEl>
                                        <p:attrNameLst>
                                          <p:attrName>ppt_h</p:attrName>
                                        </p:attrNameLst>
                                      </p:cBhvr>
                                      <p:tavLst>
                                        <p:tav tm="0">
                                          <p:val>
                                            <p:fltVal val="0"/>
                                          </p:val>
                                        </p:tav>
                                        <p:tav tm="100000">
                                          <p:val>
                                            <p:strVal val="#ppt_h"/>
                                          </p:val>
                                        </p:tav>
                                      </p:tavLst>
                                    </p:anim>
                                    <p:animEffect transition="in" filter="fade">
                                      <p:cBhvr>
                                        <p:cTn id="34" dur="500"/>
                                        <p:tgtEl>
                                          <p:spTgt spid="27"/>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 calcmode="lin" valueType="num">
                                      <p:cBhvr>
                                        <p:cTn id="37" dur="500" fill="hold"/>
                                        <p:tgtEl>
                                          <p:spTgt spid="28"/>
                                        </p:tgtEl>
                                        <p:attrNameLst>
                                          <p:attrName>ppt_w</p:attrName>
                                        </p:attrNameLst>
                                      </p:cBhvr>
                                      <p:tavLst>
                                        <p:tav tm="0">
                                          <p:val>
                                            <p:fltVal val="0"/>
                                          </p:val>
                                        </p:tav>
                                        <p:tav tm="100000">
                                          <p:val>
                                            <p:strVal val="#ppt_w"/>
                                          </p:val>
                                        </p:tav>
                                      </p:tavLst>
                                    </p:anim>
                                    <p:anim calcmode="lin" valueType="num">
                                      <p:cBhvr>
                                        <p:cTn id="38" dur="500" fill="hold"/>
                                        <p:tgtEl>
                                          <p:spTgt spid="28"/>
                                        </p:tgtEl>
                                        <p:attrNameLst>
                                          <p:attrName>ppt_h</p:attrName>
                                        </p:attrNameLst>
                                      </p:cBhvr>
                                      <p:tavLst>
                                        <p:tav tm="0">
                                          <p:val>
                                            <p:fltVal val="0"/>
                                          </p:val>
                                        </p:tav>
                                        <p:tav tm="100000">
                                          <p:val>
                                            <p:strVal val="#ppt_h"/>
                                          </p:val>
                                        </p:tav>
                                      </p:tavLst>
                                    </p:anim>
                                    <p:animEffect transition="in" filter="fade">
                                      <p:cBhvr>
                                        <p:cTn id="39" dur="500"/>
                                        <p:tgtEl>
                                          <p:spTgt spid="28"/>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29"/>
                                        </p:tgtEl>
                                        <p:attrNameLst>
                                          <p:attrName>style.visibility</p:attrName>
                                        </p:attrNameLst>
                                      </p:cBhvr>
                                      <p:to>
                                        <p:strVal val="visible"/>
                                      </p:to>
                                    </p:set>
                                    <p:anim calcmode="lin" valueType="num">
                                      <p:cBhvr>
                                        <p:cTn id="42" dur="500" fill="hold"/>
                                        <p:tgtEl>
                                          <p:spTgt spid="29"/>
                                        </p:tgtEl>
                                        <p:attrNameLst>
                                          <p:attrName>ppt_w</p:attrName>
                                        </p:attrNameLst>
                                      </p:cBhvr>
                                      <p:tavLst>
                                        <p:tav tm="0">
                                          <p:val>
                                            <p:fltVal val="0"/>
                                          </p:val>
                                        </p:tav>
                                        <p:tav tm="100000">
                                          <p:val>
                                            <p:strVal val="#ppt_w"/>
                                          </p:val>
                                        </p:tav>
                                      </p:tavLst>
                                    </p:anim>
                                    <p:anim calcmode="lin" valueType="num">
                                      <p:cBhvr>
                                        <p:cTn id="43" dur="500" fill="hold"/>
                                        <p:tgtEl>
                                          <p:spTgt spid="29"/>
                                        </p:tgtEl>
                                        <p:attrNameLst>
                                          <p:attrName>ppt_h</p:attrName>
                                        </p:attrNameLst>
                                      </p:cBhvr>
                                      <p:tavLst>
                                        <p:tav tm="0">
                                          <p:val>
                                            <p:fltVal val="0"/>
                                          </p:val>
                                        </p:tav>
                                        <p:tav tm="100000">
                                          <p:val>
                                            <p:strVal val="#ppt_h"/>
                                          </p:val>
                                        </p:tav>
                                      </p:tavLst>
                                    </p:anim>
                                    <p:animEffect transition="in" filter="fade">
                                      <p:cBhvr>
                                        <p:cTn id="44" dur="500"/>
                                        <p:tgtEl>
                                          <p:spTgt spid="29"/>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anim calcmode="lin" valueType="num">
                                      <p:cBhvr>
                                        <p:cTn id="47" dur="500" fill="hold"/>
                                        <p:tgtEl>
                                          <p:spTgt spid="30"/>
                                        </p:tgtEl>
                                        <p:attrNameLst>
                                          <p:attrName>ppt_w</p:attrName>
                                        </p:attrNameLst>
                                      </p:cBhvr>
                                      <p:tavLst>
                                        <p:tav tm="0">
                                          <p:val>
                                            <p:fltVal val="0"/>
                                          </p:val>
                                        </p:tav>
                                        <p:tav tm="100000">
                                          <p:val>
                                            <p:strVal val="#ppt_w"/>
                                          </p:val>
                                        </p:tav>
                                      </p:tavLst>
                                    </p:anim>
                                    <p:anim calcmode="lin" valueType="num">
                                      <p:cBhvr>
                                        <p:cTn id="48" dur="500" fill="hold"/>
                                        <p:tgtEl>
                                          <p:spTgt spid="30"/>
                                        </p:tgtEl>
                                        <p:attrNameLst>
                                          <p:attrName>ppt_h</p:attrName>
                                        </p:attrNameLst>
                                      </p:cBhvr>
                                      <p:tavLst>
                                        <p:tav tm="0">
                                          <p:val>
                                            <p:fltVal val="0"/>
                                          </p:val>
                                        </p:tav>
                                        <p:tav tm="100000">
                                          <p:val>
                                            <p:strVal val="#ppt_h"/>
                                          </p:val>
                                        </p:tav>
                                      </p:tavLst>
                                    </p:anim>
                                    <p:animEffect transition="in" filter="fade">
                                      <p:cBhvr>
                                        <p:cTn id="49" dur="500"/>
                                        <p:tgtEl>
                                          <p:spTgt spid="30"/>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 calcmode="lin" valueType="num">
                                      <p:cBhvr>
                                        <p:cTn id="52" dur="500" fill="hold"/>
                                        <p:tgtEl>
                                          <p:spTgt spid="31"/>
                                        </p:tgtEl>
                                        <p:attrNameLst>
                                          <p:attrName>ppt_w</p:attrName>
                                        </p:attrNameLst>
                                      </p:cBhvr>
                                      <p:tavLst>
                                        <p:tav tm="0">
                                          <p:val>
                                            <p:fltVal val="0"/>
                                          </p:val>
                                        </p:tav>
                                        <p:tav tm="100000">
                                          <p:val>
                                            <p:strVal val="#ppt_w"/>
                                          </p:val>
                                        </p:tav>
                                      </p:tavLst>
                                    </p:anim>
                                    <p:anim calcmode="lin" valueType="num">
                                      <p:cBhvr>
                                        <p:cTn id="53" dur="500" fill="hold"/>
                                        <p:tgtEl>
                                          <p:spTgt spid="31"/>
                                        </p:tgtEl>
                                        <p:attrNameLst>
                                          <p:attrName>ppt_h</p:attrName>
                                        </p:attrNameLst>
                                      </p:cBhvr>
                                      <p:tavLst>
                                        <p:tav tm="0">
                                          <p:val>
                                            <p:fltVal val="0"/>
                                          </p:val>
                                        </p:tav>
                                        <p:tav tm="100000">
                                          <p:val>
                                            <p:strVal val="#ppt_h"/>
                                          </p:val>
                                        </p:tav>
                                      </p:tavLst>
                                    </p:anim>
                                    <p:animEffect transition="in" filter="fade">
                                      <p:cBhvr>
                                        <p:cTn id="54" dur="500"/>
                                        <p:tgtEl>
                                          <p:spTgt spid="31"/>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 calcmode="lin" valueType="num">
                                      <p:cBhvr>
                                        <p:cTn id="57" dur="500" fill="hold"/>
                                        <p:tgtEl>
                                          <p:spTgt spid="32"/>
                                        </p:tgtEl>
                                        <p:attrNameLst>
                                          <p:attrName>ppt_w</p:attrName>
                                        </p:attrNameLst>
                                      </p:cBhvr>
                                      <p:tavLst>
                                        <p:tav tm="0">
                                          <p:val>
                                            <p:fltVal val="0"/>
                                          </p:val>
                                        </p:tav>
                                        <p:tav tm="100000">
                                          <p:val>
                                            <p:strVal val="#ppt_w"/>
                                          </p:val>
                                        </p:tav>
                                      </p:tavLst>
                                    </p:anim>
                                    <p:anim calcmode="lin" valueType="num">
                                      <p:cBhvr>
                                        <p:cTn id="58" dur="500" fill="hold"/>
                                        <p:tgtEl>
                                          <p:spTgt spid="32"/>
                                        </p:tgtEl>
                                        <p:attrNameLst>
                                          <p:attrName>ppt_h</p:attrName>
                                        </p:attrNameLst>
                                      </p:cBhvr>
                                      <p:tavLst>
                                        <p:tav tm="0">
                                          <p:val>
                                            <p:fltVal val="0"/>
                                          </p:val>
                                        </p:tav>
                                        <p:tav tm="100000">
                                          <p:val>
                                            <p:strVal val="#ppt_h"/>
                                          </p:val>
                                        </p:tav>
                                      </p:tavLst>
                                    </p:anim>
                                    <p:animEffect transition="in" filter="fade">
                                      <p:cBhvr>
                                        <p:cTn id="59" dur="500"/>
                                        <p:tgtEl>
                                          <p:spTgt spid="32"/>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33"/>
                                        </p:tgtEl>
                                        <p:attrNameLst>
                                          <p:attrName>style.visibility</p:attrName>
                                        </p:attrNameLst>
                                      </p:cBhvr>
                                      <p:to>
                                        <p:strVal val="visible"/>
                                      </p:to>
                                    </p:set>
                                    <p:anim calcmode="lin" valueType="num">
                                      <p:cBhvr>
                                        <p:cTn id="62" dur="500" fill="hold"/>
                                        <p:tgtEl>
                                          <p:spTgt spid="33"/>
                                        </p:tgtEl>
                                        <p:attrNameLst>
                                          <p:attrName>ppt_w</p:attrName>
                                        </p:attrNameLst>
                                      </p:cBhvr>
                                      <p:tavLst>
                                        <p:tav tm="0">
                                          <p:val>
                                            <p:fltVal val="0"/>
                                          </p:val>
                                        </p:tav>
                                        <p:tav tm="100000">
                                          <p:val>
                                            <p:strVal val="#ppt_w"/>
                                          </p:val>
                                        </p:tav>
                                      </p:tavLst>
                                    </p:anim>
                                    <p:anim calcmode="lin" valueType="num">
                                      <p:cBhvr>
                                        <p:cTn id="63" dur="500" fill="hold"/>
                                        <p:tgtEl>
                                          <p:spTgt spid="33"/>
                                        </p:tgtEl>
                                        <p:attrNameLst>
                                          <p:attrName>ppt_h</p:attrName>
                                        </p:attrNameLst>
                                      </p:cBhvr>
                                      <p:tavLst>
                                        <p:tav tm="0">
                                          <p:val>
                                            <p:fltVal val="0"/>
                                          </p:val>
                                        </p:tav>
                                        <p:tav tm="100000">
                                          <p:val>
                                            <p:strVal val="#ppt_h"/>
                                          </p:val>
                                        </p:tav>
                                      </p:tavLst>
                                    </p:anim>
                                    <p:animEffect transition="in" filter="fade">
                                      <p:cBhvr>
                                        <p:cTn id="64" dur="500"/>
                                        <p:tgtEl>
                                          <p:spTgt spid="33"/>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34"/>
                                        </p:tgtEl>
                                        <p:attrNameLst>
                                          <p:attrName>style.visibility</p:attrName>
                                        </p:attrNameLst>
                                      </p:cBhvr>
                                      <p:to>
                                        <p:strVal val="visible"/>
                                      </p:to>
                                    </p:set>
                                    <p:anim calcmode="lin" valueType="num">
                                      <p:cBhvr>
                                        <p:cTn id="67" dur="500" fill="hold"/>
                                        <p:tgtEl>
                                          <p:spTgt spid="34"/>
                                        </p:tgtEl>
                                        <p:attrNameLst>
                                          <p:attrName>ppt_w</p:attrName>
                                        </p:attrNameLst>
                                      </p:cBhvr>
                                      <p:tavLst>
                                        <p:tav tm="0">
                                          <p:val>
                                            <p:fltVal val="0"/>
                                          </p:val>
                                        </p:tav>
                                        <p:tav tm="100000">
                                          <p:val>
                                            <p:strVal val="#ppt_w"/>
                                          </p:val>
                                        </p:tav>
                                      </p:tavLst>
                                    </p:anim>
                                    <p:anim calcmode="lin" valueType="num">
                                      <p:cBhvr>
                                        <p:cTn id="68" dur="500" fill="hold"/>
                                        <p:tgtEl>
                                          <p:spTgt spid="34"/>
                                        </p:tgtEl>
                                        <p:attrNameLst>
                                          <p:attrName>ppt_h</p:attrName>
                                        </p:attrNameLst>
                                      </p:cBhvr>
                                      <p:tavLst>
                                        <p:tav tm="0">
                                          <p:val>
                                            <p:fltVal val="0"/>
                                          </p:val>
                                        </p:tav>
                                        <p:tav tm="100000">
                                          <p:val>
                                            <p:strVal val="#ppt_h"/>
                                          </p:val>
                                        </p:tav>
                                      </p:tavLst>
                                    </p:anim>
                                    <p:animEffect transition="in" filter="fade">
                                      <p:cBhvr>
                                        <p:cTn id="69" dur="500"/>
                                        <p:tgtEl>
                                          <p:spTgt spid="34"/>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 calcmode="lin" valueType="num">
                                      <p:cBhvr>
                                        <p:cTn id="72" dur="500" fill="hold"/>
                                        <p:tgtEl>
                                          <p:spTgt spid="35"/>
                                        </p:tgtEl>
                                        <p:attrNameLst>
                                          <p:attrName>ppt_w</p:attrName>
                                        </p:attrNameLst>
                                      </p:cBhvr>
                                      <p:tavLst>
                                        <p:tav tm="0">
                                          <p:val>
                                            <p:fltVal val="0"/>
                                          </p:val>
                                        </p:tav>
                                        <p:tav tm="100000">
                                          <p:val>
                                            <p:strVal val="#ppt_w"/>
                                          </p:val>
                                        </p:tav>
                                      </p:tavLst>
                                    </p:anim>
                                    <p:anim calcmode="lin" valueType="num">
                                      <p:cBhvr>
                                        <p:cTn id="73" dur="500" fill="hold"/>
                                        <p:tgtEl>
                                          <p:spTgt spid="35"/>
                                        </p:tgtEl>
                                        <p:attrNameLst>
                                          <p:attrName>ppt_h</p:attrName>
                                        </p:attrNameLst>
                                      </p:cBhvr>
                                      <p:tavLst>
                                        <p:tav tm="0">
                                          <p:val>
                                            <p:fltVal val="0"/>
                                          </p:val>
                                        </p:tav>
                                        <p:tav tm="100000">
                                          <p:val>
                                            <p:strVal val="#ppt_h"/>
                                          </p:val>
                                        </p:tav>
                                      </p:tavLst>
                                    </p:anim>
                                    <p:animEffect transition="in" filter="fade">
                                      <p:cBhvr>
                                        <p:cTn id="74" dur="500"/>
                                        <p:tgtEl>
                                          <p:spTgt spid="35"/>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36"/>
                                        </p:tgtEl>
                                        <p:attrNameLst>
                                          <p:attrName>style.visibility</p:attrName>
                                        </p:attrNameLst>
                                      </p:cBhvr>
                                      <p:to>
                                        <p:strVal val="visible"/>
                                      </p:to>
                                    </p:set>
                                    <p:anim calcmode="lin" valueType="num">
                                      <p:cBhvr>
                                        <p:cTn id="77" dur="500" fill="hold"/>
                                        <p:tgtEl>
                                          <p:spTgt spid="36"/>
                                        </p:tgtEl>
                                        <p:attrNameLst>
                                          <p:attrName>ppt_w</p:attrName>
                                        </p:attrNameLst>
                                      </p:cBhvr>
                                      <p:tavLst>
                                        <p:tav tm="0">
                                          <p:val>
                                            <p:fltVal val="0"/>
                                          </p:val>
                                        </p:tav>
                                        <p:tav tm="100000">
                                          <p:val>
                                            <p:strVal val="#ppt_w"/>
                                          </p:val>
                                        </p:tav>
                                      </p:tavLst>
                                    </p:anim>
                                    <p:anim calcmode="lin" valueType="num">
                                      <p:cBhvr>
                                        <p:cTn id="78" dur="500" fill="hold"/>
                                        <p:tgtEl>
                                          <p:spTgt spid="36"/>
                                        </p:tgtEl>
                                        <p:attrNameLst>
                                          <p:attrName>ppt_h</p:attrName>
                                        </p:attrNameLst>
                                      </p:cBhvr>
                                      <p:tavLst>
                                        <p:tav tm="0">
                                          <p:val>
                                            <p:fltVal val="0"/>
                                          </p:val>
                                        </p:tav>
                                        <p:tav tm="100000">
                                          <p:val>
                                            <p:strVal val="#ppt_h"/>
                                          </p:val>
                                        </p:tav>
                                      </p:tavLst>
                                    </p:anim>
                                    <p:animEffect transition="in" filter="fade">
                                      <p:cBhvr>
                                        <p:cTn id="79" dur="500"/>
                                        <p:tgtEl>
                                          <p:spTgt spid="36"/>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37"/>
                                        </p:tgtEl>
                                        <p:attrNameLst>
                                          <p:attrName>style.visibility</p:attrName>
                                        </p:attrNameLst>
                                      </p:cBhvr>
                                      <p:to>
                                        <p:strVal val="visible"/>
                                      </p:to>
                                    </p:set>
                                    <p:anim calcmode="lin" valueType="num">
                                      <p:cBhvr>
                                        <p:cTn id="82" dur="500" fill="hold"/>
                                        <p:tgtEl>
                                          <p:spTgt spid="37"/>
                                        </p:tgtEl>
                                        <p:attrNameLst>
                                          <p:attrName>ppt_w</p:attrName>
                                        </p:attrNameLst>
                                      </p:cBhvr>
                                      <p:tavLst>
                                        <p:tav tm="0">
                                          <p:val>
                                            <p:fltVal val="0"/>
                                          </p:val>
                                        </p:tav>
                                        <p:tav tm="100000">
                                          <p:val>
                                            <p:strVal val="#ppt_w"/>
                                          </p:val>
                                        </p:tav>
                                      </p:tavLst>
                                    </p:anim>
                                    <p:anim calcmode="lin" valueType="num">
                                      <p:cBhvr>
                                        <p:cTn id="83" dur="500" fill="hold"/>
                                        <p:tgtEl>
                                          <p:spTgt spid="37"/>
                                        </p:tgtEl>
                                        <p:attrNameLst>
                                          <p:attrName>ppt_h</p:attrName>
                                        </p:attrNameLst>
                                      </p:cBhvr>
                                      <p:tavLst>
                                        <p:tav tm="0">
                                          <p:val>
                                            <p:fltVal val="0"/>
                                          </p:val>
                                        </p:tav>
                                        <p:tav tm="100000">
                                          <p:val>
                                            <p:strVal val="#ppt_h"/>
                                          </p:val>
                                        </p:tav>
                                      </p:tavLst>
                                    </p:anim>
                                    <p:animEffect transition="in" filter="fade">
                                      <p:cBhvr>
                                        <p:cTn id="84" dur="500"/>
                                        <p:tgtEl>
                                          <p:spTgt spid="37"/>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38"/>
                                        </p:tgtEl>
                                        <p:attrNameLst>
                                          <p:attrName>style.visibility</p:attrName>
                                        </p:attrNameLst>
                                      </p:cBhvr>
                                      <p:to>
                                        <p:strVal val="visible"/>
                                      </p:to>
                                    </p:set>
                                    <p:anim calcmode="lin" valueType="num">
                                      <p:cBhvr>
                                        <p:cTn id="87" dur="500" fill="hold"/>
                                        <p:tgtEl>
                                          <p:spTgt spid="38"/>
                                        </p:tgtEl>
                                        <p:attrNameLst>
                                          <p:attrName>ppt_w</p:attrName>
                                        </p:attrNameLst>
                                      </p:cBhvr>
                                      <p:tavLst>
                                        <p:tav tm="0">
                                          <p:val>
                                            <p:fltVal val="0"/>
                                          </p:val>
                                        </p:tav>
                                        <p:tav tm="100000">
                                          <p:val>
                                            <p:strVal val="#ppt_w"/>
                                          </p:val>
                                        </p:tav>
                                      </p:tavLst>
                                    </p:anim>
                                    <p:anim calcmode="lin" valueType="num">
                                      <p:cBhvr>
                                        <p:cTn id="88" dur="500" fill="hold"/>
                                        <p:tgtEl>
                                          <p:spTgt spid="38"/>
                                        </p:tgtEl>
                                        <p:attrNameLst>
                                          <p:attrName>ppt_h</p:attrName>
                                        </p:attrNameLst>
                                      </p:cBhvr>
                                      <p:tavLst>
                                        <p:tav tm="0">
                                          <p:val>
                                            <p:fltVal val="0"/>
                                          </p:val>
                                        </p:tav>
                                        <p:tav tm="100000">
                                          <p:val>
                                            <p:strVal val="#ppt_h"/>
                                          </p:val>
                                        </p:tav>
                                      </p:tavLst>
                                    </p:anim>
                                    <p:animEffect transition="in" filter="fade">
                                      <p:cBhvr>
                                        <p:cTn id="89" dur="500"/>
                                        <p:tgtEl>
                                          <p:spTgt spid="38"/>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39"/>
                                        </p:tgtEl>
                                        <p:attrNameLst>
                                          <p:attrName>style.visibility</p:attrName>
                                        </p:attrNameLst>
                                      </p:cBhvr>
                                      <p:to>
                                        <p:strVal val="visible"/>
                                      </p:to>
                                    </p:set>
                                    <p:anim calcmode="lin" valueType="num">
                                      <p:cBhvr>
                                        <p:cTn id="92" dur="500" fill="hold"/>
                                        <p:tgtEl>
                                          <p:spTgt spid="39"/>
                                        </p:tgtEl>
                                        <p:attrNameLst>
                                          <p:attrName>ppt_w</p:attrName>
                                        </p:attrNameLst>
                                      </p:cBhvr>
                                      <p:tavLst>
                                        <p:tav tm="0">
                                          <p:val>
                                            <p:fltVal val="0"/>
                                          </p:val>
                                        </p:tav>
                                        <p:tav tm="100000">
                                          <p:val>
                                            <p:strVal val="#ppt_w"/>
                                          </p:val>
                                        </p:tav>
                                      </p:tavLst>
                                    </p:anim>
                                    <p:anim calcmode="lin" valueType="num">
                                      <p:cBhvr>
                                        <p:cTn id="93" dur="500" fill="hold"/>
                                        <p:tgtEl>
                                          <p:spTgt spid="39"/>
                                        </p:tgtEl>
                                        <p:attrNameLst>
                                          <p:attrName>ppt_h</p:attrName>
                                        </p:attrNameLst>
                                      </p:cBhvr>
                                      <p:tavLst>
                                        <p:tav tm="0">
                                          <p:val>
                                            <p:fltVal val="0"/>
                                          </p:val>
                                        </p:tav>
                                        <p:tav tm="100000">
                                          <p:val>
                                            <p:strVal val="#ppt_h"/>
                                          </p:val>
                                        </p:tav>
                                      </p:tavLst>
                                    </p:anim>
                                    <p:animEffect transition="in" filter="fade">
                                      <p:cBhvr>
                                        <p:cTn id="94" dur="500"/>
                                        <p:tgtEl>
                                          <p:spTgt spid="39"/>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40"/>
                                        </p:tgtEl>
                                        <p:attrNameLst>
                                          <p:attrName>style.visibility</p:attrName>
                                        </p:attrNameLst>
                                      </p:cBhvr>
                                      <p:to>
                                        <p:strVal val="visible"/>
                                      </p:to>
                                    </p:set>
                                    <p:anim calcmode="lin" valueType="num">
                                      <p:cBhvr>
                                        <p:cTn id="97" dur="500" fill="hold"/>
                                        <p:tgtEl>
                                          <p:spTgt spid="40"/>
                                        </p:tgtEl>
                                        <p:attrNameLst>
                                          <p:attrName>ppt_w</p:attrName>
                                        </p:attrNameLst>
                                      </p:cBhvr>
                                      <p:tavLst>
                                        <p:tav tm="0">
                                          <p:val>
                                            <p:fltVal val="0"/>
                                          </p:val>
                                        </p:tav>
                                        <p:tav tm="100000">
                                          <p:val>
                                            <p:strVal val="#ppt_w"/>
                                          </p:val>
                                        </p:tav>
                                      </p:tavLst>
                                    </p:anim>
                                    <p:anim calcmode="lin" valueType="num">
                                      <p:cBhvr>
                                        <p:cTn id="98" dur="500" fill="hold"/>
                                        <p:tgtEl>
                                          <p:spTgt spid="40"/>
                                        </p:tgtEl>
                                        <p:attrNameLst>
                                          <p:attrName>ppt_h</p:attrName>
                                        </p:attrNameLst>
                                      </p:cBhvr>
                                      <p:tavLst>
                                        <p:tav tm="0">
                                          <p:val>
                                            <p:fltVal val="0"/>
                                          </p:val>
                                        </p:tav>
                                        <p:tav tm="100000">
                                          <p:val>
                                            <p:strVal val="#ppt_h"/>
                                          </p:val>
                                        </p:tav>
                                      </p:tavLst>
                                    </p:anim>
                                    <p:animEffect transition="in" filter="fade">
                                      <p:cBhvr>
                                        <p:cTn id="99" dur="500"/>
                                        <p:tgtEl>
                                          <p:spTgt spid="40"/>
                                        </p:tgtEl>
                                      </p:cBhvr>
                                    </p:animEffect>
                                  </p:childTnLst>
                                </p:cTn>
                              </p:par>
                            </p:childTnLst>
                          </p:cTn>
                        </p:par>
                      </p:childTnLst>
                    </p:cTn>
                  </p:par>
                  <p:par>
                    <p:cTn id="100" fill="hold">
                      <p:stCondLst>
                        <p:cond delay="indefinite"/>
                      </p:stCondLst>
                      <p:childTnLst>
                        <p:par>
                          <p:cTn id="101" fill="hold">
                            <p:stCondLst>
                              <p:cond delay="0"/>
                            </p:stCondLst>
                            <p:childTnLst>
                              <p:par>
                                <p:cTn id="102" presetID="37" presetClass="entr" presetSubtype="0" fill="hold" grpId="0" nodeType="click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1000"/>
                                        <p:tgtEl>
                                          <p:spTgt spid="41"/>
                                        </p:tgtEl>
                                      </p:cBhvr>
                                    </p:animEffect>
                                    <p:anim calcmode="lin" valueType="num">
                                      <p:cBhvr>
                                        <p:cTn id="105" dur="1000" fill="hold"/>
                                        <p:tgtEl>
                                          <p:spTgt spid="41"/>
                                        </p:tgtEl>
                                        <p:attrNameLst>
                                          <p:attrName>ppt_x</p:attrName>
                                        </p:attrNameLst>
                                      </p:cBhvr>
                                      <p:tavLst>
                                        <p:tav tm="0">
                                          <p:val>
                                            <p:strVal val="#ppt_x"/>
                                          </p:val>
                                        </p:tav>
                                        <p:tav tm="100000">
                                          <p:val>
                                            <p:strVal val="#ppt_x"/>
                                          </p:val>
                                        </p:tav>
                                      </p:tavLst>
                                    </p:anim>
                                    <p:anim calcmode="lin" valueType="num">
                                      <p:cBhvr>
                                        <p:cTn id="106" dur="900" decel="100000" fill="hold"/>
                                        <p:tgtEl>
                                          <p:spTgt spid="41"/>
                                        </p:tgtEl>
                                        <p:attrNameLst>
                                          <p:attrName>ppt_y</p:attrName>
                                        </p:attrNameLst>
                                      </p:cBhvr>
                                      <p:tavLst>
                                        <p:tav tm="0">
                                          <p:val>
                                            <p:strVal val="#ppt_y+1"/>
                                          </p:val>
                                        </p:tav>
                                        <p:tav tm="100000">
                                          <p:val>
                                            <p:strVal val="#ppt_y-.03"/>
                                          </p:val>
                                        </p:tav>
                                      </p:tavLst>
                                    </p:anim>
                                    <p:anim calcmode="lin" valueType="num">
                                      <p:cBhvr>
                                        <p:cTn id="107" dur="100" accel="100000" fill="hold">
                                          <p:stCondLst>
                                            <p:cond delay="900"/>
                                          </p:stCondLst>
                                        </p:cTn>
                                        <p:tgtEl>
                                          <p:spTgt spid="41"/>
                                        </p:tgtEl>
                                        <p:attrNameLst>
                                          <p:attrName>ppt_y</p:attrName>
                                        </p:attrNameLst>
                                      </p:cBhvr>
                                      <p:tavLst>
                                        <p:tav tm="0">
                                          <p:val>
                                            <p:strVal val="#ppt_y-.03"/>
                                          </p:val>
                                        </p:tav>
                                        <p:tav tm="100000">
                                          <p:val>
                                            <p:strVal val="#ppt_y"/>
                                          </p:val>
                                        </p:tav>
                                      </p:tavLst>
                                    </p:anim>
                                  </p:childTnLst>
                                </p:cTn>
                              </p:par>
                              <p:par>
                                <p:cTn id="108" presetID="37" presetClass="entr" presetSubtype="0" fill="hold" grpId="0" nodeType="withEffect">
                                  <p:stCondLst>
                                    <p:cond delay="0"/>
                                  </p:stCondLst>
                                  <p:childTnLst>
                                    <p:set>
                                      <p:cBhvr>
                                        <p:cTn id="109" dur="1" fill="hold">
                                          <p:stCondLst>
                                            <p:cond delay="0"/>
                                          </p:stCondLst>
                                        </p:cTn>
                                        <p:tgtEl>
                                          <p:spTgt spid="42"/>
                                        </p:tgtEl>
                                        <p:attrNameLst>
                                          <p:attrName>style.visibility</p:attrName>
                                        </p:attrNameLst>
                                      </p:cBhvr>
                                      <p:to>
                                        <p:strVal val="visible"/>
                                      </p:to>
                                    </p:set>
                                    <p:animEffect transition="in" filter="fade">
                                      <p:cBhvr>
                                        <p:cTn id="110" dur="1000"/>
                                        <p:tgtEl>
                                          <p:spTgt spid="42"/>
                                        </p:tgtEl>
                                      </p:cBhvr>
                                    </p:animEffect>
                                    <p:anim calcmode="lin" valueType="num">
                                      <p:cBhvr>
                                        <p:cTn id="111" dur="1000" fill="hold"/>
                                        <p:tgtEl>
                                          <p:spTgt spid="42"/>
                                        </p:tgtEl>
                                        <p:attrNameLst>
                                          <p:attrName>ppt_x</p:attrName>
                                        </p:attrNameLst>
                                      </p:cBhvr>
                                      <p:tavLst>
                                        <p:tav tm="0">
                                          <p:val>
                                            <p:strVal val="#ppt_x"/>
                                          </p:val>
                                        </p:tav>
                                        <p:tav tm="100000">
                                          <p:val>
                                            <p:strVal val="#ppt_x"/>
                                          </p:val>
                                        </p:tav>
                                      </p:tavLst>
                                    </p:anim>
                                    <p:anim calcmode="lin" valueType="num">
                                      <p:cBhvr>
                                        <p:cTn id="112" dur="900" decel="100000" fill="hold"/>
                                        <p:tgtEl>
                                          <p:spTgt spid="42"/>
                                        </p:tgtEl>
                                        <p:attrNameLst>
                                          <p:attrName>ppt_y</p:attrName>
                                        </p:attrNameLst>
                                      </p:cBhvr>
                                      <p:tavLst>
                                        <p:tav tm="0">
                                          <p:val>
                                            <p:strVal val="#ppt_y+1"/>
                                          </p:val>
                                        </p:tav>
                                        <p:tav tm="100000">
                                          <p:val>
                                            <p:strVal val="#ppt_y-.03"/>
                                          </p:val>
                                        </p:tav>
                                      </p:tavLst>
                                    </p:anim>
                                    <p:anim calcmode="lin" valueType="num">
                                      <p:cBhvr>
                                        <p:cTn id="113" dur="100" accel="100000" fill="hold">
                                          <p:stCondLst>
                                            <p:cond delay="900"/>
                                          </p:stCondLst>
                                        </p:cTn>
                                        <p:tgtEl>
                                          <p:spTgt spid="42"/>
                                        </p:tgtEl>
                                        <p:attrNameLst>
                                          <p:attrName>ppt_y</p:attrName>
                                        </p:attrNameLst>
                                      </p:cBhvr>
                                      <p:tavLst>
                                        <p:tav tm="0">
                                          <p:val>
                                            <p:strVal val="#ppt_y-.03"/>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37" presetClass="entr" presetSubtype="0" fill="hold" grpId="0" nodeType="click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1000"/>
                                        <p:tgtEl>
                                          <p:spTgt spid="43"/>
                                        </p:tgtEl>
                                      </p:cBhvr>
                                    </p:animEffect>
                                    <p:anim calcmode="lin" valueType="num">
                                      <p:cBhvr>
                                        <p:cTn id="119" dur="1000" fill="hold"/>
                                        <p:tgtEl>
                                          <p:spTgt spid="43"/>
                                        </p:tgtEl>
                                        <p:attrNameLst>
                                          <p:attrName>ppt_x</p:attrName>
                                        </p:attrNameLst>
                                      </p:cBhvr>
                                      <p:tavLst>
                                        <p:tav tm="0">
                                          <p:val>
                                            <p:strVal val="#ppt_x"/>
                                          </p:val>
                                        </p:tav>
                                        <p:tav tm="100000">
                                          <p:val>
                                            <p:strVal val="#ppt_x"/>
                                          </p:val>
                                        </p:tav>
                                      </p:tavLst>
                                    </p:anim>
                                    <p:anim calcmode="lin" valueType="num">
                                      <p:cBhvr>
                                        <p:cTn id="120" dur="900" decel="100000" fill="hold"/>
                                        <p:tgtEl>
                                          <p:spTgt spid="43"/>
                                        </p:tgtEl>
                                        <p:attrNameLst>
                                          <p:attrName>ppt_y</p:attrName>
                                        </p:attrNameLst>
                                      </p:cBhvr>
                                      <p:tavLst>
                                        <p:tav tm="0">
                                          <p:val>
                                            <p:strVal val="#ppt_y+1"/>
                                          </p:val>
                                        </p:tav>
                                        <p:tav tm="100000">
                                          <p:val>
                                            <p:strVal val="#ppt_y-.03"/>
                                          </p:val>
                                        </p:tav>
                                      </p:tavLst>
                                    </p:anim>
                                    <p:anim calcmode="lin" valueType="num">
                                      <p:cBhvr>
                                        <p:cTn id="121" dur="100" accel="100000" fill="hold">
                                          <p:stCondLst>
                                            <p:cond delay="900"/>
                                          </p:stCondLst>
                                        </p:cTn>
                                        <p:tgtEl>
                                          <p:spTgt spid="43"/>
                                        </p:tgtEl>
                                        <p:attrNameLst>
                                          <p:attrName>ppt_y</p:attrName>
                                        </p:attrNameLst>
                                      </p:cBhvr>
                                      <p:tavLst>
                                        <p:tav tm="0">
                                          <p:val>
                                            <p:strVal val="#ppt_y-.03"/>
                                          </p:val>
                                        </p:tav>
                                        <p:tav tm="100000">
                                          <p:val>
                                            <p:strVal val="#ppt_y"/>
                                          </p:val>
                                        </p:tav>
                                      </p:tavLst>
                                    </p:anim>
                                  </p:childTnLst>
                                </p:cTn>
                              </p:par>
                              <p:par>
                                <p:cTn id="122" presetID="37" presetClass="entr" presetSubtype="0" fill="hold" grpId="0" nodeType="withEffect">
                                  <p:stCondLst>
                                    <p:cond delay="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1000"/>
                                        <p:tgtEl>
                                          <p:spTgt spid="44"/>
                                        </p:tgtEl>
                                      </p:cBhvr>
                                    </p:animEffect>
                                    <p:anim calcmode="lin" valueType="num">
                                      <p:cBhvr>
                                        <p:cTn id="125" dur="1000" fill="hold"/>
                                        <p:tgtEl>
                                          <p:spTgt spid="44"/>
                                        </p:tgtEl>
                                        <p:attrNameLst>
                                          <p:attrName>ppt_x</p:attrName>
                                        </p:attrNameLst>
                                      </p:cBhvr>
                                      <p:tavLst>
                                        <p:tav tm="0">
                                          <p:val>
                                            <p:strVal val="#ppt_x"/>
                                          </p:val>
                                        </p:tav>
                                        <p:tav tm="100000">
                                          <p:val>
                                            <p:strVal val="#ppt_x"/>
                                          </p:val>
                                        </p:tav>
                                      </p:tavLst>
                                    </p:anim>
                                    <p:anim calcmode="lin" valueType="num">
                                      <p:cBhvr>
                                        <p:cTn id="126" dur="900" decel="100000" fill="hold"/>
                                        <p:tgtEl>
                                          <p:spTgt spid="44"/>
                                        </p:tgtEl>
                                        <p:attrNameLst>
                                          <p:attrName>ppt_y</p:attrName>
                                        </p:attrNameLst>
                                      </p:cBhvr>
                                      <p:tavLst>
                                        <p:tav tm="0">
                                          <p:val>
                                            <p:strVal val="#ppt_y+1"/>
                                          </p:val>
                                        </p:tav>
                                        <p:tav tm="100000">
                                          <p:val>
                                            <p:strVal val="#ppt_y-.03"/>
                                          </p:val>
                                        </p:tav>
                                      </p:tavLst>
                                    </p:anim>
                                    <p:anim calcmode="lin" valueType="num">
                                      <p:cBhvr>
                                        <p:cTn id="127" dur="100" accel="100000" fill="hold">
                                          <p:stCondLst>
                                            <p:cond delay="900"/>
                                          </p:stCondLst>
                                        </p:cTn>
                                        <p:tgtEl>
                                          <p:spTgt spid="4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p:bldP spid="39" grpId="0"/>
      <p:bldP spid="40" grpId="0"/>
      <p:bldP spid="41" grpId="0" animBg="1"/>
      <p:bldP spid="42" grpId="0"/>
      <p:bldP spid="43" grpId="0" animBg="1"/>
      <p:bldP spid="4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0" y="2863105"/>
            <a:ext cx="12191998" cy="3994895"/>
            <a:chOff x="0" y="3619500"/>
            <a:chExt cx="12191998" cy="3238500"/>
          </a:xfrm>
        </p:grpSpPr>
        <p:pic>
          <p:nvPicPr>
            <p:cNvPr id="3" name="图片 2"/>
            <p:cNvPicPr>
              <a:picLocks noChangeAspect="1"/>
            </p:cNvPicPr>
            <p:nvPr/>
          </p:nvPicPr>
          <p:blipFill rotWithShape="1">
            <a:blip r:embed="R8a73289a4cd24c15"/>
            <a:srcRect l="2986" r="2356"/>
            <a:stretch/>
          </p:blipFill>
          <p:spPr>
            <a:xfrm>
              <a:off x="6095999" y="3619500"/>
              <a:ext cx="6095999" cy="3238500"/>
            </a:xfrm>
            <a:prstGeom prst="rect">
              <a:avLst/>
            </a:prstGeom>
          </p:spPr>
        </p:pic>
        <p:pic>
          <p:nvPicPr>
            <p:cNvPr id="10" name="图片 9"/>
            <p:cNvPicPr>
              <a:picLocks noChangeAspect="1"/>
            </p:cNvPicPr>
            <p:nvPr/>
          </p:nvPicPr>
          <p:blipFill rotWithShape="1">
            <a:blip r:embed="R8a73289a4cd24c15"/>
            <a:srcRect l="2986" r="2356"/>
            <a:stretch/>
          </p:blipFill>
          <p:spPr>
            <a:xfrm flipH="1">
              <a:off x="0" y="3619500"/>
              <a:ext cx="6095999" cy="3238500"/>
            </a:xfrm>
            <a:prstGeom prst="rect">
              <a:avLst/>
            </a:prstGeom>
          </p:spPr>
        </p:pic>
      </p:grpSp>
      <p:sp>
        <p:nvSpPr>
          <p:cNvPr id="11" name="Text Placeholder 3">
            <a:extLst>
              <a:ext uri="{FF2B5EF4-FFF2-40B4-BE49-F238E27FC236}">
                <a16:creationId xmlns:a16="http://schemas.microsoft.com/office/drawing/2014/main" id="{CA19DF75-27FF-4804-8C59-F17F55C9C104}"/>
              </a:ext>
            </a:extLst>
          </p:cNvPr>
          <p:cNvSpPr txBox="1">
            <a:spLocks/>
          </p:cNvSpPr>
          <p:nvPr/>
        </p:nvSpPr>
        <p:spPr>
          <a:xfrm>
            <a:off x="212111" y="255771"/>
            <a:ext cx="3470283" cy="370615"/>
          </a:xfrm>
          <a:prstGeom prst="rect">
            <a:avLst/>
          </a:prstGeom>
        </p:spPr>
        <p:txBody>
          <a:bodyPr/>
          <a:lstStyle>
            <a:lvl1pPr marL="0" indent="0" algn="l" defTabSz="1828343" rtl="0" eaLnBrk="1" latinLnBrk="0" hangingPunct="1">
              <a:lnSpc>
                <a:spcPct val="90000"/>
              </a:lnSpc>
              <a:spcBef>
                <a:spcPts val="2000"/>
              </a:spcBef>
              <a:buFont typeface="Arial" panose="020B0604020202020204" pitchFamily="34" charset="0"/>
              <a:buNone/>
              <a:defRPr sz="8000" b="1" kern="1200">
                <a:solidFill>
                  <a:schemeClr val="tx2"/>
                </a:solidFill>
                <a:latin typeface="Amiri" pitchFamily="2" charset="-78"/>
                <a:ea typeface="Amiri" pitchFamily="2" charset="-78"/>
                <a:cs typeface="Amiri" pitchFamily="2" charset="-78"/>
              </a:defRPr>
            </a:lvl1pPr>
            <a:lvl2pPr marL="1371257" indent="-457086" algn="l" defTabSz="1828343" rtl="0" eaLnBrk="1" latinLnBrk="0" hangingPunct="1">
              <a:lnSpc>
                <a:spcPct val="90000"/>
              </a:lnSpc>
              <a:spcBef>
                <a:spcPts val="1000"/>
              </a:spcBef>
              <a:buFont typeface="Arial" panose="020B0604020202020204" pitchFamily="34" charset="0"/>
              <a:buChar char="•"/>
              <a:defRPr sz="4799" kern="1200">
                <a:solidFill>
                  <a:schemeClr val="tx1"/>
                </a:solidFill>
                <a:latin typeface="+mn-lt"/>
                <a:ea typeface="+mn-ea"/>
                <a:cs typeface="+mn-cs"/>
              </a:defRPr>
            </a:lvl2pPr>
            <a:lvl3pPr marL="2285429" indent="-457086" algn="l" defTabSz="1828343" rtl="0" eaLnBrk="1" latinLnBrk="0" hangingPunct="1">
              <a:lnSpc>
                <a:spcPct val="90000"/>
              </a:lnSpc>
              <a:spcBef>
                <a:spcPts val="1000"/>
              </a:spcBef>
              <a:buFont typeface="Arial" panose="020B0604020202020204" pitchFamily="34" charset="0"/>
              <a:buChar char="•"/>
              <a:defRPr sz="3999" kern="1200">
                <a:solidFill>
                  <a:schemeClr val="tx1"/>
                </a:solidFill>
                <a:latin typeface="+mn-lt"/>
                <a:ea typeface="+mn-ea"/>
                <a:cs typeface="+mn-cs"/>
              </a:defRPr>
            </a:lvl3pPr>
            <a:lvl4pPr marL="3199600"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4pPr>
            <a:lvl5pPr marL="4113771"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gn="dist"/>
            <a:r>
              <a:rPr lang="zh-CN" altLang="en-US" sz="1600" b="0" dirty="0">
                <a:solidFill>
                  <a:srgbClr val="044BC9"/>
                </a:solidFill>
                <a:latin typeface="思源黑体 CN Light" panose="020B0300000000000000" pitchFamily="34" charset="-122"/>
                <a:ea typeface="思源黑体 CN Light" panose="020B0300000000000000" pitchFamily="34" charset="-122"/>
              </a:rPr>
              <a:t>这里输入您的公司</a:t>
            </a:r>
            <a:r>
              <a:rPr lang="en-US" altLang="zh-CN" sz="1600" b="0" dirty="0">
                <a:solidFill>
                  <a:srgbClr val="044BC9"/>
                </a:solidFill>
                <a:latin typeface="思源黑体 CN Light" panose="020B0300000000000000" pitchFamily="34" charset="-122"/>
                <a:ea typeface="思源黑体 CN Light" panose="020B0300000000000000" pitchFamily="34" charset="-122"/>
              </a:rPr>
              <a:t>/</a:t>
            </a:r>
            <a:r>
              <a:rPr lang="zh-CN" altLang="en-US" sz="1600" b="0" dirty="0">
                <a:solidFill>
                  <a:srgbClr val="044BC9"/>
                </a:solidFill>
                <a:latin typeface="思源黑体 CN Light" panose="020B0300000000000000" pitchFamily="34" charset="-122"/>
                <a:ea typeface="思源黑体 CN Light" panose="020B0300000000000000" pitchFamily="34" charset="-122"/>
              </a:rPr>
              <a:t>组织名称</a:t>
            </a:r>
            <a:endParaRPr lang="en-ID" sz="1600" b="0" dirty="0">
              <a:solidFill>
                <a:srgbClr val="044BC9"/>
              </a:solidFill>
              <a:latin typeface="思源黑体 CN Light" panose="020B0300000000000000" pitchFamily="34" charset="-122"/>
              <a:ea typeface="思源黑体 CN Light" panose="020B0300000000000000" pitchFamily="34" charset="-122"/>
            </a:endParaRPr>
          </a:p>
        </p:txBody>
      </p:sp>
      <p:sp>
        <p:nvSpPr>
          <p:cNvPr id="16" name="文本框 15"/>
          <p:cNvSpPr txBox="1"/>
          <p:nvPr/>
        </p:nvSpPr>
        <p:spPr>
          <a:xfrm>
            <a:off x="4375878" y="2126329"/>
            <a:ext cx="3440242" cy="1015663"/>
          </a:xfrm>
          <a:prstGeom prst="rect">
            <a:avLst/>
          </a:prstGeom>
          <a:noFill/>
        </p:spPr>
        <p:txBody>
          <a:bodyPr wrap="square" rtlCol="0">
            <a:spAutoFit/>
          </a:bodyPr>
          <a:lstStyle/>
          <a:p>
            <a:pPr algn="dist"/>
            <a:r>
              <a:rPr lang="zh-CN" altLang="en-US" sz="6000" b="1" dirty="0">
                <a:ln w="12700">
                  <a:noFill/>
                </a:ln>
                <a:gradFill>
                  <a:gsLst>
                    <a:gs pos="0">
                      <a:srgbClr val="044BC9"/>
                    </a:gs>
                    <a:gs pos="100000">
                      <a:srgbClr val="23A2E4"/>
                    </a:gs>
                  </a:gsLst>
                  <a:lin ang="0" scaled="0"/>
                </a:gradFill>
                <a:latin typeface="Aa黑体 (非商业使用)" panose="02010600010101010101" pitchFamily="2" charset="-122"/>
                <a:ea typeface="Aa黑体 (非商业使用)" panose="02010600010101010101" pitchFamily="2" charset="-122"/>
                <a:sym typeface="思源黑体" panose="020B0500000000000000" pitchFamily="34" charset="-122"/>
              </a:rPr>
              <a:t>问题分析</a:t>
            </a:r>
          </a:p>
        </p:txBody>
      </p:sp>
      <p:sp>
        <p:nvSpPr>
          <p:cNvPr id="18" name="矩形 17">
            <a:extLst>
              <a:ext uri="{FF2B5EF4-FFF2-40B4-BE49-F238E27FC236}">
                <a16:creationId xmlns:a16="http://schemas.microsoft.com/office/drawing/2014/main" id="{535883B3-EF7F-4DF1-A1E7-9EAA262A8946}"/>
              </a:ext>
            </a:extLst>
          </p:cNvPr>
          <p:cNvSpPr/>
          <p:nvPr/>
        </p:nvSpPr>
        <p:spPr>
          <a:xfrm>
            <a:off x="2541328" y="3497499"/>
            <a:ext cx="7109342" cy="812530"/>
          </a:xfrm>
          <a:prstGeom prst="rect">
            <a:avLst/>
          </a:prstGeom>
        </p:spPr>
        <p:txBody>
          <a:bodyPr wrap="square">
            <a:spAutoFit/>
          </a:bodyPr>
          <a:lstStyle/>
          <a:p>
            <a:pPr algn="ctr">
              <a:lnSpc>
                <a:spcPct val="130000"/>
              </a:lnSpc>
              <a:spcBef>
                <a:spcPts val="600"/>
              </a:spcBef>
              <a:spcAft>
                <a:spcPts val="600"/>
              </a:spcAft>
              <a:defRPr/>
            </a:pPr>
            <a:r>
              <a:rPr lang="en-US" altLang="zh-CN" sz="1200" dirty="0">
                <a:solidFill>
                  <a:srgbClr val="044BC9"/>
                </a:solidFill>
                <a:latin typeface="Aa黑体 (非商业使用)" panose="02010600010101010101" pitchFamily="2" charset="-122"/>
                <a:ea typeface="Aa黑体 (非商业使用)" panose="02010600010101010101" pitchFamily="2" charset="-122"/>
              </a:rPr>
              <a:t>Please replace text, click add relevant headline, modify the text content, also can copy your. Please replace text, click add relevant headline, modify the text content, Please replace text, click add relevant headline, modify the text content, also can copy your. Please replace text.</a:t>
            </a:r>
          </a:p>
        </p:txBody>
      </p:sp>
      <p:grpSp>
        <p:nvGrpSpPr>
          <p:cNvPr id="22" name="组合 21"/>
          <p:cNvGrpSpPr/>
          <p:nvPr/>
        </p:nvGrpSpPr>
        <p:grpSpPr>
          <a:xfrm>
            <a:off x="4184571" y="3286874"/>
            <a:ext cx="3822856" cy="0"/>
            <a:chOff x="3746190" y="2146300"/>
            <a:chExt cx="3822856" cy="0"/>
          </a:xfrm>
        </p:grpSpPr>
        <p:cxnSp>
          <p:nvCxnSpPr>
            <p:cNvPr id="23" name="直接连接符 22"/>
            <p:cNvCxnSpPr/>
            <p:nvPr/>
          </p:nvCxnSpPr>
          <p:spPr>
            <a:xfrm>
              <a:off x="3746190" y="2146300"/>
              <a:ext cx="3822856" cy="0"/>
            </a:xfrm>
            <a:prstGeom prst="line">
              <a:avLst/>
            </a:prstGeom>
            <a:ln>
              <a:solidFill>
                <a:srgbClr val="044BC9"/>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746190" y="2146300"/>
              <a:ext cx="914710" cy="0"/>
            </a:xfrm>
            <a:prstGeom prst="line">
              <a:avLst/>
            </a:prstGeom>
            <a:ln w="57150">
              <a:solidFill>
                <a:srgbClr val="044BC9"/>
              </a:solidFill>
            </a:ln>
          </p:spPr>
          <p:style>
            <a:lnRef idx="1">
              <a:schemeClr val="accent1"/>
            </a:lnRef>
            <a:fillRef idx="0">
              <a:schemeClr val="accent1"/>
            </a:fillRef>
            <a:effectRef idx="0">
              <a:schemeClr val="accent1"/>
            </a:effectRef>
            <a:fontRef idx="minor">
              <a:schemeClr val="tx1"/>
            </a:fontRef>
          </p:style>
        </p:cxnSp>
      </p:grpSp>
      <p:sp>
        <p:nvSpPr>
          <p:cNvPr id="26" name="矩形 25"/>
          <p:cNvSpPr/>
          <p:nvPr/>
        </p:nvSpPr>
        <p:spPr>
          <a:xfrm>
            <a:off x="8457078" y="949528"/>
            <a:ext cx="3405842" cy="769441"/>
          </a:xfrm>
          <a:prstGeom prst="rect">
            <a:avLst/>
          </a:prstGeom>
          <a:noFill/>
        </p:spPr>
        <p:txBody>
          <a:bodyPr wrap="square" rtlCol="0">
            <a:spAutoFit/>
          </a:bodyPr>
          <a:lstStyle/>
          <a:p>
            <a:pPr algn="ctr"/>
            <a:r>
              <a:rPr lang="en-US" altLang="zh-CN" sz="4400" b="1" dirty="0">
                <a:ln w="12700">
                  <a:noFill/>
                </a:ln>
                <a:gradFill>
                  <a:gsLst>
                    <a:gs pos="0">
                      <a:srgbClr val="044BC9"/>
                    </a:gs>
                    <a:gs pos="100000">
                      <a:srgbClr val="23A2E4"/>
                    </a:gs>
                  </a:gsLst>
                  <a:lin ang="5400000" scaled="0"/>
                </a:gradFill>
                <a:latin typeface="Aa黑体 (非商业使用)" panose="02010600010101010101" pitchFamily="2" charset="-122"/>
                <a:ea typeface="Aa黑体 (非商业使用)" panose="02010600010101010101" pitchFamily="2" charset="-122"/>
              </a:rPr>
              <a:t>PART 05</a:t>
            </a:r>
            <a:endParaRPr lang="zh-CN" altLang="en-US" sz="4400" b="1" dirty="0">
              <a:ln w="12700">
                <a:noFill/>
              </a:ln>
              <a:gradFill>
                <a:gsLst>
                  <a:gs pos="0">
                    <a:srgbClr val="044BC9"/>
                  </a:gs>
                  <a:gs pos="100000">
                    <a:srgbClr val="23A2E4"/>
                  </a:gs>
                </a:gsLst>
                <a:lin ang="5400000" scaled="0"/>
              </a:gradFill>
              <a:latin typeface="Aa黑体 (非商业使用)" panose="02010600010101010101" pitchFamily="2" charset="-122"/>
              <a:ea typeface="Aa黑体 (非商业使用)" panose="02010600010101010101" pitchFamily="2" charset="-122"/>
            </a:endParaRPr>
          </a:p>
        </p:txBody>
      </p:sp>
    </p:spTree>
    <p:extLst>
      <p:ext uri="{BB962C8B-B14F-4D97-AF65-F5344CB8AC3E}">
        <p14:creationId xmlns:p14="http://schemas.microsoft.com/office/powerpoint/2010/main" val="25684303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4000">
        <p15:prstTrans prst="airplane"/>
      </p:transition>
    </mc:Choice>
    <mc:Fallback xmlns:p14="http://schemas.microsoft.com/office/powerpoint/2010/main" xmlns:a16="http://schemas.microsoft.com/office/drawing/2014/main" xmlns="">
      <p:transition spd="slow" advTm="4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randombar(horizontal)">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41" presetClass="entr" presetSubtype="0" fill="hold" grpId="0" nodeType="clickEffect">
                                  <p:stCondLst>
                                    <p:cond delay="0"/>
                                  </p:stCondLst>
                                  <p:iterate type="lt">
                                    <p:tmPct val="10000"/>
                                  </p:iterate>
                                  <p:childTnLst>
                                    <p:set>
                                      <p:cBhvr>
                                        <p:cTn id="11" dur="1" fill="hold">
                                          <p:stCondLst>
                                            <p:cond delay="0"/>
                                          </p:stCondLst>
                                        </p:cTn>
                                        <p:tgtEl>
                                          <p:spTgt spid="16"/>
                                        </p:tgtEl>
                                        <p:attrNameLst>
                                          <p:attrName>style.visibility</p:attrName>
                                        </p:attrNameLst>
                                      </p:cBhvr>
                                      <p:to>
                                        <p:strVal val="visible"/>
                                      </p:to>
                                    </p:set>
                                    <p:anim calcmode="lin" valueType="num">
                                      <p:cBhvr>
                                        <p:cTn id="12"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16"/>
                                        </p:tgtEl>
                                        <p:attrNameLst>
                                          <p:attrName>ppt_y</p:attrName>
                                        </p:attrNameLst>
                                      </p:cBhvr>
                                      <p:tavLst>
                                        <p:tav tm="0">
                                          <p:val>
                                            <p:strVal val="#ppt_y"/>
                                          </p:val>
                                        </p:tav>
                                        <p:tav tm="100000">
                                          <p:val>
                                            <p:strVal val="#ppt_y"/>
                                          </p:val>
                                        </p:tav>
                                      </p:tavLst>
                                    </p:anim>
                                    <p:anim calcmode="lin" valueType="num">
                                      <p:cBhvr>
                                        <p:cTn id="14"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left)">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randombar(horizontal)">
                                      <p:cBhvr>
                                        <p:cTn id="2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2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3423744"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问题分析</a:t>
            </a:r>
          </a:p>
        </p:txBody>
      </p:sp>
      <p:sp>
        <p:nvSpPr>
          <p:cNvPr id="6" name="任意多边形 35">
            <a:extLst>
              <a:ext uri="{FF2B5EF4-FFF2-40B4-BE49-F238E27FC236}">
                <a16:creationId xmlns:a16="http://schemas.microsoft.com/office/drawing/2014/main" id="{0F3EB494-F236-4479-96A2-922146CA086A}"/>
              </a:ext>
            </a:extLst>
          </p:cNvPr>
          <p:cNvSpPr>
            <a:spLocks noChangeArrowheads="1"/>
          </p:cNvSpPr>
          <p:nvPr/>
        </p:nvSpPr>
        <p:spPr bwMode="auto">
          <a:xfrm>
            <a:off x="4563186" y="3352309"/>
            <a:ext cx="1491204" cy="1925264"/>
          </a:xfrm>
          <a:custGeom>
            <a:avLst/>
            <a:gdLst>
              <a:gd name="T0" fmla="*/ 901473 w 1352638"/>
              <a:gd name="T1" fmla="*/ 16 h 1747217"/>
              <a:gd name="T2" fmla="*/ 974192 w 1352638"/>
              <a:gd name="T3" fmla="*/ 31619 h 1747217"/>
              <a:gd name="T4" fmla="*/ 1352550 w 1352638"/>
              <a:gd name="T5" fmla="*/ 423231 h 1747217"/>
              <a:gd name="T6" fmla="*/ 948292 w 1352638"/>
              <a:gd name="T7" fmla="*/ 813428 h 1747217"/>
              <a:gd name="T8" fmla="*/ 945734 w 1352638"/>
              <a:gd name="T9" fmla="*/ 959852 h 1747217"/>
              <a:gd name="T10" fmla="*/ 1312064 w 1352638"/>
              <a:gd name="T11" fmla="*/ 1339012 h 1747217"/>
              <a:gd name="T12" fmla="*/ 920260 w 1352638"/>
              <a:gd name="T13" fmla="*/ 1717186 h 1747217"/>
              <a:gd name="T14" fmla="*/ 773764 w 1352638"/>
              <a:gd name="T15" fmla="*/ 1714631 h 1747217"/>
              <a:gd name="T16" fmla="*/ 29077 w 1352638"/>
              <a:gd name="T17" fmla="*/ 943861 h 1747217"/>
              <a:gd name="T18" fmla="*/ 15 w 1352638"/>
              <a:gd name="T19" fmla="*/ 870119 h 1747217"/>
              <a:gd name="T20" fmla="*/ 31634 w 1352638"/>
              <a:gd name="T21" fmla="*/ 797436 h 1747217"/>
              <a:gd name="T22" fmla="*/ 827695 w 1352638"/>
              <a:gd name="T23" fmla="*/ 29064 h 1747217"/>
              <a:gd name="T24" fmla="*/ 901473 w 1352638"/>
              <a:gd name="T25" fmla="*/ 16 h 17472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52638"/>
              <a:gd name="T40" fmla="*/ 0 h 1747217"/>
              <a:gd name="T41" fmla="*/ 1352638 w 1352638"/>
              <a:gd name="T42" fmla="*/ 1747217 h 174721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52638" h="1747217">
                <a:moveTo>
                  <a:pt x="901532" y="16"/>
                </a:moveTo>
                <a:cubicBezTo>
                  <a:pt x="928044" y="479"/>
                  <a:pt x="954380" y="11056"/>
                  <a:pt x="974255" y="31637"/>
                </a:cubicBezTo>
                <a:lnTo>
                  <a:pt x="1352638" y="423465"/>
                </a:lnTo>
                <a:lnTo>
                  <a:pt x="948354" y="813878"/>
                </a:lnTo>
                <a:cubicBezTo>
                  <a:pt x="907190" y="853629"/>
                  <a:pt x="906046" y="919221"/>
                  <a:pt x="945796" y="960384"/>
                </a:cubicBezTo>
                <a:lnTo>
                  <a:pt x="1312149" y="1339753"/>
                </a:lnTo>
                <a:lnTo>
                  <a:pt x="920320" y="1718137"/>
                </a:lnTo>
                <a:cubicBezTo>
                  <a:pt x="879157" y="1757888"/>
                  <a:pt x="813565" y="1756743"/>
                  <a:pt x="773814" y="1715580"/>
                </a:cubicBezTo>
                <a:lnTo>
                  <a:pt x="29079" y="944384"/>
                </a:lnTo>
                <a:cubicBezTo>
                  <a:pt x="9203" y="923802"/>
                  <a:pt x="-448" y="897114"/>
                  <a:pt x="15" y="870601"/>
                </a:cubicBezTo>
                <a:cubicBezTo>
                  <a:pt x="478" y="844089"/>
                  <a:pt x="11055" y="817753"/>
                  <a:pt x="31636" y="797878"/>
                </a:cubicBezTo>
                <a:lnTo>
                  <a:pt x="827749" y="29080"/>
                </a:lnTo>
                <a:cubicBezTo>
                  <a:pt x="848331" y="9205"/>
                  <a:pt x="875020" y="-446"/>
                  <a:pt x="901532" y="16"/>
                </a:cubicBezTo>
                <a:close/>
              </a:path>
            </a:pathLst>
          </a:custGeom>
          <a:solidFill>
            <a:srgbClr val="23A2E4"/>
          </a:solidFill>
          <a:ln>
            <a:noFill/>
          </a:ln>
        </p:spPr>
        <p:txBody>
          <a:bodyPr lIns="121500" tIns="0" rIns="0" bIns="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fontAlgn="auto">
              <a:spcBef>
                <a:spcPts val="0"/>
              </a:spcBef>
              <a:spcAft>
                <a:spcPts val="0"/>
              </a:spcAft>
              <a:defRPr/>
            </a:pPr>
            <a:endParaRPr lang="zh-CN" altLang="en-US" b="1" kern="0" dirty="0">
              <a:solidFill>
                <a:sysClr val="window" lastClr="FFFFFF"/>
              </a:solidFill>
              <a:latin typeface="微软雅黑" pitchFamily="34" charset="-122"/>
              <a:ea typeface="微软雅黑" pitchFamily="34" charset="-122"/>
            </a:endParaRPr>
          </a:p>
        </p:txBody>
      </p:sp>
      <p:sp>
        <p:nvSpPr>
          <p:cNvPr id="7" name="任意多边形 36">
            <a:extLst>
              <a:ext uri="{FF2B5EF4-FFF2-40B4-BE49-F238E27FC236}">
                <a16:creationId xmlns:a16="http://schemas.microsoft.com/office/drawing/2014/main" id="{7476EE12-447C-411B-AA50-B925B9C963F2}"/>
              </a:ext>
            </a:extLst>
          </p:cNvPr>
          <p:cNvSpPr>
            <a:spLocks noChangeArrowheads="1"/>
          </p:cNvSpPr>
          <p:nvPr/>
        </p:nvSpPr>
        <p:spPr bwMode="auto">
          <a:xfrm>
            <a:off x="4598189" y="2293418"/>
            <a:ext cx="1928763" cy="1482452"/>
          </a:xfrm>
          <a:custGeom>
            <a:avLst/>
            <a:gdLst>
              <a:gd name="T0" fmla="*/ 861672 w 1747878"/>
              <a:gd name="T1" fmla="*/ 0 h 1344614"/>
              <a:gd name="T2" fmla="*/ 934935 w 1747878"/>
              <a:gd name="T3" fmla="*/ 30347 h 1344614"/>
              <a:gd name="T4" fmla="*/ 1717492 w 1747878"/>
              <a:gd name="T5" fmla="*/ 812921 h 1344614"/>
              <a:gd name="T6" fmla="*/ 1717492 w 1747878"/>
              <a:gd name="T7" fmla="*/ 959449 h 1344614"/>
              <a:gd name="T8" fmla="*/ 1332337 w 1747878"/>
              <a:gd name="T9" fmla="*/ 1344613 h 1344614"/>
              <a:gd name="T10" fmla="*/ 934936 w 1747878"/>
              <a:gd name="T11" fmla="*/ 947204 h 1344614"/>
              <a:gd name="T12" fmla="*/ 788411 w 1747878"/>
              <a:gd name="T13" fmla="*/ 947204 h 1344614"/>
              <a:gd name="T14" fmla="*/ 415502 w 1747878"/>
              <a:gd name="T15" fmla="*/ 1320121 h 1344614"/>
              <a:gd name="T16" fmla="*/ 30346 w 1747878"/>
              <a:gd name="T17" fmla="*/ 934956 h 1344614"/>
              <a:gd name="T18" fmla="*/ 30346 w 1747878"/>
              <a:gd name="T19" fmla="*/ 788428 h 1344614"/>
              <a:gd name="T20" fmla="*/ 788410 w 1747878"/>
              <a:gd name="T21" fmla="*/ 30347 h 1344614"/>
              <a:gd name="T22" fmla="*/ 861672 w 1747878"/>
              <a:gd name="T23" fmla="*/ 0 h 13446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47878"/>
              <a:gd name="T37" fmla="*/ 0 h 1344614"/>
              <a:gd name="T38" fmla="*/ 1747878 w 1747878"/>
              <a:gd name="T39" fmla="*/ 1344614 h 134461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47878" h="1344614">
                <a:moveTo>
                  <a:pt x="861692" y="0"/>
                </a:moveTo>
                <a:cubicBezTo>
                  <a:pt x="888209" y="0"/>
                  <a:pt x="914725" y="10116"/>
                  <a:pt x="934956" y="30347"/>
                </a:cubicBezTo>
                <a:lnTo>
                  <a:pt x="1717531" y="812922"/>
                </a:lnTo>
                <a:cubicBezTo>
                  <a:pt x="1757994" y="853385"/>
                  <a:pt x="1757994" y="918988"/>
                  <a:pt x="1717531" y="959450"/>
                </a:cubicBezTo>
                <a:lnTo>
                  <a:pt x="1332367" y="1344614"/>
                </a:lnTo>
                <a:lnTo>
                  <a:pt x="934957" y="947205"/>
                </a:lnTo>
                <a:cubicBezTo>
                  <a:pt x="894494" y="906741"/>
                  <a:pt x="828892" y="906742"/>
                  <a:pt x="788429" y="947205"/>
                </a:cubicBezTo>
                <a:lnTo>
                  <a:pt x="415512" y="1320122"/>
                </a:lnTo>
                <a:lnTo>
                  <a:pt x="30347" y="934957"/>
                </a:lnTo>
                <a:cubicBezTo>
                  <a:pt x="-10116" y="894494"/>
                  <a:pt x="-10116" y="828891"/>
                  <a:pt x="30347" y="788429"/>
                </a:cubicBezTo>
                <a:lnTo>
                  <a:pt x="788428" y="30347"/>
                </a:lnTo>
                <a:cubicBezTo>
                  <a:pt x="808660" y="10115"/>
                  <a:pt x="835176" y="0"/>
                  <a:pt x="861692" y="0"/>
                </a:cubicBezTo>
                <a:close/>
              </a:path>
            </a:pathLst>
          </a:custGeom>
          <a:solidFill>
            <a:srgbClr val="044BC9"/>
          </a:solidFill>
          <a:ln>
            <a:noFill/>
          </a:ln>
        </p:spPr>
        <p:txBody>
          <a:bodyPr lIns="0" tIns="0" rIns="0" bIns="12150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fontAlgn="auto">
              <a:spcBef>
                <a:spcPts val="0"/>
              </a:spcBef>
              <a:spcAft>
                <a:spcPts val="0"/>
              </a:spcAft>
              <a:defRPr/>
            </a:pPr>
            <a:endParaRPr lang="zh-CN" altLang="en-US" b="1" kern="0" dirty="0">
              <a:solidFill>
                <a:sysClr val="window" lastClr="FFFFFF"/>
              </a:solidFill>
              <a:latin typeface="微软雅黑" pitchFamily="34" charset="-122"/>
              <a:ea typeface="微软雅黑" pitchFamily="34" charset="-122"/>
            </a:endParaRPr>
          </a:p>
        </p:txBody>
      </p:sp>
      <p:sp>
        <p:nvSpPr>
          <p:cNvPr id="8" name="任意多边形 37">
            <a:extLst>
              <a:ext uri="{FF2B5EF4-FFF2-40B4-BE49-F238E27FC236}">
                <a16:creationId xmlns:a16="http://schemas.microsoft.com/office/drawing/2014/main" id="{4BE80EB1-02A7-4FBE-B84F-A1F1C10B5CFB}"/>
              </a:ext>
            </a:extLst>
          </p:cNvPr>
          <p:cNvSpPr>
            <a:spLocks noChangeArrowheads="1"/>
          </p:cNvSpPr>
          <p:nvPr/>
        </p:nvSpPr>
        <p:spPr bwMode="auto">
          <a:xfrm>
            <a:off x="6103396" y="2328422"/>
            <a:ext cx="1491204" cy="1927013"/>
          </a:xfrm>
          <a:custGeom>
            <a:avLst/>
            <a:gdLst>
              <a:gd name="T0" fmla="*/ 506068 w 1352638"/>
              <a:gd name="T1" fmla="*/ 15 h 1747216"/>
              <a:gd name="T2" fmla="*/ 578786 w 1352638"/>
              <a:gd name="T3" fmla="*/ 31647 h 1747216"/>
              <a:gd name="T4" fmla="*/ 1323474 w 1352638"/>
              <a:gd name="T5" fmla="*/ 803119 h 1747216"/>
              <a:gd name="T6" fmla="*/ 1352535 w 1352638"/>
              <a:gd name="T7" fmla="*/ 876927 h 1747216"/>
              <a:gd name="T8" fmla="*/ 1320917 w 1352638"/>
              <a:gd name="T9" fmla="*/ 949676 h 1747216"/>
              <a:gd name="T10" fmla="*/ 524855 w 1352638"/>
              <a:gd name="T11" fmla="*/ 1718748 h 1747216"/>
              <a:gd name="T12" fmla="*/ 378358 w 1352638"/>
              <a:gd name="T13" fmla="*/ 1716190 h 1747216"/>
              <a:gd name="T14" fmla="*/ 0 w 1352638"/>
              <a:gd name="T15" fmla="*/ 1324223 h 1747216"/>
              <a:gd name="T16" fmla="*/ 404259 w 1352638"/>
              <a:gd name="T17" fmla="*/ 933670 h 1747216"/>
              <a:gd name="T18" fmla="*/ 406816 w 1352638"/>
              <a:gd name="T19" fmla="*/ 787113 h 1747216"/>
              <a:gd name="T20" fmla="*/ 40487 w 1352638"/>
              <a:gd name="T21" fmla="*/ 407608 h 1747216"/>
              <a:gd name="T22" fmla="*/ 432290 w 1352638"/>
              <a:gd name="T23" fmla="*/ 29089 h 1747216"/>
              <a:gd name="T24" fmla="*/ 506068 w 1352638"/>
              <a:gd name="T25" fmla="*/ 15 h 1747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52638"/>
              <a:gd name="T40" fmla="*/ 0 h 1747216"/>
              <a:gd name="T41" fmla="*/ 1352638 w 1352638"/>
              <a:gd name="T42" fmla="*/ 1747216 h 174721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52638" h="1747216">
                <a:moveTo>
                  <a:pt x="506101" y="15"/>
                </a:moveTo>
                <a:cubicBezTo>
                  <a:pt x="532613" y="478"/>
                  <a:pt x="558949" y="11055"/>
                  <a:pt x="578824" y="31636"/>
                </a:cubicBezTo>
                <a:lnTo>
                  <a:pt x="1323560" y="802833"/>
                </a:lnTo>
                <a:cubicBezTo>
                  <a:pt x="1343435" y="823414"/>
                  <a:pt x="1353086" y="850103"/>
                  <a:pt x="1352623" y="876615"/>
                </a:cubicBezTo>
                <a:cubicBezTo>
                  <a:pt x="1352161" y="903128"/>
                  <a:pt x="1341584" y="929463"/>
                  <a:pt x="1321003" y="949338"/>
                </a:cubicBezTo>
                <a:lnTo>
                  <a:pt x="524889" y="1718136"/>
                </a:lnTo>
                <a:cubicBezTo>
                  <a:pt x="483726" y="1757887"/>
                  <a:pt x="418134" y="1756742"/>
                  <a:pt x="378383" y="1715579"/>
                </a:cubicBezTo>
                <a:lnTo>
                  <a:pt x="0" y="1323752"/>
                </a:lnTo>
                <a:lnTo>
                  <a:pt x="404285" y="933338"/>
                </a:lnTo>
                <a:cubicBezTo>
                  <a:pt x="445448" y="893587"/>
                  <a:pt x="446593" y="827995"/>
                  <a:pt x="406842" y="786833"/>
                </a:cubicBezTo>
                <a:lnTo>
                  <a:pt x="40490" y="407463"/>
                </a:lnTo>
                <a:lnTo>
                  <a:pt x="432318" y="29079"/>
                </a:lnTo>
                <a:cubicBezTo>
                  <a:pt x="452900" y="9204"/>
                  <a:pt x="479589" y="-448"/>
                  <a:pt x="506101" y="15"/>
                </a:cubicBezTo>
                <a:close/>
              </a:path>
            </a:pathLst>
          </a:custGeom>
          <a:solidFill>
            <a:srgbClr val="23A2E4"/>
          </a:solidFill>
          <a:ln>
            <a:noFill/>
          </a:ln>
        </p:spPr>
        <p:txBody>
          <a:bodyPr lIns="0" tIns="0" rIns="121500" bIns="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r" fontAlgn="auto">
              <a:spcBef>
                <a:spcPts val="0"/>
              </a:spcBef>
              <a:spcAft>
                <a:spcPts val="0"/>
              </a:spcAft>
              <a:defRPr/>
            </a:pPr>
            <a:endParaRPr lang="zh-CN" altLang="en-US" b="1" kern="0" dirty="0">
              <a:solidFill>
                <a:sysClr val="window" lastClr="FFFFFF"/>
              </a:solidFill>
              <a:latin typeface="微软雅黑" pitchFamily="34" charset="-122"/>
              <a:ea typeface="微软雅黑" pitchFamily="34" charset="-122"/>
            </a:endParaRPr>
          </a:p>
        </p:txBody>
      </p:sp>
      <p:sp>
        <p:nvSpPr>
          <p:cNvPr id="9" name="任意多边形 38">
            <a:extLst>
              <a:ext uri="{FF2B5EF4-FFF2-40B4-BE49-F238E27FC236}">
                <a16:creationId xmlns:a16="http://schemas.microsoft.com/office/drawing/2014/main" id="{78180795-63F7-4762-9E6C-9AA420F54818}"/>
              </a:ext>
            </a:extLst>
          </p:cNvPr>
          <p:cNvSpPr>
            <a:spLocks noChangeArrowheads="1"/>
          </p:cNvSpPr>
          <p:nvPr/>
        </p:nvSpPr>
        <p:spPr bwMode="auto">
          <a:xfrm>
            <a:off x="5623829" y="3835378"/>
            <a:ext cx="1928763" cy="1491204"/>
          </a:xfrm>
          <a:custGeom>
            <a:avLst/>
            <a:gdLst>
              <a:gd name="T0" fmla="*/ 423615 w 1747216"/>
              <a:gd name="T1" fmla="*/ 0 h 1352638"/>
              <a:gd name="T2" fmla="*/ 814167 w 1747216"/>
              <a:gd name="T3" fmla="*/ 404259 h 1352638"/>
              <a:gd name="T4" fmla="*/ 960725 w 1747216"/>
              <a:gd name="T5" fmla="*/ 406816 h 1352638"/>
              <a:gd name="T6" fmla="*/ 1340229 w 1747216"/>
              <a:gd name="T7" fmla="*/ 40487 h 1352638"/>
              <a:gd name="T8" fmla="*/ 1718748 w 1747216"/>
              <a:gd name="T9" fmla="*/ 432290 h 1352638"/>
              <a:gd name="T10" fmla="*/ 1716190 w 1747216"/>
              <a:gd name="T11" fmla="*/ 578786 h 1352638"/>
              <a:gd name="T12" fmla="*/ 944719 w 1747216"/>
              <a:gd name="T13" fmla="*/ 1323474 h 1352638"/>
              <a:gd name="T14" fmla="*/ 870910 w 1747216"/>
              <a:gd name="T15" fmla="*/ 1352535 h 1352638"/>
              <a:gd name="T16" fmla="*/ 798161 w 1747216"/>
              <a:gd name="T17" fmla="*/ 1320917 h 1352638"/>
              <a:gd name="T18" fmla="*/ 29089 w 1747216"/>
              <a:gd name="T19" fmla="*/ 524855 h 1352638"/>
              <a:gd name="T20" fmla="*/ 31647 w 1747216"/>
              <a:gd name="T21" fmla="*/ 378358 h 135263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7216"/>
              <a:gd name="T34" fmla="*/ 0 h 1352638"/>
              <a:gd name="T35" fmla="*/ 1747216 w 1747216"/>
              <a:gd name="T36" fmla="*/ 1352638 h 135263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7216" h="1352638">
                <a:moveTo>
                  <a:pt x="423464" y="0"/>
                </a:moveTo>
                <a:lnTo>
                  <a:pt x="813877" y="404285"/>
                </a:lnTo>
                <a:cubicBezTo>
                  <a:pt x="853628" y="445448"/>
                  <a:pt x="919220" y="446592"/>
                  <a:pt x="960383" y="406842"/>
                </a:cubicBezTo>
                <a:lnTo>
                  <a:pt x="1339752" y="40490"/>
                </a:lnTo>
                <a:lnTo>
                  <a:pt x="1718136" y="432318"/>
                </a:lnTo>
                <a:cubicBezTo>
                  <a:pt x="1757887" y="473481"/>
                  <a:pt x="1756742" y="539074"/>
                  <a:pt x="1715579" y="578824"/>
                </a:cubicBezTo>
                <a:lnTo>
                  <a:pt x="944383" y="1323560"/>
                </a:lnTo>
                <a:cubicBezTo>
                  <a:pt x="923801" y="1343435"/>
                  <a:pt x="897113" y="1353086"/>
                  <a:pt x="870600" y="1352623"/>
                </a:cubicBezTo>
                <a:cubicBezTo>
                  <a:pt x="844088" y="1352161"/>
                  <a:pt x="817752" y="1341584"/>
                  <a:pt x="797877" y="1321003"/>
                </a:cubicBezTo>
                <a:lnTo>
                  <a:pt x="29079" y="524889"/>
                </a:lnTo>
                <a:cubicBezTo>
                  <a:pt x="-10671" y="483726"/>
                  <a:pt x="-9526" y="418134"/>
                  <a:pt x="31636" y="378383"/>
                </a:cubicBezTo>
                <a:lnTo>
                  <a:pt x="423464" y="0"/>
                </a:lnTo>
                <a:close/>
              </a:path>
            </a:pathLst>
          </a:custGeom>
          <a:solidFill>
            <a:srgbClr val="044BC9"/>
          </a:solidFill>
          <a:ln>
            <a:noFill/>
          </a:ln>
        </p:spPr>
        <p:txBody>
          <a:bodyPr lIns="0" tIns="121500" rIns="0" bIns="0" anchor="ct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fontAlgn="auto">
              <a:spcBef>
                <a:spcPts val="0"/>
              </a:spcBef>
              <a:spcAft>
                <a:spcPts val="0"/>
              </a:spcAft>
              <a:defRPr/>
            </a:pPr>
            <a:endParaRPr lang="zh-CN" altLang="en-US" b="1" kern="0" dirty="0">
              <a:solidFill>
                <a:sysClr val="window" lastClr="FFFFFF"/>
              </a:solidFill>
              <a:latin typeface="微软雅黑" pitchFamily="34" charset="-122"/>
              <a:ea typeface="微软雅黑" pitchFamily="34" charset="-122"/>
            </a:endParaRPr>
          </a:p>
        </p:txBody>
      </p:sp>
      <p:sp>
        <p:nvSpPr>
          <p:cNvPr id="10" name="TextBox 12"/>
          <p:cNvSpPr txBox="1"/>
          <p:nvPr/>
        </p:nvSpPr>
        <p:spPr bwMode="auto">
          <a:xfrm>
            <a:off x="4758634" y="2920236"/>
            <a:ext cx="1100308" cy="499817"/>
          </a:xfrm>
          <a:prstGeom prst="rect">
            <a:avLst/>
          </a:prstGeom>
          <a:noFill/>
        </p:spPr>
        <p:txBody>
          <a:bodyPr wrap="square" rtlCol="0">
            <a:spAutoFit/>
          </a:bodyPr>
          <a:lstStyle>
            <a:defPPr>
              <a:defRPr lang="zh-CN"/>
            </a:defPPr>
            <a:lvl1pPr indent="0">
              <a:lnSpc>
                <a:spcPct val="150000"/>
              </a:lnSpc>
              <a:buFont typeface="Arial" panose="020B0604020202020204" pitchFamily="34" charset="0"/>
              <a:buNone/>
              <a:defRPr sz="2000">
                <a:latin typeface="思源黑体 Light" panose="020B0300000000000000" pitchFamily="34" charset="-122"/>
                <a:ea typeface="思源黑体 Light" panose="020B0300000000000000" pitchFamily="34" charset="-122"/>
              </a:defRPr>
            </a:lvl1pPr>
          </a:lstStyle>
          <a:p>
            <a:r>
              <a:rPr lang="zh-CN" altLang="en-US" b="1" dirty="0">
                <a:solidFill>
                  <a:schemeClr val="bg1"/>
                </a:solidFill>
                <a:sym typeface="+mn-ea"/>
              </a:rPr>
              <a:t>标题</a:t>
            </a:r>
            <a:endParaRPr lang="en-US" altLang="zh-CN" b="1" dirty="0">
              <a:solidFill>
                <a:schemeClr val="bg1"/>
              </a:solidFill>
              <a:sym typeface="+mn-ea"/>
            </a:endParaRPr>
          </a:p>
        </p:txBody>
      </p:sp>
      <p:sp>
        <p:nvSpPr>
          <p:cNvPr id="11" name="TextBox 12"/>
          <p:cNvSpPr txBox="1"/>
          <p:nvPr/>
        </p:nvSpPr>
        <p:spPr bwMode="auto">
          <a:xfrm>
            <a:off x="4758634" y="4046871"/>
            <a:ext cx="1100308" cy="499817"/>
          </a:xfrm>
          <a:prstGeom prst="rect">
            <a:avLst/>
          </a:prstGeom>
          <a:noFill/>
        </p:spPr>
        <p:txBody>
          <a:bodyPr wrap="square" rtlCol="0">
            <a:spAutoFit/>
          </a:bodyPr>
          <a:lstStyle>
            <a:defPPr>
              <a:defRPr lang="zh-CN"/>
            </a:defPPr>
            <a:lvl1pPr indent="0">
              <a:lnSpc>
                <a:spcPct val="150000"/>
              </a:lnSpc>
              <a:buFont typeface="Arial" panose="020B0604020202020204" pitchFamily="34" charset="0"/>
              <a:buNone/>
              <a:defRPr sz="2000">
                <a:latin typeface="思源黑体 Light" panose="020B0300000000000000" pitchFamily="34" charset="-122"/>
                <a:ea typeface="思源黑体 Light" panose="020B0300000000000000" pitchFamily="34" charset="-122"/>
              </a:defRPr>
            </a:lvl1pPr>
          </a:lstStyle>
          <a:p>
            <a:r>
              <a:rPr lang="zh-CN" altLang="en-US" b="1" dirty="0">
                <a:solidFill>
                  <a:schemeClr val="bg1"/>
                </a:solidFill>
                <a:sym typeface="+mn-ea"/>
              </a:rPr>
              <a:t>标题</a:t>
            </a:r>
            <a:endParaRPr lang="en-US" altLang="zh-CN" b="1" dirty="0">
              <a:solidFill>
                <a:schemeClr val="bg1"/>
              </a:solidFill>
              <a:sym typeface="+mn-ea"/>
            </a:endParaRPr>
          </a:p>
        </p:txBody>
      </p:sp>
      <p:sp>
        <p:nvSpPr>
          <p:cNvPr id="15" name="TextBox 12"/>
          <p:cNvSpPr txBox="1"/>
          <p:nvPr/>
        </p:nvSpPr>
        <p:spPr bwMode="auto">
          <a:xfrm>
            <a:off x="6380818" y="4084971"/>
            <a:ext cx="1100308" cy="499817"/>
          </a:xfrm>
          <a:prstGeom prst="rect">
            <a:avLst/>
          </a:prstGeom>
          <a:noFill/>
        </p:spPr>
        <p:txBody>
          <a:bodyPr wrap="square" rtlCol="0">
            <a:spAutoFit/>
          </a:bodyPr>
          <a:lstStyle>
            <a:defPPr>
              <a:defRPr lang="zh-CN"/>
            </a:defPPr>
            <a:lvl1pPr indent="0">
              <a:lnSpc>
                <a:spcPct val="150000"/>
              </a:lnSpc>
              <a:buFont typeface="Arial" panose="020B0604020202020204" pitchFamily="34" charset="0"/>
              <a:buNone/>
              <a:defRPr sz="2000">
                <a:latin typeface="思源黑体 Light" panose="020B0300000000000000" pitchFamily="34" charset="-122"/>
                <a:ea typeface="思源黑体 Light" panose="020B0300000000000000" pitchFamily="34" charset="-122"/>
              </a:defRPr>
            </a:lvl1pPr>
          </a:lstStyle>
          <a:p>
            <a:pPr algn="r"/>
            <a:r>
              <a:rPr lang="zh-CN" altLang="en-US" b="1" dirty="0">
                <a:solidFill>
                  <a:schemeClr val="bg1"/>
                </a:solidFill>
                <a:sym typeface="+mn-ea"/>
              </a:rPr>
              <a:t>标题</a:t>
            </a:r>
            <a:endParaRPr lang="en-US" altLang="zh-CN" b="1" dirty="0">
              <a:solidFill>
                <a:schemeClr val="bg1"/>
              </a:solidFill>
              <a:sym typeface="+mn-ea"/>
            </a:endParaRPr>
          </a:p>
        </p:txBody>
      </p:sp>
      <p:sp>
        <p:nvSpPr>
          <p:cNvPr id="16" name="TextBox 12"/>
          <p:cNvSpPr txBox="1"/>
          <p:nvPr/>
        </p:nvSpPr>
        <p:spPr bwMode="auto">
          <a:xfrm>
            <a:off x="6380818" y="3017515"/>
            <a:ext cx="1100308" cy="499817"/>
          </a:xfrm>
          <a:prstGeom prst="rect">
            <a:avLst/>
          </a:prstGeom>
          <a:noFill/>
        </p:spPr>
        <p:txBody>
          <a:bodyPr wrap="square" rtlCol="0">
            <a:spAutoFit/>
          </a:bodyPr>
          <a:lstStyle>
            <a:defPPr>
              <a:defRPr lang="zh-CN"/>
            </a:defPPr>
            <a:lvl1pPr indent="0">
              <a:lnSpc>
                <a:spcPct val="150000"/>
              </a:lnSpc>
              <a:buFont typeface="Arial" panose="020B0604020202020204" pitchFamily="34" charset="0"/>
              <a:buNone/>
              <a:defRPr sz="2000">
                <a:latin typeface="思源黑体 Light" panose="020B0300000000000000" pitchFamily="34" charset="-122"/>
                <a:ea typeface="思源黑体 Light" panose="020B0300000000000000" pitchFamily="34" charset="-122"/>
              </a:defRPr>
            </a:lvl1pPr>
          </a:lstStyle>
          <a:p>
            <a:pPr algn="r"/>
            <a:r>
              <a:rPr lang="zh-CN" altLang="en-US" b="1" dirty="0">
                <a:solidFill>
                  <a:schemeClr val="bg1"/>
                </a:solidFill>
                <a:sym typeface="+mn-ea"/>
              </a:rPr>
              <a:t>标题</a:t>
            </a:r>
            <a:endParaRPr lang="en-US" altLang="zh-CN" b="1" dirty="0">
              <a:solidFill>
                <a:schemeClr val="bg1"/>
              </a:solidFill>
              <a:sym typeface="+mn-ea"/>
            </a:endParaRPr>
          </a:p>
        </p:txBody>
      </p:sp>
      <p:sp>
        <p:nvSpPr>
          <p:cNvPr id="22" name="Content Placeholder 2"/>
          <p:cNvSpPr txBox="1">
            <a:spLocks/>
          </p:cNvSpPr>
          <p:nvPr/>
        </p:nvSpPr>
        <p:spPr>
          <a:xfrm>
            <a:off x="7758548" y="2417350"/>
            <a:ext cx="3099952"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a:t>
            </a:r>
          </a:p>
        </p:txBody>
      </p:sp>
      <p:sp>
        <p:nvSpPr>
          <p:cNvPr id="23" name="Content Placeholder 2"/>
          <p:cNvSpPr txBox="1">
            <a:spLocks/>
          </p:cNvSpPr>
          <p:nvPr/>
        </p:nvSpPr>
        <p:spPr>
          <a:xfrm>
            <a:off x="7758548" y="4084971"/>
            <a:ext cx="3099952"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a:t>
            </a:r>
          </a:p>
        </p:txBody>
      </p:sp>
      <p:sp>
        <p:nvSpPr>
          <p:cNvPr id="24" name="Content Placeholder 2"/>
          <p:cNvSpPr txBox="1">
            <a:spLocks/>
          </p:cNvSpPr>
          <p:nvPr/>
        </p:nvSpPr>
        <p:spPr>
          <a:xfrm>
            <a:off x="1136806" y="2417350"/>
            <a:ext cx="3099952"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a:t>
            </a:r>
          </a:p>
        </p:txBody>
      </p:sp>
      <p:sp>
        <p:nvSpPr>
          <p:cNvPr id="25" name="Content Placeholder 2"/>
          <p:cNvSpPr txBox="1">
            <a:spLocks/>
          </p:cNvSpPr>
          <p:nvPr/>
        </p:nvSpPr>
        <p:spPr>
          <a:xfrm>
            <a:off x="1136806" y="4084971"/>
            <a:ext cx="3099952"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a:t>
            </a:r>
          </a:p>
        </p:txBody>
      </p:sp>
    </p:spTree>
    <p:extLst>
      <p:ext uri="{BB962C8B-B14F-4D97-AF65-F5344CB8AC3E}">
        <p14:creationId xmlns:p14="http://schemas.microsoft.com/office/powerpoint/2010/main" val="3633473448"/>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50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p:bldP spid="11" grpId="0"/>
      <p:bldP spid="15" grpId="0"/>
      <p:bldP spid="16" grpId="0"/>
      <p:bldP spid="22" grpId="0"/>
      <p:bldP spid="23" grpId="0"/>
      <p:bldP spid="24" grpId="0"/>
      <p:bldP spid="2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3423744"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问题分析</a:t>
            </a:r>
          </a:p>
        </p:txBody>
      </p:sp>
      <p:sp>
        <p:nvSpPr>
          <p:cNvPr id="7" name="ïşḷîďê">
            <a:extLst>
              <a:ext uri="{FF2B5EF4-FFF2-40B4-BE49-F238E27FC236}">
                <a16:creationId xmlns:a16="http://schemas.microsoft.com/office/drawing/2014/main" id="{3B80B24C-F0BE-4EF7-B4E6-84384AAA6926}"/>
              </a:ext>
            </a:extLst>
          </p:cNvPr>
          <p:cNvSpPr/>
          <p:nvPr/>
        </p:nvSpPr>
        <p:spPr bwMode="auto">
          <a:xfrm>
            <a:off x="885715" y="3381930"/>
            <a:ext cx="700875" cy="460718"/>
          </a:xfrm>
          <a:custGeom>
            <a:avLst/>
            <a:gdLst>
              <a:gd name="connsiteX0" fmla="*/ 20293 w 607639"/>
              <a:gd name="connsiteY0" fmla="*/ 364067 h 414642"/>
              <a:gd name="connsiteX1" fmla="*/ 20293 w 607639"/>
              <a:gd name="connsiteY1" fmla="*/ 384244 h 414642"/>
              <a:gd name="connsiteX2" fmla="*/ 30351 w 607639"/>
              <a:gd name="connsiteY2" fmla="*/ 394377 h 414642"/>
              <a:gd name="connsiteX3" fmla="*/ 577199 w 607639"/>
              <a:gd name="connsiteY3" fmla="*/ 394377 h 414642"/>
              <a:gd name="connsiteX4" fmla="*/ 587346 w 607639"/>
              <a:gd name="connsiteY4" fmla="*/ 384244 h 414642"/>
              <a:gd name="connsiteX5" fmla="*/ 587346 w 607639"/>
              <a:gd name="connsiteY5" fmla="*/ 364067 h 414642"/>
              <a:gd name="connsiteX6" fmla="*/ 556995 w 607639"/>
              <a:gd name="connsiteY6" fmla="*/ 364067 h 414642"/>
              <a:gd name="connsiteX7" fmla="*/ 394916 w 607639"/>
              <a:gd name="connsiteY7" fmla="*/ 364067 h 414642"/>
              <a:gd name="connsiteX8" fmla="*/ 394916 w 607639"/>
              <a:gd name="connsiteY8" fmla="*/ 374200 h 414642"/>
              <a:gd name="connsiteX9" fmla="*/ 384859 w 607639"/>
              <a:gd name="connsiteY9" fmla="*/ 384244 h 414642"/>
              <a:gd name="connsiteX10" fmla="*/ 222780 w 607639"/>
              <a:gd name="connsiteY10" fmla="*/ 384244 h 414642"/>
              <a:gd name="connsiteX11" fmla="*/ 212634 w 607639"/>
              <a:gd name="connsiteY11" fmla="*/ 374200 h 414642"/>
              <a:gd name="connsiteX12" fmla="*/ 212634 w 607639"/>
              <a:gd name="connsiteY12" fmla="*/ 364067 h 414642"/>
              <a:gd name="connsiteX13" fmla="*/ 50644 w 607639"/>
              <a:gd name="connsiteY13" fmla="*/ 364067 h 414642"/>
              <a:gd name="connsiteX14" fmla="*/ 141754 w 607639"/>
              <a:gd name="connsiteY14" fmla="*/ 232583 h 414642"/>
              <a:gd name="connsiteX15" fmla="*/ 161961 w 607639"/>
              <a:gd name="connsiteY15" fmla="*/ 232583 h 414642"/>
              <a:gd name="connsiteX16" fmla="*/ 172110 w 607639"/>
              <a:gd name="connsiteY16" fmla="*/ 242719 h 414642"/>
              <a:gd name="connsiteX17" fmla="*/ 161961 w 607639"/>
              <a:gd name="connsiteY17" fmla="*/ 252765 h 414642"/>
              <a:gd name="connsiteX18" fmla="*/ 141754 w 607639"/>
              <a:gd name="connsiteY18" fmla="*/ 252765 h 414642"/>
              <a:gd name="connsiteX19" fmla="*/ 131605 w 607639"/>
              <a:gd name="connsiteY19" fmla="*/ 242719 h 414642"/>
              <a:gd name="connsiteX20" fmla="*/ 141754 w 607639"/>
              <a:gd name="connsiteY20" fmla="*/ 232583 h 414642"/>
              <a:gd name="connsiteX21" fmla="*/ 141758 w 607639"/>
              <a:gd name="connsiteY21" fmla="*/ 192149 h 414642"/>
              <a:gd name="connsiteX22" fmla="*/ 182279 w 607639"/>
              <a:gd name="connsiteY22" fmla="*/ 192149 h 414642"/>
              <a:gd name="connsiteX23" fmla="*/ 192432 w 607639"/>
              <a:gd name="connsiteY23" fmla="*/ 202196 h 414642"/>
              <a:gd name="connsiteX24" fmla="*/ 182279 w 607639"/>
              <a:gd name="connsiteY24" fmla="*/ 212331 h 414642"/>
              <a:gd name="connsiteX25" fmla="*/ 141758 w 607639"/>
              <a:gd name="connsiteY25" fmla="*/ 212331 h 414642"/>
              <a:gd name="connsiteX26" fmla="*/ 131605 w 607639"/>
              <a:gd name="connsiteY26" fmla="*/ 202196 h 414642"/>
              <a:gd name="connsiteX27" fmla="*/ 141758 w 607639"/>
              <a:gd name="connsiteY27" fmla="*/ 192149 h 414642"/>
              <a:gd name="connsiteX28" fmla="*/ 141754 w 607639"/>
              <a:gd name="connsiteY28" fmla="*/ 151716 h 414642"/>
              <a:gd name="connsiteX29" fmla="*/ 161961 w 607639"/>
              <a:gd name="connsiteY29" fmla="*/ 151716 h 414642"/>
              <a:gd name="connsiteX30" fmla="*/ 172110 w 607639"/>
              <a:gd name="connsiteY30" fmla="*/ 161763 h 414642"/>
              <a:gd name="connsiteX31" fmla="*/ 161961 w 607639"/>
              <a:gd name="connsiteY31" fmla="*/ 171898 h 414642"/>
              <a:gd name="connsiteX32" fmla="*/ 141754 w 607639"/>
              <a:gd name="connsiteY32" fmla="*/ 171898 h 414642"/>
              <a:gd name="connsiteX33" fmla="*/ 131605 w 607639"/>
              <a:gd name="connsiteY33" fmla="*/ 161763 h 414642"/>
              <a:gd name="connsiteX34" fmla="*/ 141754 w 607639"/>
              <a:gd name="connsiteY34" fmla="*/ 151716 h 414642"/>
              <a:gd name="connsiteX35" fmla="*/ 141758 w 607639"/>
              <a:gd name="connsiteY35" fmla="*/ 111211 h 414642"/>
              <a:gd name="connsiteX36" fmla="*/ 182279 w 607639"/>
              <a:gd name="connsiteY36" fmla="*/ 111211 h 414642"/>
              <a:gd name="connsiteX37" fmla="*/ 192432 w 607639"/>
              <a:gd name="connsiteY37" fmla="*/ 121337 h 414642"/>
              <a:gd name="connsiteX38" fmla="*/ 182279 w 607639"/>
              <a:gd name="connsiteY38" fmla="*/ 131463 h 414642"/>
              <a:gd name="connsiteX39" fmla="*/ 141758 w 607639"/>
              <a:gd name="connsiteY39" fmla="*/ 131463 h 414642"/>
              <a:gd name="connsiteX40" fmla="*/ 131605 w 607639"/>
              <a:gd name="connsiteY40" fmla="*/ 121337 h 414642"/>
              <a:gd name="connsiteX41" fmla="*/ 141758 w 607639"/>
              <a:gd name="connsiteY41" fmla="*/ 111211 h 414642"/>
              <a:gd name="connsiteX42" fmla="*/ 425367 w 607639"/>
              <a:gd name="connsiteY42" fmla="*/ 101191 h 414642"/>
              <a:gd name="connsiteX43" fmla="*/ 496228 w 607639"/>
              <a:gd name="connsiteY43" fmla="*/ 101191 h 414642"/>
              <a:gd name="connsiteX44" fmla="*/ 506377 w 607639"/>
              <a:gd name="connsiteY44" fmla="*/ 111231 h 414642"/>
              <a:gd name="connsiteX45" fmla="*/ 506377 w 607639"/>
              <a:gd name="connsiteY45" fmla="*/ 182042 h 414642"/>
              <a:gd name="connsiteX46" fmla="*/ 496228 w 607639"/>
              <a:gd name="connsiteY46" fmla="*/ 192171 h 414642"/>
              <a:gd name="connsiteX47" fmla="*/ 486080 w 607639"/>
              <a:gd name="connsiteY47" fmla="*/ 182042 h 414642"/>
              <a:gd name="connsiteX48" fmla="*/ 486080 w 607639"/>
              <a:gd name="connsiteY48" fmla="*/ 135575 h 414642"/>
              <a:gd name="connsiteX49" fmla="*/ 402043 w 607639"/>
              <a:gd name="connsiteY49" fmla="*/ 219447 h 414642"/>
              <a:gd name="connsiteX50" fmla="*/ 394921 w 607639"/>
              <a:gd name="connsiteY50" fmla="*/ 222468 h 414642"/>
              <a:gd name="connsiteX51" fmla="*/ 387889 w 607639"/>
              <a:gd name="connsiteY51" fmla="*/ 219447 h 414642"/>
              <a:gd name="connsiteX52" fmla="*/ 344268 w 607639"/>
              <a:gd name="connsiteY52" fmla="*/ 176001 h 414642"/>
              <a:gd name="connsiteX53" fmla="*/ 270380 w 607639"/>
              <a:gd name="connsiteY53" fmla="*/ 249744 h 414642"/>
              <a:gd name="connsiteX54" fmla="*/ 263258 w 607639"/>
              <a:gd name="connsiteY54" fmla="*/ 252765 h 414642"/>
              <a:gd name="connsiteX55" fmla="*/ 256225 w 607639"/>
              <a:gd name="connsiteY55" fmla="*/ 249744 h 414642"/>
              <a:gd name="connsiteX56" fmla="*/ 256225 w 607639"/>
              <a:gd name="connsiteY56" fmla="*/ 235617 h 414642"/>
              <a:gd name="connsiteX57" fmla="*/ 337235 w 607639"/>
              <a:gd name="connsiteY57" fmla="*/ 154766 h 414642"/>
              <a:gd name="connsiteX58" fmla="*/ 338837 w 607639"/>
              <a:gd name="connsiteY58" fmla="*/ 153433 h 414642"/>
              <a:gd name="connsiteX59" fmla="*/ 340618 w 607639"/>
              <a:gd name="connsiteY59" fmla="*/ 152456 h 414642"/>
              <a:gd name="connsiteX60" fmla="*/ 341508 w 607639"/>
              <a:gd name="connsiteY60" fmla="*/ 152101 h 414642"/>
              <a:gd name="connsiteX61" fmla="*/ 343378 w 607639"/>
              <a:gd name="connsiteY61" fmla="*/ 151745 h 414642"/>
              <a:gd name="connsiteX62" fmla="*/ 344268 w 607639"/>
              <a:gd name="connsiteY62" fmla="*/ 151745 h 414642"/>
              <a:gd name="connsiteX63" fmla="*/ 346226 w 607639"/>
              <a:gd name="connsiteY63" fmla="*/ 151923 h 414642"/>
              <a:gd name="connsiteX64" fmla="*/ 351390 w 607639"/>
              <a:gd name="connsiteY64" fmla="*/ 154766 h 414642"/>
              <a:gd name="connsiteX65" fmla="*/ 394921 w 607639"/>
              <a:gd name="connsiteY65" fmla="*/ 198213 h 414642"/>
              <a:gd name="connsiteX66" fmla="*/ 471925 w 607639"/>
              <a:gd name="connsiteY66" fmla="*/ 121359 h 414642"/>
              <a:gd name="connsiteX67" fmla="*/ 425367 w 607639"/>
              <a:gd name="connsiteY67" fmla="*/ 121359 h 414642"/>
              <a:gd name="connsiteX68" fmla="*/ 415218 w 607639"/>
              <a:gd name="connsiteY68" fmla="*/ 111231 h 414642"/>
              <a:gd name="connsiteX69" fmla="*/ 425367 w 607639"/>
              <a:gd name="connsiteY69" fmla="*/ 101191 h 414642"/>
              <a:gd name="connsiteX70" fmla="*/ 101297 w 607639"/>
              <a:gd name="connsiteY70" fmla="*/ 91029 h 414642"/>
              <a:gd name="connsiteX71" fmla="*/ 111423 w 607639"/>
              <a:gd name="connsiteY71" fmla="*/ 101159 h 414642"/>
              <a:gd name="connsiteX72" fmla="*/ 111423 w 607639"/>
              <a:gd name="connsiteY72" fmla="*/ 262887 h 414642"/>
              <a:gd name="connsiteX73" fmla="*/ 101297 w 607639"/>
              <a:gd name="connsiteY73" fmla="*/ 273017 h 414642"/>
              <a:gd name="connsiteX74" fmla="*/ 91171 w 607639"/>
              <a:gd name="connsiteY74" fmla="*/ 262887 h 414642"/>
              <a:gd name="connsiteX75" fmla="*/ 91171 w 607639"/>
              <a:gd name="connsiteY75" fmla="*/ 101159 h 414642"/>
              <a:gd name="connsiteX76" fmla="*/ 101297 w 607639"/>
              <a:gd name="connsiteY76" fmla="*/ 91029 h 414642"/>
              <a:gd name="connsiteX77" fmla="*/ 70848 w 607639"/>
              <a:gd name="connsiteY77" fmla="*/ 20177 h 414642"/>
              <a:gd name="connsiteX78" fmla="*/ 60791 w 607639"/>
              <a:gd name="connsiteY78" fmla="*/ 30309 h 414642"/>
              <a:gd name="connsiteX79" fmla="*/ 60791 w 607639"/>
              <a:gd name="connsiteY79" fmla="*/ 343802 h 414642"/>
              <a:gd name="connsiteX80" fmla="*/ 222780 w 607639"/>
              <a:gd name="connsiteY80" fmla="*/ 343802 h 414642"/>
              <a:gd name="connsiteX81" fmla="*/ 232927 w 607639"/>
              <a:gd name="connsiteY81" fmla="*/ 353935 h 414642"/>
              <a:gd name="connsiteX82" fmla="*/ 232927 w 607639"/>
              <a:gd name="connsiteY82" fmla="*/ 364067 h 414642"/>
              <a:gd name="connsiteX83" fmla="*/ 374712 w 607639"/>
              <a:gd name="connsiteY83" fmla="*/ 364067 h 414642"/>
              <a:gd name="connsiteX84" fmla="*/ 374712 w 607639"/>
              <a:gd name="connsiteY84" fmla="*/ 353935 h 414642"/>
              <a:gd name="connsiteX85" fmla="*/ 384859 w 607639"/>
              <a:gd name="connsiteY85" fmla="*/ 343802 h 414642"/>
              <a:gd name="connsiteX86" fmla="*/ 546848 w 607639"/>
              <a:gd name="connsiteY86" fmla="*/ 343802 h 414642"/>
              <a:gd name="connsiteX87" fmla="*/ 546848 w 607639"/>
              <a:gd name="connsiteY87" fmla="*/ 30309 h 414642"/>
              <a:gd name="connsiteX88" fmla="*/ 536702 w 607639"/>
              <a:gd name="connsiteY88" fmla="*/ 20177 h 414642"/>
              <a:gd name="connsiteX89" fmla="*/ 70848 w 607639"/>
              <a:gd name="connsiteY89" fmla="*/ 0 h 414642"/>
              <a:gd name="connsiteX90" fmla="*/ 536702 w 607639"/>
              <a:gd name="connsiteY90" fmla="*/ 0 h 414642"/>
              <a:gd name="connsiteX91" fmla="*/ 567142 w 607639"/>
              <a:gd name="connsiteY91" fmla="*/ 30309 h 414642"/>
              <a:gd name="connsiteX92" fmla="*/ 567142 w 607639"/>
              <a:gd name="connsiteY92" fmla="*/ 343802 h 414642"/>
              <a:gd name="connsiteX93" fmla="*/ 597492 w 607639"/>
              <a:gd name="connsiteY93" fmla="*/ 343802 h 414642"/>
              <a:gd name="connsiteX94" fmla="*/ 607639 w 607639"/>
              <a:gd name="connsiteY94" fmla="*/ 353935 h 414642"/>
              <a:gd name="connsiteX95" fmla="*/ 607639 w 607639"/>
              <a:gd name="connsiteY95" fmla="*/ 384244 h 414642"/>
              <a:gd name="connsiteX96" fmla="*/ 577199 w 607639"/>
              <a:gd name="connsiteY96" fmla="*/ 414642 h 414642"/>
              <a:gd name="connsiteX97" fmla="*/ 30351 w 607639"/>
              <a:gd name="connsiteY97" fmla="*/ 414642 h 414642"/>
              <a:gd name="connsiteX98" fmla="*/ 0 w 607639"/>
              <a:gd name="connsiteY98" fmla="*/ 384244 h 414642"/>
              <a:gd name="connsiteX99" fmla="*/ 0 w 607639"/>
              <a:gd name="connsiteY99" fmla="*/ 353935 h 414642"/>
              <a:gd name="connsiteX100" fmla="*/ 10147 w 607639"/>
              <a:gd name="connsiteY100" fmla="*/ 343802 h 414642"/>
              <a:gd name="connsiteX101" fmla="*/ 40497 w 607639"/>
              <a:gd name="connsiteY101" fmla="*/ 343802 h 414642"/>
              <a:gd name="connsiteX102" fmla="*/ 40497 w 607639"/>
              <a:gd name="connsiteY102" fmla="*/ 30309 h 414642"/>
              <a:gd name="connsiteX103" fmla="*/ 70848 w 607639"/>
              <a:gd name="connsiteY103" fmla="*/ 0 h 414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7639" h="414642">
                <a:moveTo>
                  <a:pt x="20293" y="364067"/>
                </a:moveTo>
                <a:lnTo>
                  <a:pt x="20293" y="384244"/>
                </a:lnTo>
                <a:cubicBezTo>
                  <a:pt x="20293" y="390377"/>
                  <a:pt x="24298" y="394377"/>
                  <a:pt x="30351" y="394377"/>
                </a:cubicBezTo>
                <a:lnTo>
                  <a:pt x="577199" y="394377"/>
                </a:lnTo>
                <a:cubicBezTo>
                  <a:pt x="583341" y="394377"/>
                  <a:pt x="587346" y="390377"/>
                  <a:pt x="587346" y="384244"/>
                </a:cubicBezTo>
                <a:lnTo>
                  <a:pt x="587346" y="364067"/>
                </a:lnTo>
                <a:lnTo>
                  <a:pt x="556995" y="364067"/>
                </a:lnTo>
                <a:lnTo>
                  <a:pt x="394916" y="364067"/>
                </a:lnTo>
                <a:lnTo>
                  <a:pt x="394916" y="374200"/>
                </a:lnTo>
                <a:cubicBezTo>
                  <a:pt x="394916" y="380244"/>
                  <a:pt x="390911" y="384244"/>
                  <a:pt x="384859" y="384244"/>
                </a:cubicBezTo>
                <a:lnTo>
                  <a:pt x="222780" y="384244"/>
                </a:lnTo>
                <a:cubicBezTo>
                  <a:pt x="216728" y="384244"/>
                  <a:pt x="212634" y="380244"/>
                  <a:pt x="212634" y="374200"/>
                </a:cubicBezTo>
                <a:lnTo>
                  <a:pt x="212634" y="364067"/>
                </a:lnTo>
                <a:lnTo>
                  <a:pt x="50644" y="364067"/>
                </a:lnTo>
                <a:close/>
                <a:moveTo>
                  <a:pt x="141754" y="232583"/>
                </a:moveTo>
                <a:lnTo>
                  <a:pt x="161961" y="232583"/>
                </a:lnTo>
                <a:cubicBezTo>
                  <a:pt x="168104" y="232583"/>
                  <a:pt x="172110" y="236584"/>
                  <a:pt x="172110" y="242719"/>
                </a:cubicBezTo>
                <a:cubicBezTo>
                  <a:pt x="172110" y="248764"/>
                  <a:pt x="168104" y="252765"/>
                  <a:pt x="161961" y="252765"/>
                </a:cubicBezTo>
                <a:lnTo>
                  <a:pt x="141754" y="252765"/>
                </a:lnTo>
                <a:cubicBezTo>
                  <a:pt x="135700" y="252765"/>
                  <a:pt x="131605" y="248764"/>
                  <a:pt x="131605" y="242719"/>
                </a:cubicBezTo>
                <a:cubicBezTo>
                  <a:pt x="131605" y="236584"/>
                  <a:pt x="135700" y="232583"/>
                  <a:pt x="141754" y="232583"/>
                </a:cubicBezTo>
                <a:close/>
                <a:moveTo>
                  <a:pt x="141758" y="192149"/>
                </a:moveTo>
                <a:lnTo>
                  <a:pt x="182279" y="192149"/>
                </a:lnTo>
                <a:cubicBezTo>
                  <a:pt x="188335" y="192149"/>
                  <a:pt x="192432" y="196150"/>
                  <a:pt x="192432" y="202196"/>
                </a:cubicBezTo>
                <a:cubicBezTo>
                  <a:pt x="192432" y="208330"/>
                  <a:pt x="188335" y="212331"/>
                  <a:pt x="182279" y="212331"/>
                </a:cubicBezTo>
                <a:lnTo>
                  <a:pt x="141758" y="212331"/>
                </a:lnTo>
                <a:cubicBezTo>
                  <a:pt x="135702" y="212331"/>
                  <a:pt x="131605" y="208330"/>
                  <a:pt x="131605" y="202196"/>
                </a:cubicBezTo>
                <a:cubicBezTo>
                  <a:pt x="131605" y="196150"/>
                  <a:pt x="135702" y="192149"/>
                  <a:pt x="141758" y="192149"/>
                </a:cubicBezTo>
                <a:close/>
                <a:moveTo>
                  <a:pt x="141754" y="151716"/>
                </a:moveTo>
                <a:lnTo>
                  <a:pt x="161961" y="151716"/>
                </a:lnTo>
                <a:cubicBezTo>
                  <a:pt x="168104" y="151716"/>
                  <a:pt x="172110" y="155717"/>
                  <a:pt x="172110" y="161763"/>
                </a:cubicBezTo>
                <a:cubicBezTo>
                  <a:pt x="172110" y="167897"/>
                  <a:pt x="168104" y="171898"/>
                  <a:pt x="161961" y="171898"/>
                </a:cubicBezTo>
                <a:lnTo>
                  <a:pt x="141754" y="171898"/>
                </a:lnTo>
                <a:cubicBezTo>
                  <a:pt x="135700" y="171898"/>
                  <a:pt x="131605" y="167897"/>
                  <a:pt x="131605" y="161763"/>
                </a:cubicBezTo>
                <a:cubicBezTo>
                  <a:pt x="131605" y="155717"/>
                  <a:pt x="135700" y="151716"/>
                  <a:pt x="141754" y="151716"/>
                </a:cubicBezTo>
                <a:close/>
                <a:moveTo>
                  <a:pt x="141758" y="111211"/>
                </a:moveTo>
                <a:lnTo>
                  <a:pt x="182279" y="111211"/>
                </a:lnTo>
                <a:cubicBezTo>
                  <a:pt x="188335" y="111211"/>
                  <a:pt x="192432" y="115297"/>
                  <a:pt x="192432" y="121337"/>
                </a:cubicBezTo>
                <a:cubicBezTo>
                  <a:pt x="192432" y="127377"/>
                  <a:pt x="188335" y="131463"/>
                  <a:pt x="182279" y="131463"/>
                </a:cubicBezTo>
                <a:lnTo>
                  <a:pt x="141758" y="131463"/>
                </a:lnTo>
                <a:cubicBezTo>
                  <a:pt x="135702" y="131463"/>
                  <a:pt x="131605" y="127377"/>
                  <a:pt x="131605" y="121337"/>
                </a:cubicBezTo>
                <a:cubicBezTo>
                  <a:pt x="131605" y="115297"/>
                  <a:pt x="135702" y="111211"/>
                  <a:pt x="141758" y="111211"/>
                </a:cubicBezTo>
                <a:close/>
                <a:moveTo>
                  <a:pt x="425367" y="101191"/>
                </a:moveTo>
                <a:lnTo>
                  <a:pt x="496228" y="101191"/>
                </a:lnTo>
                <a:cubicBezTo>
                  <a:pt x="502282" y="101191"/>
                  <a:pt x="506377" y="105189"/>
                  <a:pt x="506377" y="111231"/>
                </a:cubicBezTo>
                <a:lnTo>
                  <a:pt x="506377" y="182042"/>
                </a:lnTo>
                <a:cubicBezTo>
                  <a:pt x="506377" y="188084"/>
                  <a:pt x="502282" y="192171"/>
                  <a:pt x="496228" y="192171"/>
                </a:cubicBezTo>
                <a:cubicBezTo>
                  <a:pt x="490175" y="192171"/>
                  <a:pt x="486080" y="188084"/>
                  <a:pt x="486080" y="182042"/>
                </a:cubicBezTo>
                <a:lnTo>
                  <a:pt x="486080" y="135575"/>
                </a:lnTo>
                <a:lnTo>
                  <a:pt x="402043" y="219447"/>
                </a:lnTo>
                <a:cubicBezTo>
                  <a:pt x="399996" y="221491"/>
                  <a:pt x="397948" y="222468"/>
                  <a:pt x="394921" y="222468"/>
                </a:cubicBezTo>
                <a:cubicBezTo>
                  <a:pt x="391895" y="222468"/>
                  <a:pt x="389847" y="221491"/>
                  <a:pt x="387889" y="219447"/>
                </a:cubicBezTo>
                <a:lnTo>
                  <a:pt x="344268" y="176001"/>
                </a:lnTo>
                <a:lnTo>
                  <a:pt x="270380" y="249744"/>
                </a:lnTo>
                <a:cubicBezTo>
                  <a:pt x="268332" y="251788"/>
                  <a:pt x="266285" y="252765"/>
                  <a:pt x="263258" y="252765"/>
                </a:cubicBezTo>
                <a:cubicBezTo>
                  <a:pt x="260231" y="252765"/>
                  <a:pt x="258184" y="251788"/>
                  <a:pt x="256225" y="249744"/>
                </a:cubicBezTo>
                <a:cubicBezTo>
                  <a:pt x="252130" y="245746"/>
                  <a:pt x="252130" y="239616"/>
                  <a:pt x="256225" y="235617"/>
                </a:cubicBezTo>
                <a:lnTo>
                  <a:pt x="337235" y="154766"/>
                </a:lnTo>
                <a:cubicBezTo>
                  <a:pt x="337769" y="154233"/>
                  <a:pt x="338303" y="153789"/>
                  <a:pt x="338837" y="153433"/>
                </a:cubicBezTo>
                <a:cubicBezTo>
                  <a:pt x="339372" y="152989"/>
                  <a:pt x="339995" y="152723"/>
                  <a:pt x="340618" y="152456"/>
                </a:cubicBezTo>
                <a:cubicBezTo>
                  <a:pt x="340885" y="152367"/>
                  <a:pt x="341152" y="152190"/>
                  <a:pt x="341508" y="152101"/>
                </a:cubicBezTo>
                <a:cubicBezTo>
                  <a:pt x="342131" y="151923"/>
                  <a:pt x="342754" y="151834"/>
                  <a:pt x="343378" y="151745"/>
                </a:cubicBezTo>
                <a:cubicBezTo>
                  <a:pt x="343645" y="151745"/>
                  <a:pt x="344001" y="151745"/>
                  <a:pt x="344268" y="151745"/>
                </a:cubicBezTo>
                <a:cubicBezTo>
                  <a:pt x="344980" y="151745"/>
                  <a:pt x="345603" y="151745"/>
                  <a:pt x="346226" y="151923"/>
                </a:cubicBezTo>
                <a:cubicBezTo>
                  <a:pt x="348096" y="152278"/>
                  <a:pt x="349876" y="153256"/>
                  <a:pt x="351390" y="154766"/>
                </a:cubicBezTo>
                <a:lnTo>
                  <a:pt x="394921" y="198213"/>
                </a:lnTo>
                <a:lnTo>
                  <a:pt x="471925" y="121359"/>
                </a:lnTo>
                <a:lnTo>
                  <a:pt x="425367" y="121359"/>
                </a:lnTo>
                <a:cubicBezTo>
                  <a:pt x="419224" y="121359"/>
                  <a:pt x="415218" y="117361"/>
                  <a:pt x="415218" y="111231"/>
                </a:cubicBezTo>
                <a:cubicBezTo>
                  <a:pt x="415218" y="105189"/>
                  <a:pt x="419224" y="101191"/>
                  <a:pt x="425367" y="101191"/>
                </a:cubicBezTo>
                <a:close/>
                <a:moveTo>
                  <a:pt x="101297" y="91029"/>
                </a:moveTo>
                <a:cubicBezTo>
                  <a:pt x="107337" y="91029"/>
                  <a:pt x="111423" y="95028"/>
                  <a:pt x="111423" y="101159"/>
                </a:cubicBezTo>
                <a:lnTo>
                  <a:pt x="111423" y="262887"/>
                </a:lnTo>
                <a:cubicBezTo>
                  <a:pt x="111423" y="268929"/>
                  <a:pt x="107337" y="273017"/>
                  <a:pt x="101297" y="273017"/>
                </a:cubicBezTo>
                <a:cubicBezTo>
                  <a:pt x="95257" y="273017"/>
                  <a:pt x="91171" y="268929"/>
                  <a:pt x="91171" y="262887"/>
                </a:cubicBezTo>
                <a:lnTo>
                  <a:pt x="91171" y="101159"/>
                </a:lnTo>
                <a:cubicBezTo>
                  <a:pt x="91171" y="95028"/>
                  <a:pt x="95257" y="91029"/>
                  <a:pt x="101297" y="91029"/>
                </a:cubicBezTo>
                <a:close/>
                <a:moveTo>
                  <a:pt x="70848" y="20177"/>
                </a:moveTo>
                <a:cubicBezTo>
                  <a:pt x="64796" y="20177"/>
                  <a:pt x="60791" y="24265"/>
                  <a:pt x="60791" y="30309"/>
                </a:cubicBezTo>
                <a:lnTo>
                  <a:pt x="60791" y="343802"/>
                </a:lnTo>
                <a:lnTo>
                  <a:pt x="222780" y="343802"/>
                </a:lnTo>
                <a:cubicBezTo>
                  <a:pt x="228833" y="343802"/>
                  <a:pt x="232927" y="347890"/>
                  <a:pt x="232927" y="353935"/>
                </a:cubicBezTo>
                <a:lnTo>
                  <a:pt x="232927" y="364067"/>
                </a:lnTo>
                <a:lnTo>
                  <a:pt x="374712" y="364067"/>
                </a:lnTo>
                <a:lnTo>
                  <a:pt x="374712" y="353935"/>
                </a:lnTo>
                <a:cubicBezTo>
                  <a:pt x="374712" y="347890"/>
                  <a:pt x="378717" y="343802"/>
                  <a:pt x="384859" y="343802"/>
                </a:cubicBezTo>
                <a:lnTo>
                  <a:pt x="546848" y="343802"/>
                </a:lnTo>
                <a:lnTo>
                  <a:pt x="546848" y="30309"/>
                </a:lnTo>
                <a:cubicBezTo>
                  <a:pt x="546848" y="24265"/>
                  <a:pt x="542754" y="20177"/>
                  <a:pt x="536702" y="20177"/>
                </a:cubicBezTo>
                <a:close/>
                <a:moveTo>
                  <a:pt x="70848" y="0"/>
                </a:moveTo>
                <a:lnTo>
                  <a:pt x="536702" y="0"/>
                </a:lnTo>
                <a:cubicBezTo>
                  <a:pt x="553969" y="0"/>
                  <a:pt x="567142" y="13155"/>
                  <a:pt x="567142" y="30309"/>
                </a:cubicBezTo>
                <a:lnTo>
                  <a:pt x="567142" y="343802"/>
                </a:lnTo>
                <a:lnTo>
                  <a:pt x="597492" y="343802"/>
                </a:lnTo>
                <a:cubicBezTo>
                  <a:pt x="603545" y="343802"/>
                  <a:pt x="607639" y="347890"/>
                  <a:pt x="607639" y="353935"/>
                </a:cubicBezTo>
                <a:lnTo>
                  <a:pt x="607639" y="384244"/>
                </a:lnTo>
                <a:cubicBezTo>
                  <a:pt x="607639" y="401487"/>
                  <a:pt x="594466" y="414642"/>
                  <a:pt x="577199" y="414642"/>
                </a:cubicBezTo>
                <a:lnTo>
                  <a:pt x="30351" y="414642"/>
                </a:lnTo>
                <a:cubicBezTo>
                  <a:pt x="13173" y="414642"/>
                  <a:pt x="0" y="401487"/>
                  <a:pt x="0" y="384244"/>
                </a:cubicBezTo>
                <a:lnTo>
                  <a:pt x="0" y="353935"/>
                </a:lnTo>
                <a:cubicBezTo>
                  <a:pt x="0" y="347890"/>
                  <a:pt x="4094" y="343802"/>
                  <a:pt x="10147" y="343802"/>
                </a:cubicBezTo>
                <a:lnTo>
                  <a:pt x="40497" y="343802"/>
                </a:lnTo>
                <a:lnTo>
                  <a:pt x="40497" y="30309"/>
                </a:lnTo>
                <a:cubicBezTo>
                  <a:pt x="40497" y="13155"/>
                  <a:pt x="53670" y="0"/>
                  <a:pt x="70848" y="0"/>
                </a:cubicBezTo>
                <a:close/>
              </a:path>
            </a:pathLst>
          </a:custGeom>
          <a:gradFill>
            <a:gsLst>
              <a:gs pos="0">
                <a:srgbClr val="044BC9"/>
              </a:gs>
              <a:gs pos="100000">
                <a:srgbClr val="23A2E4"/>
              </a:gs>
            </a:gsLst>
            <a:lin ang="0" scaled="0"/>
          </a:gradFill>
          <a:ln>
            <a:noFill/>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p>
        </p:txBody>
      </p:sp>
      <p:sp>
        <p:nvSpPr>
          <p:cNvPr id="8" name="íSḻïďê">
            <a:extLst>
              <a:ext uri="{FF2B5EF4-FFF2-40B4-BE49-F238E27FC236}">
                <a16:creationId xmlns:a16="http://schemas.microsoft.com/office/drawing/2014/main" id="{55D440F8-683E-4453-8B8F-4BD241A843B7}"/>
              </a:ext>
            </a:extLst>
          </p:cNvPr>
          <p:cNvSpPr/>
          <p:nvPr/>
        </p:nvSpPr>
        <p:spPr bwMode="auto">
          <a:xfrm>
            <a:off x="4520130" y="3381930"/>
            <a:ext cx="700875" cy="460718"/>
          </a:xfrm>
          <a:custGeom>
            <a:avLst/>
            <a:gdLst>
              <a:gd name="connsiteX0" fmla="*/ 20293 w 607639"/>
              <a:gd name="connsiteY0" fmla="*/ 364067 h 414642"/>
              <a:gd name="connsiteX1" fmla="*/ 20293 w 607639"/>
              <a:gd name="connsiteY1" fmla="*/ 384244 h 414642"/>
              <a:gd name="connsiteX2" fmla="*/ 30351 w 607639"/>
              <a:gd name="connsiteY2" fmla="*/ 394377 h 414642"/>
              <a:gd name="connsiteX3" fmla="*/ 577199 w 607639"/>
              <a:gd name="connsiteY3" fmla="*/ 394377 h 414642"/>
              <a:gd name="connsiteX4" fmla="*/ 587346 w 607639"/>
              <a:gd name="connsiteY4" fmla="*/ 384244 h 414642"/>
              <a:gd name="connsiteX5" fmla="*/ 587346 w 607639"/>
              <a:gd name="connsiteY5" fmla="*/ 364067 h 414642"/>
              <a:gd name="connsiteX6" fmla="*/ 556995 w 607639"/>
              <a:gd name="connsiteY6" fmla="*/ 364067 h 414642"/>
              <a:gd name="connsiteX7" fmla="*/ 394916 w 607639"/>
              <a:gd name="connsiteY7" fmla="*/ 364067 h 414642"/>
              <a:gd name="connsiteX8" fmla="*/ 394916 w 607639"/>
              <a:gd name="connsiteY8" fmla="*/ 374200 h 414642"/>
              <a:gd name="connsiteX9" fmla="*/ 384859 w 607639"/>
              <a:gd name="connsiteY9" fmla="*/ 384244 h 414642"/>
              <a:gd name="connsiteX10" fmla="*/ 222780 w 607639"/>
              <a:gd name="connsiteY10" fmla="*/ 384244 h 414642"/>
              <a:gd name="connsiteX11" fmla="*/ 212634 w 607639"/>
              <a:gd name="connsiteY11" fmla="*/ 374200 h 414642"/>
              <a:gd name="connsiteX12" fmla="*/ 212634 w 607639"/>
              <a:gd name="connsiteY12" fmla="*/ 364067 h 414642"/>
              <a:gd name="connsiteX13" fmla="*/ 50644 w 607639"/>
              <a:gd name="connsiteY13" fmla="*/ 364067 h 414642"/>
              <a:gd name="connsiteX14" fmla="*/ 141754 w 607639"/>
              <a:gd name="connsiteY14" fmla="*/ 232583 h 414642"/>
              <a:gd name="connsiteX15" fmla="*/ 161961 w 607639"/>
              <a:gd name="connsiteY15" fmla="*/ 232583 h 414642"/>
              <a:gd name="connsiteX16" fmla="*/ 172110 w 607639"/>
              <a:gd name="connsiteY16" fmla="*/ 242719 h 414642"/>
              <a:gd name="connsiteX17" fmla="*/ 161961 w 607639"/>
              <a:gd name="connsiteY17" fmla="*/ 252765 h 414642"/>
              <a:gd name="connsiteX18" fmla="*/ 141754 w 607639"/>
              <a:gd name="connsiteY18" fmla="*/ 252765 h 414642"/>
              <a:gd name="connsiteX19" fmla="*/ 131605 w 607639"/>
              <a:gd name="connsiteY19" fmla="*/ 242719 h 414642"/>
              <a:gd name="connsiteX20" fmla="*/ 141754 w 607639"/>
              <a:gd name="connsiteY20" fmla="*/ 232583 h 414642"/>
              <a:gd name="connsiteX21" fmla="*/ 141758 w 607639"/>
              <a:gd name="connsiteY21" fmla="*/ 192149 h 414642"/>
              <a:gd name="connsiteX22" fmla="*/ 182279 w 607639"/>
              <a:gd name="connsiteY22" fmla="*/ 192149 h 414642"/>
              <a:gd name="connsiteX23" fmla="*/ 192432 w 607639"/>
              <a:gd name="connsiteY23" fmla="*/ 202196 h 414642"/>
              <a:gd name="connsiteX24" fmla="*/ 182279 w 607639"/>
              <a:gd name="connsiteY24" fmla="*/ 212331 h 414642"/>
              <a:gd name="connsiteX25" fmla="*/ 141758 w 607639"/>
              <a:gd name="connsiteY25" fmla="*/ 212331 h 414642"/>
              <a:gd name="connsiteX26" fmla="*/ 131605 w 607639"/>
              <a:gd name="connsiteY26" fmla="*/ 202196 h 414642"/>
              <a:gd name="connsiteX27" fmla="*/ 141758 w 607639"/>
              <a:gd name="connsiteY27" fmla="*/ 192149 h 414642"/>
              <a:gd name="connsiteX28" fmla="*/ 141754 w 607639"/>
              <a:gd name="connsiteY28" fmla="*/ 151716 h 414642"/>
              <a:gd name="connsiteX29" fmla="*/ 161961 w 607639"/>
              <a:gd name="connsiteY29" fmla="*/ 151716 h 414642"/>
              <a:gd name="connsiteX30" fmla="*/ 172110 w 607639"/>
              <a:gd name="connsiteY30" fmla="*/ 161763 h 414642"/>
              <a:gd name="connsiteX31" fmla="*/ 161961 w 607639"/>
              <a:gd name="connsiteY31" fmla="*/ 171898 h 414642"/>
              <a:gd name="connsiteX32" fmla="*/ 141754 w 607639"/>
              <a:gd name="connsiteY32" fmla="*/ 171898 h 414642"/>
              <a:gd name="connsiteX33" fmla="*/ 131605 w 607639"/>
              <a:gd name="connsiteY33" fmla="*/ 161763 h 414642"/>
              <a:gd name="connsiteX34" fmla="*/ 141754 w 607639"/>
              <a:gd name="connsiteY34" fmla="*/ 151716 h 414642"/>
              <a:gd name="connsiteX35" fmla="*/ 141758 w 607639"/>
              <a:gd name="connsiteY35" fmla="*/ 111211 h 414642"/>
              <a:gd name="connsiteX36" fmla="*/ 182279 w 607639"/>
              <a:gd name="connsiteY36" fmla="*/ 111211 h 414642"/>
              <a:gd name="connsiteX37" fmla="*/ 192432 w 607639"/>
              <a:gd name="connsiteY37" fmla="*/ 121337 h 414642"/>
              <a:gd name="connsiteX38" fmla="*/ 182279 w 607639"/>
              <a:gd name="connsiteY38" fmla="*/ 131463 h 414642"/>
              <a:gd name="connsiteX39" fmla="*/ 141758 w 607639"/>
              <a:gd name="connsiteY39" fmla="*/ 131463 h 414642"/>
              <a:gd name="connsiteX40" fmla="*/ 131605 w 607639"/>
              <a:gd name="connsiteY40" fmla="*/ 121337 h 414642"/>
              <a:gd name="connsiteX41" fmla="*/ 141758 w 607639"/>
              <a:gd name="connsiteY41" fmla="*/ 111211 h 414642"/>
              <a:gd name="connsiteX42" fmla="*/ 425367 w 607639"/>
              <a:gd name="connsiteY42" fmla="*/ 101191 h 414642"/>
              <a:gd name="connsiteX43" fmla="*/ 496228 w 607639"/>
              <a:gd name="connsiteY43" fmla="*/ 101191 h 414642"/>
              <a:gd name="connsiteX44" fmla="*/ 506377 w 607639"/>
              <a:gd name="connsiteY44" fmla="*/ 111231 h 414642"/>
              <a:gd name="connsiteX45" fmla="*/ 506377 w 607639"/>
              <a:gd name="connsiteY45" fmla="*/ 182042 h 414642"/>
              <a:gd name="connsiteX46" fmla="*/ 496228 w 607639"/>
              <a:gd name="connsiteY46" fmla="*/ 192171 h 414642"/>
              <a:gd name="connsiteX47" fmla="*/ 486080 w 607639"/>
              <a:gd name="connsiteY47" fmla="*/ 182042 h 414642"/>
              <a:gd name="connsiteX48" fmla="*/ 486080 w 607639"/>
              <a:gd name="connsiteY48" fmla="*/ 135575 h 414642"/>
              <a:gd name="connsiteX49" fmla="*/ 402043 w 607639"/>
              <a:gd name="connsiteY49" fmla="*/ 219447 h 414642"/>
              <a:gd name="connsiteX50" fmla="*/ 394921 w 607639"/>
              <a:gd name="connsiteY50" fmla="*/ 222468 h 414642"/>
              <a:gd name="connsiteX51" fmla="*/ 387889 w 607639"/>
              <a:gd name="connsiteY51" fmla="*/ 219447 h 414642"/>
              <a:gd name="connsiteX52" fmla="*/ 344268 w 607639"/>
              <a:gd name="connsiteY52" fmla="*/ 176001 h 414642"/>
              <a:gd name="connsiteX53" fmla="*/ 270380 w 607639"/>
              <a:gd name="connsiteY53" fmla="*/ 249744 h 414642"/>
              <a:gd name="connsiteX54" fmla="*/ 263258 w 607639"/>
              <a:gd name="connsiteY54" fmla="*/ 252765 h 414642"/>
              <a:gd name="connsiteX55" fmla="*/ 256225 w 607639"/>
              <a:gd name="connsiteY55" fmla="*/ 249744 h 414642"/>
              <a:gd name="connsiteX56" fmla="*/ 256225 w 607639"/>
              <a:gd name="connsiteY56" fmla="*/ 235617 h 414642"/>
              <a:gd name="connsiteX57" fmla="*/ 337235 w 607639"/>
              <a:gd name="connsiteY57" fmla="*/ 154766 h 414642"/>
              <a:gd name="connsiteX58" fmla="*/ 338837 w 607639"/>
              <a:gd name="connsiteY58" fmla="*/ 153433 h 414642"/>
              <a:gd name="connsiteX59" fmla="*/ 340618 w 607639"/>
              <a:gd name="connsiteY59" fmla="*/ 152456 h 414642"/>
              <a:gd name="connsiteX60" fmla="*/ 341508 w 607639"/>
              <a:gd name="connsiteY60" fmla="*/ 152101 h 414642"/>
              <a:gd name="connsiteX61" fmla="*/ 343378 w 607639"/>
              <a:gd name="connsiteY61" fmla="*/ 151745 h 414642"/>
              <a:gd name="connsiteX62" fmla="*/ 344268 w 607639"/>
              <a:gd name="connsiteY62" fmla="*/ 151745 h 414642"/>
              <a:gd name="connsiteX63" fmla="*/ 346226 w 607639"/>
              <a:gd name="connsiteY63" fmla="*/ 151923 h 414642"/>
              <a:gd name="connsiteX64" fmla="*/ 351390 w 607639"/>
              <a:gd name="connsiteY64" fmla="*/ 154766 h 414642"/>
              <a:gd name="connsiteX65" fmla="*/ 394921 w 607639"/>
              <a:gd name="connsiteY65" fmla="*/ 198213 h 414642"/>
              <a:gd name="connsiteX66" fmla="*/ 471925 w 607639"/>
              <a:gd name="connsiteY66" fmla="*/ 121359 h 414642"/>
              <a:gd name="connsiteX67" fmla="*/ 425367 w 607639"/>
              <a:gd name="connsiteY67" fmla="*/ 121359 h 414642"/>
              <a:gd name="connsiteX68" fmla="*/ 415218 w 607639"/>
              <a:gd name="connsiteY68" fmla="*/ 111231 h 414642"/>
              <a:gd name="connsiteX69" fmla="*/ 425367 w 607639"/>
              <a:gd name="connsiteY69" fmla="*/ 101191 h 414642"/>
              <a:gd name="connsiteX70" fmla="*/ 101297 w 607639"/>
              <a:gd name="connsiteY70" fmla="*/ 91029 h 414642"/>
              <a:gd name="connsiteX71" fmla="*/ 111423 w 607639"/>
              <a:gd name="connsiteY71" fmla="*/ 101159 h 414642"/>
              <a:gd name="connsiteX72" fmla="*/ 111423 w 607639"/>
              <a:gd name="connsiteY72" fmla="*/ 262887 h 414642"/>
              <a:gd name="connsiteX73" fmla="*/ 101297 w 607639"/>
              <a:gd name="connsiteY73" fmla="*/ 273017 h 414642"/>
              <a:gd name="connsiteX74" fmla="*/ 91171 w 607639"/>
              <a:gd name="connsiteY74" fmla="*/ 262887 h 414642"/>
              <a:gd name="connsiteX75" fmla="*/ 91171 w 607639"/>
              <a:gd name="connsiteY75" fmla="*/ 101159 h 414642"/>
              <a:gd name="connsiteX76" fmla="*/ 101297 w 607639"/>
              <a:gd name="connsiteY76" fmla="*/ 91029 h 414642"/>
              <a:gd name="connsiteX77" fmla="*/ 70848 w 607639"/>
              <a:gd name="connsiteY77" fmla="*/ 20177 h 414642"/>
              <a:gd name="connsiteX78" fmla="*/ 60791 w 607639"/>
              <a:gd name="connsiteY78" fmla="*/ 30309 h 414642"/>
              <a:gd name="connsiteX79" fmla="*/ 60791 w 607639"/>
              <a:gd name="connsiteY79" fmla="*/ 343802 h 414642"/>
              <a:gd name="connsiteX80" fmla="*/ 222780 w 607639"/>
              <a:gd name="connsiteY80" fmla="*/ 343802 h 414642"/>
              <a:gd name="connsiteX81" fmla="*/ 232927 w 607639"/>
              <a:gd name="connsiteY81" fmla="*/ 353935 h 414642"/>
              <a:gd name="connsiteX82" fmla="*/ 232927 w 607639"/>
              <a:gd name="connsiteY82" fmla="*/ 364067 h 414642"/>
              <a:gd name="connsiteX83" fmla="*/ 374712 w 607639"/>
              <a:gd name="connsiteY83" fmla="*/ 364067 h 414642"/>
              <a:gd name="connsiteX84" fmla="*/ 374712 w 607639"/>
              <a:gd name="connsiteY84" fmla="*/ 353935 h 414642"/>
              <a:gd name="connsiteX85" fmla="*/ 384859 w 607639"/>
              <a:gd name="connsiteY85" fmla="*/ 343802 h 414642"/>
              <a:gd name="connsiteX86" fmla="*/ 546848 w 607639"/>
              <a:gd name="connsiteY86" fmla="*/ 343802 h 414642"/>
              <a:gd name="connsiteX87" fmla="*/ 546848 w 607639"/>
              <a:gd name="connsiteY87" fmla="*/ 30309 h 414642"/>
              <a:gd name="connsiteX88" fmla="*/ 536702 w 607639"/>
              <a:gd name="connsiteY88" fmla="*/ 20177 h 414642"/>
              <a:gd name="connsiteX89" fmla="*/ 70848 w 607639"/>
              <a:gd name="connsiteY89" fmla="*/ 0 h 414642"/>
              <a:gd name="connsiteX90" fmla="*/ 536702 w 607639"/>
              <a:gd name="connsiteY90" fmla="*/ 0 h 414642"/>
              <a:gd name="connsiteX91" fmla="*/ 567142 w 607639"/>
              <a:gd name="connsiteY91" fmla="*/ 30309 h 414642"/>
              <a:gd name="connsiteX92" fmla="*/ 567142 w 607639"/>
              <a:gd name="connsiteY92" fmla="*/ 343802 h 414642"/>
              <a:gd name="connsiteX93" fmla="*/ 597492 w 607639"/>
              <a:gd name="connsiteY93" fmla="*/ 343802 h 414642"/>
              <a:gd name="connsiteX94" fmla="*/ 607639 w 607639"/>
              <a:gd name="connsiteY94" fmla="*/ 353935 h 414642"/>
              <a:gd name="connsiteX95" fmla="*/ 607639 w 607639"/>
              <a:gd name="connsiteY95" fmla="*/ 384244 h 414642"/>
              <a:gd name="connsiteX96" fmla="*/ 577199 w 607639"/>
              <a:gd name="connsiteY96" fmla="*/ 414642 h 414642"/>
              <a:gd name="connsiteX97" fmla="*/ 30351 w 607639"/>
              <a:gd name="connsiteY97" fmla="*/ 414642 h 414642"/>
              <a:gd name="connsiteX98" fmla="*/ 0 w 607639"/>
              <a:gd name="connsiteY98" fmla="*/ 384244 h 414642"/>
              <a:gd name="connsiteX99" fmla="*/ 0 w 607639"/>
              <a:gd name="connsiteY99" fmla="*/ 353935 h 414642"/>
              <a:gd name="connsiteX100" fmla="*/ 10147 w 607639"/>
              <a:gd name="connsiteY100" fmla="*/ 343802 h 414642"/>
              <a:gd name="connsiteX101" fmla="*/ 40497 w 607639"/>
              <a:gd name="connsiteY101" fmla="*/ 343802 h 414642"/>
              <a:gd name="connsiteX102" fmla="*/ 40497 w 607639"/>
              <a:gd name="connsiteY102" fmla="*/ 30309 h 414642"/>
              <a:gd name="connsiteX103" fmla="*/ 70848 w 607639"/>
              <a:gd name="connsiteY103" fmla="*/ 0 h 414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7639" h="414642">
                <a:moveTo>
                  <a:pt x="20293" y="364067"/>
                </a:moveTo>
                <a:lnTo>
                  <a:pt x="20293" y="384244"/>
                </a:lnTo>
                <a:cubicBezTo>
                  <a:pt x="20293" y="390377"/>
                  <a:pt x="24298" y="394377"/>
                  <a:pt x="30351" y="394377"/>
                </a:cubicBezTo>
                <a:lnTo>
                  <a:pt x="577199" y="394377"/>
                </a:lnTo>
                <a:cubicBezTo>
                  <a:pt x="583341" y="394377"/>
                  <a:pt x="587346" y="390377"/>
                  <a:pt x="587346" y="384244"/>
                </a:cubicBezTo>
                <a:lnTo>
                  <a:pt x="587346" y="364067"/>
                </a:lnTo>
                <a:lnTo>
                  <a:pt x="556995" y="364067"/>
                </a:lnTo>
                <a:lnTo>
                  <a:pt x="394916" y="364067"/>
                </a:lnTo>
                <a:lnTo>
                  <a:pt x="394916" y="374200"/>
                </a:lnTo>
                <a:cubicBezTo>
                  <a:pt x="394916" y="380244"/>
                  <a:pt x="390911" y="384244"/>
                  <a:pt x="384859" y="384244"/>
                </a:cubicBezTo>
                <a:lnTo>
                  <a:pt x="222780" y="384244"/>
                </a:lnTo>
                <a:cubicBezTo>
                  <a:pt x="216728" y="384244"/>
                  <a:pt x="212634" y="380244"/>
                  <a:pt x="212634" y="374200"/>
                </a:cubicBezTo>
                <a:lnTo>
                  <a:pt x="212634" y="364067"/>
                </a:lnTo>
                <a:lnTo>
                  <a:pt x="50644" y="364067"/>
                </a:lnTo>
                <a:close/>
                <a:moveTo>
                  <a:pt x="141754" y="232583"/>
                </a:moveTo>
                <a:lnTo>
                  <a:pt x="161961" y="232583"/>
                </a:lnTo>
                <a:cubicBezTo>
                  <a:pt x="168104" y="232583"/>
                  <a:pt x="172110" y="236584"/>
                  <a:pt x="172110" y="242719"/>
                </a:cubicBezTo>
                <a:cubicBezTo>
                  <a:pt x="172110" y="248764"/>
                  <a:pt x="168104" y="252765"/>
                  <a:pt x="161961" y="252765"/>
                </a:cubicBezTo>
                <a:lnTo>
                  <a:pt x="141754" y="252765"/>
                </a:lnTo>
                <a:cubicBezTo>
                  <a:pt x="135700" y="252765"/>
                  <a:pt x="131605" y="248764"/>
                  <a:pt x="131605" y="242719"/>
                </a:cubicBezTo>
                <a:cubicBezTo>
                  <a:pt x="131605" y="236584"/>
                  <a:pt x="135700" y="232583"/>
                  <a:pt x="141754" y="232583"/>
                </a:cubicBezTo>
                <a:close/>
                <a:moveTo>
                  <a:pt x="141758" y="192149"/>
                </a:moveTo>
                <a:lnTo>
                  <a:pt x="182279" y="192149"/>
                </a:lnTo>
                <a:cubicBezTo>
                  <a:pt x="188335" y="192149"/>
                  <a:pt x="192432" y="196150"/>
                  <a:pt x="192432" y="202196"/>
                </a:cubicBezTo>
                <a:cubicBezTo>
                  <a:pt x="192432" y="208330"/>
                  <a:pt x="188335" y="212331"/>
                  <a:pt x="182279" y="212331"/>
                </a:cubicBezTo>
                <a:lnTo>
                  <a:pt x="141758" y="212331"/>
                </a:lnTo>
                <a:cubicBezTo>
                  <a:pt x="135702" y="212331"/>
                  <a:pt x="131605" y="208330"/>
                  <a:pt x="131605" y="202196"/>
                </a:cubicBezTo>
                <a:cubicBezTo>
                  <a:pt x="131605" y="196150"/>
                  <a:pt x="135702" y="192149"/>
                  <a:pt x="141758" y="192149"/>
                </a:cubicBezTo>
                <a:close/>
                <a:moveTo>
                  <a:pt x="141754" y="151716"/>
                </a:moveTo>
                <a:lnTo>
                  <a:pt x="161961" y="151716"/>
                </a:lnTo>
                <a:cubicBezTo>
                  <a:pt x="168104" y="151716"/>
                  <a:pt x="172110" y="155717"/>
                  <a:pt x="172110" y="161763"/>
                </a:cubicBezTo>
                <a:cubicBezTo>
                  <a:pt x="172110" y="167897"/>
                  <a:pt x="168104" y="171898"/>
                  <a:pt x="161961" y="171898"/>
                </a:cubicBezTo>
                <a:lnTo>
                  <a:pt x="141754" y="171898"/>
                </a:lnTo>
                <a:cubicBezTo>
                  <a:pt x="135700" y="171898"/>
                  <a:pt x="131605" y="167897"/>
                  <a:pt x="131605" y="161763"/>
                </a:cubicBezTo>
                <a:cubicBezTo>
                  <a:pt x="131605" y="155717"/>
                  <a:pt x="135700" y="151716"/>
                  <a:pt x="141754" y="151716"/>
                </a:cubicBezTo>
                <a:close/>
                <a:moveTo>
                  <a:pt x="141758" y="111211"/>
                </a:moveTo>
                <a:lnTo>
                  <a:pt x="182279" y="111211"/>
                </a:lnTo>
                <a:cubicBezTo>
                  <a:pt x="188335" y="111211"/>
                  <a:pt x="192432" y="115297"/>
                  <a:pt x="192432" y="121337"/>
                </a:cubicBezTo>
                <a:cubicBezTo>
                  <a:pt x="192432" y="127377"/>
                  <a:pt x="188335" y="131463"/>
                  <a:pt x="182279" y="131463"/>
                </a:cubicBezTo>
                <a:lnTo>
                  <a:pt x="141758" y="131463"/>
                </a:lnTo>
                <a:cubicBezTo>
                  <a:pt x="135702" y="131463"/>
                  <a:pt x="131605" y="127377"/>
                  <a:pt x="131605" y="121337"/>
                </a:cubicBezTo>
                <a:cubicBezTo>
                  <a:pt x="131605" y="115297"/>
                  <a:pt x="135702" y="111211"/>
                  <a:pt x="141758" y="111211"/>
                </a:cubicBezTo>
                <a:close/>
                <a:moveTo>
                  <a:pt x="425367" y="101191"/>
                </a:moveTo>
                <a:lnTo>
                  <a:pt x="496228" y="101191"/>
                </a:lnTo>
                <a:cubicBezTo>
                  <a:pt x="502282" y="101191"/>
                  <a:pt x="506377" y="105189"/>
                  <a:pt x="506377" y="111231"/>
                </a:cubicBezTo>
                <a:lnTo>
                  <a:pt x="506377" y="182042"/>
                </a:lnTo>
                <a:cubicBezTo>
                  <a:pt x="506377" y="188084"/>
                  <a:pt x="502282" y="192171"/>
                  <a:pt x="496228" y="192171"/>
                </a:cubicBezTo>
                <a:cubicBezTo>
                  <a:pt x="490175" y="192171"/>
                  <a:pt x="486080" y="188084"/>
                  <a:pt x="486080" y="182042"/>
                </a:cubicBezTo>
                <a:lnTo>
                  <a:pt x="486080" y="135575"/>
                </a:lnTo>
                <a:lnTo>
                  <a:pt x="402043" y="219447"/>
                </a:lnTo>
                <a:cubicBezTo>
                  <a:pt x="399996" y="221491"/>
                  <a:pt x="397948" y="222468"/>
                  <a:pt x="394921" y="222468"/>
                </a:cubicBezTo>
                <a:cubicBezTo>
                  <a:pt x="391895" y="222468"/>
                  <a:pt x="389847" y="221491"/>
                  <a:pt x="387889" y="219447"/>
                </a:cubicBezTo>
                <a:lnTo>
                  <a:pt x="344268" y="176001"/>
                </a:lnTo>
                <a:lnTo>
                  <a:pt x="270380" y="249744"/>
                </a:lnTo>
                <a:cubicBezTo>
                  <a:pt x="268332" y="251788"/>
                  <a:pt x="266285" y="252765"/>
                  <a:pt x="263258" y="252765"/>
                </a:cubicBezTo>
                <a:cubicBezTo>
                  <a:pt x="260231" y="252765"/>
                  <a:pt x="258184" y="251788"/>
                  <a:pt x="256225" y="249744"/>
                </a:cubicBezTo>
                <a:cubicBezTo>
                  <a:pt x="252130" y="245746"/>
                  <a:pt x="252130" y="239616"/>
                  <a:pt x="256225" y="235617"/>
                </a:cubicBezTo>
                <a:lnTo>
                  <a:pt x="337235" y="154766"/>
                </a:lnTo>
                <a:cubicBezTo>
                  <a:pt x="337769" y="154233"/>
                  <a:pt x="338303" y="153789"/>
                  <a:pt x="338837" y="153433"/>
                </a:cubicBezTo>
                <a:cubicBezTo>
                  <a:pt x="339372" y="152989"/>
                  <a:pt x="339995" y="152723"/>
                  <a:pt x="340618" y="152456"/>
                </a:cubicBezTo>
                <a:cubicBezTo>
                  <a:pt x="340885" y="152367"/>
                  <a:pt x="341152" y="152190"/>
                  <a:pt x="341508" y="152101"/>
                </a:cubicBezTo>
                <a:cubicBezTo>
                  <a:pt x="342131" y="151923"/>
                  <a:pt x="342754" y="151834"/>
                  <a:pt x="343378" y="151745"/>
                </a:cubicBezTo>
                <a:cubicBezTo>
                  <a:pt x="343645" y="151745"/>
                  <a:pt x="344001" y="151745"/>
                  <a:pt x="344268" y="151745"/>
                </a:cubicBezTo>
                <a:cubicBezTo>
                  <a:pt x="344980" y="151745"/>
                  <a:pt x="345603" y="151745"/>
                  <a:pt x="346226" y="151923"/>
                </a:cubicBezTo>
                <a:cubicBezTo>
                  <a:pt x="348096" y="152278"/>
                  <a:pt x="349876" y="153256"/>
                  <a:pt x="351390" y="154766"/>
                </a:cubicBezTo>
                <a:lnTo>
                  <a:pt x="394921" y="198213"/>
                </a:lnTo>
                <a:lnTo>
                  <a:pt x="471925" y="121359"/>
                </a:lnTo>
                <a:lnTo>
                  <a:pt x="425367" y="121359"/>
                </a:lnTo>
                <a:cubicBezTo>
                  <a:pt x="419224" y="121359"/>
                  <a:pt x="415218" y="117361"/>
                  <a:pt x="415218" y="111231"/>
                </a:cubicBezTo>
                <a:cubicBezTo>
                  <a:pt x="415218" y="105189"/>
                  <a:pt x="419224" y="101191"/>
                  <a:pt x="425367" y="101191"/>
                </a:cubicBezTo>
                <a:close/>
                <a:moveTo>
                  <a:pt x="101297" y="91029"/>
                </a:moveTo>
                <a:cubicBezTo>
                  <a:pt x="107337" y="91029"/>
                  <a:pt x="111423" y="95028"/>
                  <a:pt x="111423" y="101159"/>
                </a:cubicBezTo>
                <a:lnTo>
                  <a:pt x="111423" y="262887"/>
                </a:lnTo>
                <a:cubicBezTo>
                  <a:pt x="111423" y="268929"/>
                  <a:pt x="107337" y="273017"/>
                  <a:pt x="101297" y="273017"/>
                </a:cubicBezTo>
                <a:cubicBezTo>
                  <a:pt x="95257" y="273017"/>
                  <a:pt x="91171" y="268929"/>
                  <a:pt x="91171" y="262887"/>
                </a:cubicBezTo>
                <a:lnTo>
                  <a:pt x="91171" y="101159"/>
                </a:lnTo>
                <a:cubicBezTo>
                  <a:pt x="91171" y="95028"/>
                  <a:pt x="95257" y="91029"/>
                  <a:pt x="101297" y="91029"/>
                </a:cubicBezTo>
                <a:close/>
                <a:moveTo>
                  <a:pt x="70848" y="20177"/>
                </a:moveTo>
                <a:cubicBezTo>
                  <a:pt x="64796" y="20177"/>
                  <a:pt x="60791" y="24265"/>
                  <a:pt x="60791" y="30309"/>
                </a:cubicBezTo>
                <a:lnTo>
                  <a:pt x="60791" y="343802"/>
                </a:lnTo>
                <a:lnTo>
                  <a:pt x="222780" y="343802"/>
                </a:lnTo>
                <a:cubicBezTo>
                  <a:pt x="228833" y="343802"/>
                  <a:pt x="232927" y="347890"/>
                  <a:pt x="232927" y="353935"/>
                </a:cubicBezTo>
                <a:lnTo>
                  <a:pt x="232927" y="364067"/>
                </a:lnTo>
                <a:lnTo>
                  <a:pt x="374712" y="364067"/>
                </a:lnTo>
                <a:lnTo>
                  <a:pt x="374712" y="353935"/>
                </a:lnTo>
                <a:cubicBezTo>
                  <a:pt x="374712" y="347890"/>
                  <a:pt x="378717" y="343802"/>
                  <a:pt x="384859" y="343802"/>
                </a:cubicBezTo>
                <a:lnTo>
                  <a:pt x="546848" y="343802"/>
                </a:lnTo>
                <a:lnTo>
                  <a:pt x="546848" y="30309"/>
                </a:lnTo>
                <a:cubicBezTo>
                  <a:pt x="546848" y="24265"/>
                  <a:pt x="542754" y="20177"/>
                  <a:pt x="536702" y="20177"/>
                </a:cubicBezTo>
                <a:close/>
                <a:moveTo>
                  <a:pt x="70848" y="0"/>
                </a:moveTo>
                <a:lnTo>
                  <a:pt x="536702" y="0"/>
                </a:lnTo>
                <a:cubicBezTo>
                  <a:pt x="553969" y="0"/>
                  <a:pt x="567142" y="13155"/>
                  <a:pt x="567142" y="30309"/>
                </a:cubicBezTo>
                <a:lnTo>
                  <a:pt x="567142" y="343802"/>
                </a:lnTo>
                <a:lnTo>
                  <a:pt x="597492" y="343802"/>
                </a:lnTo>
                <a:cubicBezTo>
                  <a:pt x="603545" y="343802"/>
                  <a:pt x="607639" y="347890"/>
                  <a:pt x="607639" y="353935"/>
                </a:cubicBezTo>
                <a:lnTo>
                  <a:pt x="607639" y="384244"/>
                </a:lnTo>
                <a:cubicBezTo>
                  <a:pt x="607639" y="401487"/>
                  <a:pt x="594466" y="414642"/>
                  <a:pt x="577199" y="414642"/>
                </a:cubicBezTo>
                <a:lnTo>
                  <a:pt x="30351" y="414642"/>
                </a:lnTo>
                <a:cubicBezTo>
                  <a:pt x="13173" y="414642"/>
                  <a:pt x="0" y="401487"/>
                  <a:pt x="0" y="384244"/>
                </a:cubicBezTo>
                <a:lnTo>
                  <a:pt x="0" y="353935"/>
                </a:lnTo>
                <a:cubicBezTo>
                  <a:pt x="0" y="347890"/>
                  <a:pt x="4094" y="343802"/>
                  <a:pt x="10147" y="343802"/>
                </a:cubicBezTo>
                <a:lnTo>
                  <a:pt x="40497" y="343802"/>
                </a:lnTo>
                <a:lnTo>
                  <a:pt x="40497" y="30309"/>
                </a:lnTo>
                <a:cubicBezTo>
                  <a:pt x="40497" y="13155"/>
                  <a:pt x="53670" y="0"/>
                  <a:pt x="70848" y="0"/>
                </a:cubicBezTo>
                <a:close/>
              </a:path>
            </a:pathLst>
          </a:custGeom>
          <a:gradFill>
            <a:gsLst>
              <a:gs pos="0">
                <a:srgbClr val="044BC9"/>
              </a:gs>
              <a:gs pos="100000">
                <a:srgbClr val="23A2E4"/>
              </a:gs>
            </a:gsLst>
            <a:lin ang="0" scaled="0"/>
          </a:gradFill>
          <a:ln>
            <a:noFill/>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p>
        </p:txBody>
      </p:sp>
      <p:sp>
        <p:nvSpPr>
          <p:cNvPr id="9" name="íśḻïḑè">
            <a:extLst>
              <a:ext uri="{FF2B5EF4-FFF2-40B4-BE49-F238E27FC236}">
                <a16:creationId xmlns:a16="http://schemas.microsoft.com/office/drawing/2014/main" id="{B22A33E5-0F49-4AE7-AF38-FDEECEEB1C4A}"/>
              </a:ext>
            </a:extLst>
          </p:cNvPr>
          <p:cNvSpPr/>
          <p:nvPr/>
        </p:nvSpPr>
        <p:spPr bwMode="auto">
          <a:xfrm>
            <a:off x="8154546" y="3381930"/>
            <a:ext cx="700875" cy="460718"/>
          </a:xfrm>
          <a:custGeom>
            <a:avLst/>
            <a:gdLst>
              <a:gd name="connsiteX0" fmla="*/ 20293 w 607639"/>
              <a:gd name="connsiteY0" fmla="*/ 364067 h 414642"/>
              <a:gd name="connsiteX1" fmla="*/ 20293 w 607639"/>
              <a:gd name="connsiteY1" fmla="*/ 384244 h 414642"/>
              <a:gd name="connsiteX2" fmla="*/ 30351 w 607639"/>
              <a:gd name="connsiteY2" fmla="*/ 394377 h 414642"/>
              <a:gd name="connsiteX3" fmla="*/ 577199 w 607639"/>
              <a:gd name="connsiteY3" fmla="*/ 394377 h 414642"/>
              <a:gd name="connsiteX4" fmla="*/ 587346 w 607639"/>
              <a:gd name="connsiteY4" fmla="*/ 384244 h 414642"/>
              <a:gd name="connsiteX5" fmla="*/ 587346 w 607639"/>
              <a:gd name="connsiteY5" fmla="*/ 364067 h 414642"/>
              <a:gd name="connsiteX6" fmla="*/ 556995 w 607639"/>
              <a:gd name="connsiteY6" fmla="*/ 364067 h 414642"/>
              <a:gd name="connsiteX7" fmla="*/ 394916 w 607639"/>
              <a:gd name="connsiteY7" fmla="*/ 364067 h 414642"/>
              <a:gd name="connsiteX8" fmla="*/ 394916 w 607639"/>
              <a:gd name="connsiteY8" fmla="*/ 374200 h 414642"/>
              <a:gd name="connsiteX9" fmla="*/ 384859 w 607639"/>
              <a:gd name="connsiteY9" fmla="*/ 384244 h 414642"/>
              <a:gd name="connsiteX10" fmla="*/ 222780 w 607639"/>
              <a:gd name="connsiteY10" fmla="*/ 384244 h 414642"/>
              <a:gd name="connsiteX11" fmla="*/ 212634 w 607639"/>
              <a:gd name="connsiteY11" fmla="*/ 374200 h 414642"/>
              <a:gd name="connsiteX12" fmla="*/ 212634 w 607639"/>
              <a:gd name="connsiteY12" fmla="*/ 364067 h 414642"/>
              <a:gd name="connsiteX13" fmla="*/ 50644 w 607639"/>
              <a:gd name="connsiteY13" fmla="*/ 364067 h 414642"/>
              <a:gd name="connsiteX14" fmla="*/ 141754 w 607639"/>
              <a:gd name="connsiteY14" fmla="*/ 232583 h 414642"/>
              <a:gd name="connsiteX15" fmla="*/ 161961 w 607639"/>
              <a:gd name="connsiteY15" fmla="*/ 232583 h 414642"/>
              <a:gd name="connsiteX16" fmla="*/ 172110 w 607639"/>
              <a:gd name="connsiteY16" fmla="*/ 242719 h 414642"/>
              <a:gd name="connsiteX17" fmla="*/ 161961 w 607639"/>
              <a:gd name="connsiteY17" fmla="*/ 252765 h 414642"/>
              <a:gd name="connsiteX18" fmla="*/ 141754 w 607639"/>
              <a:gd name="connsiteY18" fmla="*/ 252765 h 414642"/>
              <a:gd name="connsiteX19" fmla="*/ 131605 w 607639"/>
              <a:gd name="connsiteY19" fmla="*/ 242719 h 414642"/>
              <a:gd name="connsiteX20" fmla="*/ 141754 w 607639"/>
              <a:gd name="connsiteY20" fmla="*/ 232583 h 414642"/>
              <a:gd name="connsiteX21" fmla="*/ 141758 w 607639"/>
              <a:gd name="connsiteY21" fmla="*/ 192149 h 414642"/>
              <a:gd name="connsiteX22" fmla="*/ 182279 w 607639"/>
              <a:gd name="connsiteY22" fmla="*/ 192149 h 414642"/>
              <a:gd name="connsiteX23" fmla="*/ 192432 w 607639"/>
              <a:gd name="connsiteY23" fmla="*/ 202196 h 414642"/>
              <a:gd name="connsiteX24" fmla="*/ 182279 w 607639"/>
              <a:gd name="connsiteY24" fmla="*/ 212331 h 414642"/>
              <a:gd name="connsiteX25" fmla="*/ 141758 w 607639"/>
              <a:gd name="connsiteY25" fmla="*/ 212331 h 414642"/>
              <a:gd name="connsiteX26" fmla="*/ 131605 w 607639"/>
              <a:gd name="connsiteY26" fmla="*/ 202196 h 414642"/>
              <a:gd name="connsiteX27" fmla="*/ 141758 w 607639"/>
              <a:gd name="connsiteY27" fmla="*/ 192149 h 414642"/>
              <a:gd name="connsiteX28" fmla="*/ 141754 w 607639"/>
              <a:gd name="connsiteY28" fmla="*/ 151716 h 414642"/>
              <a:gd name="connsiteX29" fmla="*/ 161961 w 607639"/>
              <a:gd name="connsiteY29" fmla="*/ 151716 h 414642"/>
              <a:gd name="connsiteX30" fmla="*/ 172110 w 607639"/>
              <a:gd name="connsiteY30" fmla="*/ 161763 h 414642"/>
              <a:gd name="connsiteX31" fmla="*/ 161961 w 607639"/>
              <a:gd name="connsiteY31" fmla="*/ 171898 h 414642"/>
              <a:gd name="connsiteX32" fmla="*/ 141754 w 607639"/>
              <a:gd name="connsiteY32" fmla="*/ 171898 h 414642"/>
              <a:gd name="connsiteX33" fmla="*/ 131605 w 607639"/>
              <a:gd name="connsiteY33" fmla="*/ 161763 h 414642"/>
              <a:gd name="connsiteX34" fmla="*/ 141754 w 607639"/>
              <a:gd name="connsiteY34" fmla="*/ 151716 h 414642"/>
              <a:gd name="connsiteX35" fmla="*/ 141758 w 607639"/>
              <a:gd name="connsiteY35" fmla="*/ 111211 h 414642"/>
              <a:gd name="connsiteX36" fmla="*/ 182279 w 607639"/>
              <a:gd name="connsiteY36" fmla="*/ 111211 h 414642"/>
              <a:gd name="connsiteX37" fmla="*/ 192432 w 607639"/>
              <a:gd name="connsiteY37" fmla="*/ 121337 h 414642"/>
              <a:gd name="connsiteX38" fmla="*/ 182279 w 607639"/>
              <a:gd name="connsiteY38" fmla="*/ 131463 h 414642"/>
              <a:gd name="connsiteX39" fmla="*/ 141758 w 607639"/>
              <a:gd name="connsiteY39" fmla="*/ 131463 h 414642"/>
              <a:gd name="connsiteX40" fmla="*/ 131605 w 607639"/>
              <a:gd name="connsiteY40" fmla="*/ 121337 h 414642"/>
              <a:gd name="connsiteX41" fmla="*/ 141758 w 607639"/>
              <a:gd name="connsiteY41" fmla="*/ 111211 h 414642"/>
              <a:gd name="connsiteX42" fmla="*/ 425367 w 607639"/>
              <a:gd name="connsiteY42" fmla="*/ 101191 h 414642"/>
              <a:gd name="connsiteX43" fmla="*/ 496228 w 607639"/>
              <a:gd name="connsiteY43" fmla="*/ 101191 h 414642"/>
              <a:gd name="connsiteX44" fmla="*/ 506377 w 607639"/>
              <a:gd name="connsiteY44" fmla="*/ 111231 h 414642"/>
              <a:gd name="connsiteX45" fmla="*/ 506377 w 607639"/>
              <a:gd name="connsiteY45" fmla="*/ 182042 h 414642"/>
              <a:gd name="connsiteX46" fmla="*/ 496228 w 607639"/>
              <a:gd name="connsiteY46" fmla="*/ 192171 h 414642"/>
              <a:gd name="connsiteX47" fmla="*/ 486080 w 607639"/>
              <a:gd name="connsiteY47" fmla="*/ 182042 h 414642"/>
              <a:gd name="connsiteX48" fmla="*/ 486080 w 607639"/>
              <a:gd name="connsiteY48" fmla="*/ 135575 h 414642"/>
              <a:gd name="connsiteX49" fmla="*/ 402043 w 607639"/>
              <a:gd name="connsiteY49" fmla="*/ 219447 h 414642"/>
              <a:gd name="connsiteX50" fmla="*/ 394921 w 607639"/>
              <a:gd name="connsiteY50" fmla="*/ 222468 h 414642"/>
              <a:gd name="connsiteX51" fmla="*/ 387889 w 607639"/>
              <a:gd name="connsiteY51" fmla="*/ 219447 h 414642"/>
              <a:gd name="connsiteX52" fmla="*/ 344268 w 607639"/>
              <a:gd name="connsiteY52" fmla="*/ 176001 h 414642"/>
              <a:gd name="connsiteX53" fmla="*/ 270380 w 607639"/>
              <a:gd name="connsiteY53" fmla="*/ 249744 h 414642"/>
              <a:gd name="connsiteX54" fmla="*/ 263258 w 607639"/>
              <a:gd name="connsiteY54" fmla="*/ 252765 h 414642"/>
              <a:gd name="connsiteX55" fmla="*/ 256225 w 607639"/>
              <a:gd name="connsiteY55" fmla="*/ 249744 h 414642"/>
              <a:gd name="connsiteX56" fmla="*/ 256225 w 607639"/>
              <a:gd name="connsiteY56" fmla="*/ 235617 h 414642"/>
              <a:gd name="connsiteX57" fmla="*/ 337235 w 607639"/>
              <a:gd name="connsiteY57" fmla="*/ 154766 h 414642"/>
              <a:gd name="connsiteX58" fmla="*/ 338837 w 607639"/>
              <a:gd name="connsiteY58" fmla="*/ 153433 h 414642"/>
              <a:gd name="connsiteX59" fmla="*/ 340618 w 607639"/>
              <a:gd name="connsiteY59" fmla="*/ 152456 h 414642"/>
              <a:gd name="connsiteX60" fmla="*/ 341508 w 607639"/>
              <a:gd name="connsiteY60" fmla="*/ 152101 h 414642"/>
              <a:gd name="connsiteX61" fmla="*/ 343378 w 607639"/>
              <a:gd name="connsiteY61" fmla="*/ 151745 h 414642"/>
              <a:gd name="connsiteX62" fmla="*/ 344268 w 607639"/>
              <a:gd name="connsiteY62" fmla="*/ 151745 h 414642"/>
              <a:gd name="connsiteX63" fmla="*/ 346226 w 607639"/>
              <a:gd name="connsiteY63" fmla="*/ 151923 h 414642"/>
              <a:gd name="connsiteX64" fmla="*/ 351390 w 607639"/>
              <a:gd name="connsiteY64" fmla="*/ 154766 h 414642"/>
              <a:gd name="connsiteX65" fmla="*/ 394921 w 607639"/>
              <a:gd name="connsiteY65" fmla="*/ 198213 h 414642"/>
              <a:gd name="connsiteX66" fmla="*/ 471925 w 607639"/>
              <a:gd name="connsiteY66" fmla="*/ 121359 h 414642"/>
              <a:gd name="connsiteX67" fmla="*/ 425367 w 607639"/>
              <a:gd name="connsiteY67" fmla="*/ 121359 h 414642"/>
              <a:gd name="connsiteX68" fmla="*/ 415218 w 607639"/>
              <a:gd name="connsiteY68" fmla="*/ 111231 h 414642"/>
              <a:gd name="connsiteX69" fmla="*/ 425367 w 607639"/>
              <a:gd name="connsiteY69" fmla="*/ 101191 h 414642"/>
              <a:gd name="connsiteX70" fmla="*/ 101297 w 607639"/>
              <a:gd name="connsiteY70" fmla="*/ 91029 h 414642"/>
              <a:gd name="connsiteX71" fmla="*/ 111423 w 607639"/>
              <a:gd name="connsiteY71" fmla="*/ 101159 h 414642"/>
              <a:gd name="connsiteX72" fmla="*/ 111423 w 607639"/>
              <a:gd name="connsiteY72" fmla="*/ 262887 h 414642"/>
              <a:gd name="connsiteX73" fmla="*/ 101297 w 607639"/>
              <a:gd name="connsiteY73" fmla="*/ 273017 h 414642"/>
              <a:gd name="connsiteX74" fmla="*/ 91171 w 607639"/>
              <a:gd name="connsiteY74" fmla="*/ 262887 h 414642"/>
              <a:gd name="connsiteX75" fmla="*/ 91171 w 607639"/>
              <a:gd name="connsiteY75" fmla="*/ 101159 h 414642"/>
              <a:gd name="connsiteX76" fmla="*/ 101297 w 607639"/>
              <a:gd name="connsiteY76" fmla="*/ 91029 h 414642"/>
              <a:gd name="connsiteX77" fmla="*/ 70848 w 607639"/>
              <a:gd name="connsiteY77" fmla="*/ 20177 h 414642"/>
              <a:gd name="connsiteX78" fmla="*/ 60791 w 607639"/>
              <a:gd name="connsiteY78" fmla="*/ 30309 h 414642"/>
              <a:gd name="connsiteX79" fmla="*/ 60791 w 607639"/>
              <a:gd name="connsiteY79" fmla="*/ 343802 h 414642"/>
              <a:gd name="connsiteX80" fmla="*/ 222780 w 607639"/>
              <a:gd name="connsiteY80" fmla="*/ 343802 h 414642"/>
              <a:gd name="connsiteX81" fmla="*/ 232927 w 607639"/>
              <a:gd name="connsiteY81" fmla="*/ 353935 h 414642"/>
              <a:gd name="connsiteX82" fmla="*/ 232927 w 607639"/>
              <a:gd name="connsiteY82" fmla="*/ 364067 h 414642"/>
              <a:gd name="connsiteX83" fmla="*/ 374712 w 607639"/>
              <a:gd name="connsiteY83" fmla="*/ 364067 h 414642"/>
              <a:gd name="connsiteX84" fmla="*/ 374712 w 607639"/>
              <a:gd name="connsiteY84" fmla="*/ 353935 h 414642"/>
              <a:gd name="connsiteX85" fmla="*/ 384859 w 607639"/>
              <a:gd name="connsiteY85" fmla="*/ 343802 h 414642"/>
              <a:gd name="connsiteX86" fmla="*/ 546848 w 607639"/>
              <a:gd name="connsiteY86" fmla="*/ 343802 h 414642"/>
              <a:gd name="connsiteX87" fmla="*/ 546848 w 607639"/>
              <a:gd name="connsiteY87" fmla="*/ 30309 h 414642"/>
              <a:gd name="connsiteX88" fmla="*/ 536702 w 607639"/>
              <a:gd name="connsiteY88" fmla="*/ 20177 h 414642"/>
              <a:gd name="connsiteX89" fmla="*/ 70848 w 607639"/>
              <a:gd name="connsiteY89" fmla="*/ 0 h 414642"/>
              <a:gd name="connsiteX90" fmla="*/ 536702 w 607639"/>
              <a:gd name="connsiteY90" fmla="*/ 0 h 414642"/>
              <a:gd name="connsiteX91" fmla="*/ 567142 w 607639"/>
              <a:gd name="connsiteY91" fmla="*/ 30309 h 414642"/>
              <a:gd name="connsiteX92" fmla="*/ 567142 w 607639"/>
              <a:gd name="connsiteY92" fmla="*/ 343802 h 414642"/>
              <a:gd name="connsiteX93" fmla="*/ 597492 w 607639"/>
              <a:gd name="connsiteY93" fmla="*/ 343802 h 414642"/>
              <a:gd name="connsiteX94" fmla="*/ 607639 w 607639"/>
              <a:gd name="connsiteY94" fmla="*/ 353935 h 414642"/>
              <a:gd name="connsiteX95" fmla="*/ 607639 w 607639"/>
              <a:gd name="connsiteY95" fmla="*/ 384244 h 414642"/>
              <a:gd name="connsiteX96" fmla="*/ 577199 w 607639"/>
              <a:gd name="connsiteY96" fmla="*/ 414642 h 414642"/>
              <a:gd name="connsiteX97" fmla="*/ 30351 w 607639"/>
              <a:gd name="connsiteY97" fmla="*/ 414642 h 414642"/>
              <a:gd name="connsiteX98" fmla="*/ 0 w 607639"/>
              <a:gd name="connsiteY98" fmla="*/ 384244 h 414642"/>
              <a:gd name="connsiteX99" fmla="*/ 0 w 607639"/>
              <a:gd name="connsiteY99" fmla="*/ 353935 h 414642"/>
              <a:gd name="connsiteX100" fmla="*/ 10147 w 607639"/>
              <a:gd name="connsiteY100" fmla="*/ 343802 h 414642"/>
              <a:gd name="connsiteX101" fmla="*/ 40497 w 607639"/>
              <a:gd name="connsiteY101" fmla="*/ 343802 h 414642"/>
              <a:gd name="connsiteX102" fmla="*/ 40497 w 607639"/>
              <a:gd name="connsiteY102" fmla="*/ 30309 h 414642"/>
              <a:gd name="connsiteX103" fmla="*/ 70848 w 607639"/>
              <a:gd name="connsiteY103" fmla="*/ 0 h 414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7639" h="414642">
                <a:moveTo>
                  <a:pt x="20293" y="364067"/>
                </a:moveTo>
                <a:lnTo>
                  <a:pt x="20293" y="384244"/>
                </a:lnTo>
                <a:cubicBezTo>
                  <a:pt x="20293" y="390377"/>
                  <a:pt x="24298" y="394377"/>
                  <a:pt x="30351" y="394377"/>
                </a:cubicBezTo>
                <a:lnTo>
                  <a:pt x="577199" y="394377"/>
                </a:lnTo>
                <a:cubicBezTo>
                  <a:pt x="583341" y="394377"/>
                  <a:pt x="587346" y="390377"/>
                  <a:pt x="587346" y="384244"/>
                </a:cubicBezTo>
                <a:lnTo>
                  <a:pt x="587346" y="364067"/>
                </a:lnTo>
                <a:lnTo>
                  <a:pt x="556995" y="364067"/>
                </a:lnTo>
                <a:lnTo>
                  <a:pt x="394916" y="364067"/>
                </a:lnTo>
                <a:lnTo>
                  <a:pt x="394916" y="374200"/>
                </a:lnTo>
                <a:cubicBezTo>
                  <a:pt x="394916" y="380244"/>
                  <a:pt x="390911" y="384244"/>
                  <a:pt x="384859" y="384244"/>
                </a:cubicBezTo>
                <a:lnTo>
                  <a:pt x="222780" y="384244"/>
                </a:lnTo>
                <a:cubicBezTo>
                  <a:pt x="216728" y="384244"/>
                  <a:pt x="212634" y="380244"/>
                  <a:pt x="212634" y="374200"/>
                </a:cubicBezTo>
                <a:lnTo>
                  <a:pt x="212634" y="364067"/>
                </a:lnTo>
                <a:lnTo>
                  <a:pt x="50644" y="364067"/>
                </a:lnTo>
                <a:close/>
                <a:moveTo>
                  <a:pt x="141754" y="232583"/>
                </a:moveTo>
                <a:lnTo>
                  <a:pt x="161961" y="232583"/>
                </a:lnTo>
                <a:cubicBezTo>
                  <a:pt x="168104" y="232583"/>
                  <a:pt x="172110" y="236584"/>
                  <a:pt x="172110" y="242719"/>
                </a:cubicBezTo>
                <a:cubicBezTo>
                  <a:pt x="172110" y="248764"/>
                  <a:pt x="168104" y="252765"/>
                  <a:pt x="161961" y="252765"/>
                </a:cubicBezTo>
                <a:lnTo>
                  <a:pt x="141754" y="252765"/>
                </a:lnTo>
                <a:cubicBezTo>
                  <a:pt x="135700" y="252765"/>
                  <a:pt x="131605" y="248764"/>
                  <a:pt x="131605" y="242719"/>
                </a:cubicBezTo>
                <a:cubicBezTo>
                  <a:pt x="131605" y="236584"/>
                  <a:pt x="135700" y="232583"/>
                  <a:pt x="141754" y="232583"/>
                </a:cubicBezTo>
                <a:close/>
                <a:moveTo>
                  <a:pt x="141758" y="192149"/>
                </a:moveTo>
                <a:lnTo>
                  <a:pt x="182279" y="192149"/>
                </a:lnTo>
                <a:cubicBezTo>
                  <a:pt x="188335" y="192149"/>
                  <a:pt x="192432" y="196150"/>
                  <a:pt x="192432" y="202196"/>
                </a:cubicBezTo>
                <a:cubicBezTo>
                  <a:pt x="192432" y="208330"/>
                  <a:pt x="188335" y="212331"/>
                  <a:pt x="182279" y="212331"/>
                </a:cubicBezTo>
                <a:lnTo>
                  <a:pt x="141758" y="212331"/>
                </a:lnTo>
                <a:cubicBezTo>
                  <a:pt x="135702" y="212331"/>
                  <a:pt x="131605" y="208330"/>
                  <a:pt x="131605" y="202196"/>
                </a:cubicBezTo>
                <a:cubicBezTo>
                  <a:pt x="131605" y="196150"/>
                  <a:pt x="135702" y="192149"/>
                  <a:pt x="141758" y="192149"/>
                </a:cubicBezTo>
                <a:close/>
                <a:moveTo>
                  <a:pt x="141754" y="151716"/>
                </a:moveTo>
                <a:lnTo>
                  <a:pt x="161961" y="151716"/>
                </a:lnTo>
                <a:cubicBezTo>
                  <a:pt x="168104" y="151716"/>
                  <a:pt x="172110" y="155717"/>
                  <a:pt x="172110" y="161763"/>
                </a:cubicBezTo>
                <a:cubicBezTo>
                  <a:pt x="172110" y="167897"/>
                  <a:pt x="168104" y="171898"/>
                  <a:pt x="161961" y="171898"/>
                </a:cubicBezTo>
                <a:lnTo>
                  <a:pt x="141754" y="171898"/>
                </a:lnTo>
                <a:cubicBezTo>
                  <a:pt x="135700" y="171898"/>
                  <a:pt x="131605" y="167897"/>
                  <a:pt x="131605" y="161763"/>
                </a:cubicBezTo>
                <a:cubicBezTo>
                  <a:pt x="131605" y="155717"/>
                  <a:pt x="135700" y="151716"/>
                  <a:pt x="141754" y="151716"/>
                </a:cubicBezTo>
                <a:close/>
                <a:moveTo>
                  <a:pt x="141758" y="111211"/>
                </a:moveTo>
                <a:lnTo>
                  <a:pt x="182279" y="111211"/>
                </a:lnTo>
                <a:cubicBezTo>
                  <a:pt x="188335" y="111211"/>
                  <a:pt x="192432" y="115297"/>
                  <a:pt x="192432" y="121337"/>
                </a:cubicBezTo>
                <a:cubicBezTo>
                  <a:pt x="192432" y="127377"/>
                  <a:pt x="188335" y="131463"/>
                  <a:pt x="182279" y="131463"/>
                </a:cubicBezTo>
                <a:lnTo>
                  <a:pt x="141758" y="131463"/>
                </a:lnTo>
                <a:cubicBezTo>
                  <a:pt x="135702" y="131463"/>
                  <a:pt x="131605" y="127377"/>
                  <a:pt x="131605" y="121337"/>
                </a:cubicBezTo>
                <a:cubicBezTo>
                  <a:pt x="131605" y="115297"/>
                  <a:pt x="135702" y="111211"/>
                  <a:pt x="141758" y="111211"/>
                </a:cubicBezTo>
                <a:close/>
                <a:moveTo>
                  <a:pt x="425367" y="101191"/>
                </a:moveTo>
                <a:lnTo>
                  <a:pt x="496228" y="101191"/>
                </a:lnTo>
                <a:cubicBezTo>
                  <a:pt x="502282" y="101191"/>
                  <a:pt x="506377" y="105189"/>
                  <a:pt x="506377" y="111231"/>
                </a:cubicBezTo>
                <a:lnTo>
                  <a:pt x="506377" y="182042"/>
                </a:lnTo>
                <a:cubicBezTo>
                  <a:pt x="506377" y="188084"/>
                  <a:pt x="502282" y="192171"/>
                  <a:pt x="496228" y="192171"/>
                </a:cubicBezTo>
                <a:cubicBezTo>
                  <a:pt x="490175" y="192171"/>
                  <a:pt x="486080" y="188084"/>
                  <a:pt x="486080" y="182042"/>
                </a:cubicBezTo>
                <a:lnTo>
                  <a:pt x="486080" y="135575"/>
                </a:lnTo>
                <a:lnTo>
                  <a:pt x="402043" y="219447"/>
                </a:lnTo>
                <a:cubicBezTo>
                  <a:pt x="399996" y="221491"/>
                  <a:pt x="397948" y="222468"/>
                  <a:pt x="394921" y="222468"/>
                </a:cubicBezTo>
                <a:cubicBezTo>
                  <a:pt x="391895" y="222468"/>
                  <a:pt x="389847" y="221491"/>
                  <a:pt x="387889" y="219447"/>
                </a:cubicBezTo>
                <a:lnTo>
                  <a:pt x="344268" y="176001"/>
                </a:lnTo>
                <a:lnTo>
                  <a:pt x="270380" y="249744"/>
                </a:lnTo>
                <a:cubicBezTo>
                  <a:pt x="268332" y="251788"/>
                  <a:pt x="266285" y="252765"/>
                  <a:pt x="263258" y="252765"/>
                </a:cubicBezTo>
                <a:cubicBezTo>
                  <a:pt x="260231" y="252765"/>
                  <a:pt x="258184" y="251788"/>
                  <a:pt x="256225" y="249744"/>
                </a:cubicBezTo>
                <a:cubicBezTo>
                  <a:pt x="252130" y="245746"/>
                  <a:pt x="252130" y="239616"/>
                  <a:pt x="256225" y="235617"/>
                </a:cubicBezTo>
                <a:lnTo>
                  <a:pt x="337235" y="154766"/>
                </a:lnTo>
                <a:cubicBezTo>
                  <a:pt x="337769" y="154233"/>
                  <a:pt x="338303" y="153789"/>
                  <a:pt x="338837" y="153433"/>
                </a:cubicBezTo>
                <a:cubicBezTo>
                  <a:pt x="339372" y="152989"/>
                  <a:pt x="339995" y="152723"/>
                  <a:pt x="340618" y="152456"/>
                </a:cubicBezTo>
                <a:cubicBezTo>
                  <a:pt x="340885" y="152367"/>
                  <a:pt x="341152" y="152190"/>
                  <a:pt x="341508" y="152101"/>
                </a:cubicBezTo>
                <a:cubicBezTo>
                  <a:pt x="342131" y="151923"/>
                  <a:pt x="342754" y="151834"/>
                  <a:pt x="343378" y="151745"/>
                </a:cubicBezTo>
                <a:cubicBezTo>
                  <a:pt x="343645" y="151745"/>
                  <a:pt x="344001" y="151745"/>
                  <a:pt x="344268" y="151745"/>
                </a:cubicBezTo>
                <a:cubicBezTo>
                  <a:pt x="344980" y="151745"/>
                  <a:pt x="345603" y="151745"/>
                  <a:pt x="346226" y="151923"/>
                </a:cubicBezTo>
                <a:cubicBezTo>
                  <a:pt x="348096" y="152278"/>
                  <a:pt x="349876" y="153256"/>
                  <a:pt x="351390" y="154766"/>
                </a:cubicBezTo>
                <a:lnTo>
                  <a:pt x="394921" y="198213"/>
                </a:lnTo>
                <a:lnTo>
                  <a:pt x="471925" y="121359"/>
                </a:lnTo>
                <a:lnTo>
                  <a:pt x="425367" y="121359"/>
                </a:lnTo>
                <a:cubicBezTo>
                  <a:pt x="419224" y="121359"/>
                  <a:pt x="415218" y="117361"/>
                  <a:pt x="415218" y="111231"/>
                </a:cubicBezTo>
                <a:cubicBezTo>
                  <a:pt x="415218" y="105189"/>
                  <a:pt x="419224" y="101191"/>
                  <a:pt x="425367" y="101191"/>
                </a:cubicBezTo>
                <a:close/>
                <a:moveTo>
                  <a:pt x="101297" y="91029"/>
                </a:moveTo>
                <a:cubicBezTo>
                  <a:pt x="107337" y="91029"/>
                  <a:pt x="111423" y="95028"/>
                  <a:pt x="111423" y="101159"/>
                </a:cubicBezTo>
                <a:lnTo>
                  <a:pt x="111423" y="262887"/>
                </a:lnTo>
                <a:cubicBezTo>
                  <a:pt x="111423" y="268929"/>
                  <a:pt x="107337" y="273017"/>
                  <a:pt x="101297" y="273017"/>
                </a:cubicBezTo>
                <a:cubicBezTo>
                  <a:pt x="95257" y="273017"/>
                  <a:pt x="91171" y="268929"/>
                  <a:pt x="91171" y="262887"/>
                </a:cubicBezTo>
                <a:lnTo>
                  <a:pt x="91171" y="101159"/>
                </a:lnTo>
                <a:cubicBezTo>
                  <a:pt x="91171" y="95028"/>
                  <a:pt x="95257" y="91029"/>
                  <a:pt x="101297" y="91029"/>
                </a:cubicBezTo>
                <a:close/>
                <a:moveTo>
                  <a:pt x="70848" y="20177"/>
                </a:moveTo>
                <a:cubicBezTo>
                  <a:pt x="64796" y="20177"/>
                  <a:pt x="60791" y="24265"/>
                  <a:pt x="60791" y="30309"/>
                </a:cubicBezTo>
                <a:lnTo>
                  <a:pt x="60791" y="343802"/>
                </a:lnTo>
                <a:lnTo>
                  <a:pt x="222780" y="343802"/>
                </a:lnTo>
                <a:cubicBezTo>
                  <a:pt x="228833" y="343802"/>
                  <a:pt x="232927" y="347890"/>
                  <a:pt x="232927" y="353935"/>
                </a:cubicBezTo>
                <a:lnTo>
                  <a:pt x="232927" y="364067"/>
                </a:lnTo>
                <a:lnTo>
                  <a:pt x="374712" y="364067"/>
                </a:lnTo>
                <a:lnTo>
                  <a:pt x="374712" y="353935"/>
                </a:lnTo>
                <a:cubicBezTo>
                  <a:pt x="374712" y="347890"/>
                  <a:pt x="378717" y="343802"/>
                  <a:pt x="384859" y="343802"/>
                </a:cubicBezTo>
                <a:lnTo>
                  <a:pt x="546848" y="343802"/>
                </a:lnTo>
                <a:lnTo>
                  <a:pt x="546848" y="30309"/>
                </a:lnTo>
                <a:cubicBezTo>
                  <a:pt x="546848" y="24265"/>
                  <a:pt x="542754" y="20177"/>
                  <a:pt x="536702" y="20177"/>
                </a:cubicBezTo>
                <a:close/>
                <a:moveTo>
                  <a:pt x="70848" y="0"/>
                </a:moveTo>
                <a:lnTo>
                  <a:pt x="536702" y="0"/>
                </a:lnTo>
                <a:cubicBezTo>
                  <a:pt x="553969" y="0"/>
                  <a:pt x="567142" y="13155"/>
                  <a:pt x="567142" y="30309"/>
                </a:cubicBezTo>
                <a:lnTo>
                  <a:pt x="567142" y="343802"/>
                </a:lnTo>
                <a:lnTo>
                  <a:pt x="597492" y="343802"/>
                </a:lnTo>
                <a:cubicBezTo>
                  <a:pt x="603545" y="343802"/>
                  <a:pt x="607639" y="347890"/>
                  <a:pt x="607639" y="353935"/>
                </a:cubicBezTo>
                <a:lnTo>
                  <a:pt x="607639" y="384244"/>
                </a:lnTo>
                <a:cubicBezTo>
                  <a:pt x="607639" y="401487"/>
                  <a:pt x="594466" y="414642"/>
                  <a:pt x="577199" y="414642"/>
                </a:cubicBezTo>
                <a:lnTo>
                  <a:pt x="30351" y="414642"/>
                </a:lnTo>
                <a:cubicBezTo>
                  <a:pt x="13173" y="414642"/>
                  <a:pt x="0" y="401487"/>
                  <a:pt x="0" y="384244"/>
                </a:cubicBezTo>
                <a:lnTo>
                  <a:pt x="0" y="353935"/>
                </a:lnTo>
                <a:cubicBezTo>
                  <a:pt x="0" y="347890"/>
                  <a:pt x="4094" y="343802"/>
                  <a:pt x="10147" y="343802"/>
                </a:cubicBezTo>
                <a:lnTo>
                  <a:pt x="40497" y="343802"/>
                </a:lnTo>
                <a:lnTo>
                  <a:pt x="40497" y="30309"/>
                </a:lnTo>
                <a:cubicBezTo>
                  <a:pt x="40497" y="13155"/>
                  <a:pt x="53670" y="0"/>
                  <a:pt x="70848" y="0"/>
                </a:cubicBezTo>
                <a:close/>
              </a:path>
            </a:pathLst>
          </a:custGeom>
          <a:gradFill>
            <a:gsLst>
              <a:gs pos="0">
                <a:srgbClr val="044BC9"/>
              </a:gs>
              <a:gs pos="100000">
                <a:srgbClr val="23A2E4"/>
              </a:gs>
            </a:gsLst>
            <a:lin ang="0" scaled="0"/>
          </a:gradFill>
          <a:ln>
            <a:noFill/>
          </a:ln>
        </p:spPr>
        <p:txBody>
          <a:bodyPr anchor="ct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endParaRPr/>
          </a:p>
        </p:txBody>
      </p:sp>
      <p:cxnSp>
        <p:nvCxnSpPr>
          <p:cNvPr id="10" name="直接连接符 9">
            <a:extLst>
              <a:ext uri="{FF2B5EF4-FFF2-40B4-BE49-F238E27FC236}">
                <a16:creationId xmlns:a16="http://schemas.microsoft.com/office/drawing/2014/main" id="{5EA45BCF-CC88-4321-8650-9E89759F518C}"/>
              </a:ext>
            </a:extLst>
          </p:cNvPr>
          <p:cNvCxnSpPr/>
          <p:nvPr/>
        </p:nvCxnSpPr>
        <p:spPr>
          <a:xfrm>
            <a:off x="4251667" y="4149427"/>
            <a:ext cx="0" cy="1980000"/>
          </a:xfrm>
          <a:prstGeom prst="line">
            <a:avLst/>
          </a:prstGeom>
          <a:ln w="3175" cap="rnd">
            <a:solidFill>
              <a:schemeClr val="tx1"/>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8B481178-32C8-4863-86F6-96853F7ED6AA}"/>
              </a:ext>
            </a:extLst>
          </p:cNvPr>
          <p:cNvCxnSpPr/>
          <p:nvPr/>
        </p:nvCxnSpPr>
        <p:spPr>
          <a:xfrm>
            <a:off x="7886082" y="4149427"/>
            <a:ext cx="0" cy="1980000"/>
          </a:xfrm>
          <a:prstGeom prst="line">
            <a:avLst/>
          </a:prstGeom>
          <a:ln w="3175" cap="rnd">
            <a:solidFill>
              <a:schemeClr val="tx1"/>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9057971" y="1399898"/>
            <a:ext cx="2692400" cy="1628584"/>
          </a:xfrm>
          <a:prstGeom prst="rect">
            <a:avLst/>
          </a:prstGeom>
          <a:blipFill dpi="0" rotWithShape="1">
            <a:blip r:embed="Rdabda838a7f54112"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Content Placeholder 2"/>
          <p:cNvSpPr txBox="1">
            <a:spLocks/>
          </p:cNvSpPr>
          <p:nvPr/>
        </p:nvSpPr>
        <p:spPr>
          <a:xfrm>
            <a:off x="780998" y="1328265"/>
            <a:ext cx="7723985" cy="1523494"/>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添加所需文本添加所需文本添加文本添加所需文本添加所需文本添加所需文本添加所需文本添加文本添加所需文本添加所需文本添加所需文本添加所需文本添加文本</a:t>
            </a:r>
          </a:p>
        </p:txBody>
      </p:sp>
      <p:grpSp>
        <p:nvGrpSpPr>
          <p:cNvPr id="30" name="组合 29"/>
          <p:cNvGrpSpPr/>
          <p:nvPr/>
        </p:nvGrpSpPr>
        <p:grpSpPr>
          <a:xfrm>
            <a:off x="885715" y="3028482"/>
            <a:ext cx="7619268" cy="0"/>
            <a:chOff x="3746190" y="2146300"/>
            <a:chExt cx="7619268" cy="0"/>
          </a:xfrm>
        </p:grpSpPr>
        <p:cxnSp>
          <p:nvCxnSpPr>
            <p:cNvPr id="31" name="直接连接符 30"/>
            <p:cNvCxnSpPr/>
            <p:nvPr/>
          </p:nvCxnSpPr>
          <p:spPr>
            <a:xfrm>
              <a:off x="3746190" y="2146300"/>
              <a:ext cx="7619268" cy="0"/>
            </a:xfrm>
            <a:prstGeom prst="line">
              <a:avLst/>
            </a:prstGeom>
            <a:ln>
              <a:solidFill>
                <a:srgbClr val="044BC9"/>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3746190" y="2146300"/>
              <a:ext cx="914710" cy="0"/>
            </a:xfrm>
            <a:prstGeom prst="line">
              <a:avLst/>
            </a:prstGeom>
            <a:ln w="57150">
              <a:solidFill>
                <a:srgbClr val="044BC9"/>
              </a:solidFill>
            </a:ln>
          </p:spPr>
          <p:style>
            <a:lnRef idx="1">
              <a:schemeClr val="accent1"/>
            </a:lnRef>
            <a:fillRef idx="0">
              <a:schemeClr val="accent1"/>
            </a:fillRef>
            <a:effectRef idx="0">
              <a:schemeClr val="accent1"/>
            </a:effectRef>
            <a:fontRef idx="minor">
              <a:schemeClr val="tx1"/>
            </a:fontRef>
          </p:style>
        </p:cxnSp>
      </p:grpSp>
      <p:sp>
        <p:nvSpPr>
          <p:cNvPr id="33" name="Content Placeholder 2"/>
          <p:cNvSpPr txBox="1">
            <a:spLocks/>
          </p:cNvSpPr>
          <p:nvPr/>
        </p:nvSpPr>
        <p:spPr>
          <a:xfrm>
            <a:off x="885715" y="4377680"/>
            <a:ext cx="3203685" cy="1523494"/>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a:t>
            </a:r>
          </a:p>
        </p:txBody>
      </p:sp>
      <p:sp>
        <p:nvSpPr>
          <p:cNvPr id="34" name="Content Placeholder 2"/>
          <p:cNvSpPr txBox="1">
            <a:spLocks/>
          </p:cNvSpPr>
          <p:nvPr/>
        </p:nvSpPr>
        <p:spPr>
          <a:xfrm>
            <a:off x="4520129" y="4377680"/>
            <a:ext cx="3203685" cy="1523494"/>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a:t>
            </a:r>
          </a:p>
        </p:txBody>
      </p:sp>
      <p:sp>
        <p:nvSpPr>
          <p:cNvPr id="35" name="Content Placeholder 2"/>
          <p:cNvSpPr txBox="1">
            <a:spLocks/>
          </p:cNvSpPr>
          <p:nvPr/>
        </p:nvSpPr>
        <p:spPr>
          <a:xfrm>
            <a:off x="8154543" y="4377680"/>
            <a:ext cx="3203685" cy="1523494"/>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a:t>
            </a:r>
          </a:p>
        </p:txBody>
      </p:sp>
    </p:spTree>
    <p:extLst>
      <p:ext uri="{BB962C8B-B14F-4D97-AF65-F5344CB8AC3E}">
        <p14:creationId xmlns:p14="http://schemas.microsoft.com/office/powerpoint/2010/main" val="312432901"/>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anim calcmode="lin" valueType="num">
                                      <p:cBhvr>
                                        <p:cTn id="8" dur="500" fill="hold"/>
                                        <p:tgtEl>
                                          <p:spTgt spid="29"/>
                                        </p:tgtEl>
                                        <p:attrNameLst>
                                          <p:attrName>ppt_x</p:attrName>
                                        </p:attrNameLst>
                                      </p:cBhvr>
                                      <p:tavLst>
                                        <p:tav tm="0">
                                          <p:val>
                                            <p:strVal val="#ppt_x"/>
                                          </p:val>
                                        </p:tav>
                                        <p:tav tm="100000">
                                          <p:val>
                                            <p:strVal val="#ppt_x"/>
                                          </p:val>
                                        </p:tav>
                                      </p:tavLst>
                                    </p:anim>
                                    <p:anim calcmode="lin" valueType="num">
                                      <p:cBhvr>
                                        <p:cTn id="9" dur="5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30"/>
                                        </p:tgtEl>
                                        <p:attrNameLst>
                                          <p:attrName>style.visibility</p:attrName>
                                        </p:attrNameLst>
                                      </p:cBhvr>
                                      <p:to>
                                        <p:strVal val="visible"/>
                                      </p:to>
                                    </p:set>
                                    <p:animEffect transition="in" filter="wipe(left)">
                                      <p:cBhvr>
                                        <p:cTn id="14" dur="500"/>
                                        <p:tgtEl>
                                          <p:spTgt spid="30"/>
                                        </p:tgtEl>
                                      </p:cBhvr>
                                    </p:animEffect>
                                  </p:child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box(out)">
                                      <p:cBhvr>
                                        <p:cTn id="19" dur="750"/>
                                        <p:tgtEl>
                                          <p:spTgt spid="28"/>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500" fill="hold"/>
                                        <p:tgtEl>
                                          <p:spTgt spid="8"/>
                                        </p:tgtEl>
                                        <p:attrNameLst>
                                          <p:attrName>ppt_x</p:attrName>
                                        </p:attrNameLst>
                                      </p:cBhvr>
                                      <p:tavLst>
                                        <p:tav tm="0">
                                          <p:val>
                                            <p:strVal val="#ppt_x"/>
                                          </p:val>
                                        </p:tav>
                                        <p:tav tm="100000">
                                          <p:val>
                                            <p:strVal val="#ppt_x"/>
                                          </p:val>
                                        </p:tav>
                                      </p:tavLst>
                                    </p:anim>
                                    <p:anim calcmode="lin" valueType="num">
                                      <p:cBhvr additive="base">
                                        <p:cTn id="29" dur="500" fill="hold"/>
                                        <p:tgtEl>
                                          <p:spTgt spid="8"/>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ppt_x"/>
                                          </p:val>
                                        </p:tav>
                                        <p:tav tm="100000">
                                          <p:val>
                                            <p:strVal val="#ppt_x"/>
                                          </p:val>
                                        </p:tav>
                                      </p:tavLst>
                                    </p:anim>
                                    <p:anim calcmode="lin" valueType="num">
                                      <p:cBhvr additive="base">
                                        <p:cTn id="37" dur="500" fill="hold"/>
                                        <p:tgtEl>
                                          <p:spTgt spid="10"/>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500" fill="hold"/>
                                        <p:tgtEl>
                                          <p:spTgt spid="11"/>
                                        </p:tgtEl>
                                        <p:attrNameLst>
                                          <p:attrName>ppt_x</p:attrName>
                                        </p:attrNameLst>
                                      </p:cBhvr>
                                      <p:tavLst>
                                        <p:tav tm="0">
                                          <p:val>
                                            <p:strVal val="#ppt_x"/>
                                          </p:val>
                                        </p:tav>
                                        <p:tav tm="100000">
                                          <p:val>
                                            <p:strVal val="#ppt_x"/>
                                          </p:val>
                                        </p:tav>
                                      </p:tavLst>
                                    </p:anim>
                                    <p:anim calcmode="lin" valueType="num">
                                      <p:cBhvr additive="base">
                                        <p:cTn id="41" dur="500" fill="hold"/>
                                        <p:tgtEl>
                                          <p:spTgt spid="11"/>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33"/>
                                        </p:tgtEl>
                                        <p:attrNameLst>
                                          <p:attrName>style.visibility</p:attrName>
                                        </p:attrNameLst>
                                      </p:cBhvr>
                                      <p:to>
                                        <p:strVal val="visible"/>
                                      </p:to>
                                    </p:set>
                                    <p:anim calcmode="lin" valueType="num">
                                      <p:cBhvr additive="base">
                                        <p:cTn id="44" dur="500" fill="hold"/>
                                        <p:tgtEl>
                                          <p:spTgt spid="33"/>
                                        </p:tgtEl>
                                        <p:attrNameLst>
                                          <p:attrName>ppt_x</p:attrName>
                                        </p:attrNameLst>
                                      </p:cBhvr>
                                      <p:tavLst>
                                        <p:tav tm="0">
                                          <p:val>
                                            <p:strVal val="#ppt_x"/>
                                          </p:val>
                                        </p:tav>
                                        <p:tav tm="100000">
                                          <p:val>
                                            <p:strVal val="#ppt_x"/>
                                          </p:val>
                                        </p:tav>
                                      </p:tavLst>
                                    </p:anim>
                                    <p:anim calcmode="lin" valueType="num">
                                      <p:cBhvr additive="base">
                                        <p:cTn id="45" dur="500" fill="hold"/>
                                        <p:tgtEl>
                                          <p:spTgt spid="33"/>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34"/>
                                        </p:tgtEl>
                                        <p:attrNameLst>
                                          <p:attrName>style.visibility</p:attrName>
                                        </p:attrNameLst>
                                      </p:cBhvr>
                                      <p:to>
                                        <p:strVal val="visible"/>
                                      </p:to>
                                    </p:set>
                                    <p:anim calcmode="lin" valueType="num">
                                      <p:cBhvr additive="base">
                                        <p:cTn id="48" dur="500" fill="hold"/>
                                        <p:tgtEl>
                                          <p:spTgt spid="34"/>
                                        </p:tgtEl>
                                        <p:attrNameLst>
                                          <p:attrName>ppt_x</p:attrName>
                                        </p:attrNameLst>
                                      </p:cBhvr>
                                      <p:tavLst>
                                        <p:tav tm="0">
                                          <p:val>
                                            <p:strVal val="#ppt_x"/>
                                          </p:val>
                                        </p:tav>
                                        <p:tav tm="100000">
                                          <p:val>
                                            <p:strVal val="#ppt_x"/>
                                          </p:val>
                                        </p:tav>
                                      </p:tavLst>
                                    </p:anim>
                                    <p:anim calcmode="lin" valueType="num">
                                      <p:cBhvr additive="base">
                                        <p:cTn id="49" dur="500" fill="hold"/>
                                        <p:tgtEl>
                                          <p:spTgt spid="34"/>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35"/>
                                        </p:tgtEl>
                                        <p:attrNameLst>
                                          <p:attrName>style.visibility</p:attrName>
                                        </p:attrNameLst>
                                      </p:cBhvr>
                                      <p:to>
                                        <p:strVal val="visible"/>
                                      </p:to>
                                    </p:set>
                                    <p:anim calcmode="lin" valueType="num">
                                      <p:cBhvr additive="base">
                                        <p:cTn id="52" dur="500" fill="hold"/>
                                        <p:tgtEl>
                                          <p:spTgt spid="35"/>
                                        </p:tgtEl>
                                        <p:attrNameLst>
                                          <p:attrName>ppt_x</p:attrName>
                                        </p:attrNameLst>
                                      </p:cBhvr>
                                      <p:tavLst>
                                        <p:tav tm="0">
                                          <p:val>
                                            <p:strVal val="#ppt_x"/>
                                          </p:val>
                                        </p:tav>
                                        <p:tav tm="100000">
                                          <p:val>
                                            <p:strVal val="#ppt_x"/>
                                          </p:val>
                                        </p:tav>
                                      </p:tavLst>
                                    </p:anim>
                                    <p:anim calcmode="lin" valueType="num">
                                      <p:cBhvr additive="base">
                                        <p:cTn id="53"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28" grpId="0" animBg="1"/>
      <p:bldP spid="29" grpId="0"/>
      <p:bldP spid="33" grpId="0"/>
      <p:bldP spid="34" grpId="0"/>
      <p:bldP spid="3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3423744"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问题分析</a:t>
            </a:r>
          </a:p>
        </p:txBody>
      </p:sp>
      <p:sp>
        <p:nvSpPr>
          <p:cNvPr id="6" name="Oval 9">
            <a:extLst>
              <a:ext uri="{FF2B5EF4-FFF2-40B4-BE49-F238E27FC236}">
                <a16:creationId xmlns:a16="http://schemas.microsoft.com/office/drawing/2014/main" id="{45DB668F-1C79-4972-83DE-4D36E238848D}"/>
              </a:ext>
            </a:extLst>
          </p:cNvPr>
          <p:cNvSpPr>
            <a:spLocks noChangeArrowheads="1"/>
          </p:cNvSpPr>
          <p:nvPr/>
        </p:nvSpPr>
        <p:spPr bwMode="auto">
          <a:xfrm>
            <a:off x="1109220" y="1804730"/>
            <a:ext cx="2170610" cy="2179676"/>
          </a:xfrm>
          <a:prstGeom prst="ellipse">
            <a:avLst/>
          </a:prstGeom>
          <a:noFill/>
          <a:ln w="28575">
            <a:solidFill>
              <a:srgbClr val="044BC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Oval 20">
            <a:extLst>
              <a:ext uri="{FF2B5EF4-FFF2-40B4-BE49-F238E27FC236}">
                <a16:creationId xmlns:a16="http://schemas.microsoft.com/office/drawing/2014/main" id="{F6315295-A017-40B0-A228-223587455A28}"/>
              </a:ext>
            </a:extLst>
          </p:cNvPr>
          <p:cNvSpPr>
            <a:spLocks noChangeArrowheads="1"/>
          </p:cNvSpPr>
          <p:nvPr/>
        </p:nvSpPr>
        <p:spPr bwMode="auto">
          <a:xfrm>
            <a:off x="1410240" y="2123884"/>
            <a:ext cx="1564942" cy="1572196"/>
          </a:xfrm>
          <a:prstGeom prst="ellipse">
            <a:avLst/>
          </a:prstGeom>
          <a:solidFill>
            <a:srgbClr val="044BC9"/>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nvGrpSpPr>
          <p:cNvPr id="8" name="组合 7">
            <a:extLst>
              <a:ext uri="{FF2B5EF4-FFF2-40B4-BE49-F238E27FC236}">
                <a16:creationId xmlns:a16="http://schemas.microsoft.com/office/drawing/2014/main" id="{0A484538-B738-4F02-B33F-3A7DF799D855}"/>
              </a:ext>
            </a:extLst>
          </p:cNvPr>
          <p:cNvGrpSpPr/>
          <p:nvPr/>
        </p:nvGrpSpPr>
        <p:grpSpPr>
          <a:xfrm>
            <a:off x="1852173" y="2511313"/>
            <a:ext cx="666786" cy="659912"/>
            <a:chOff x="6967126" y="4092464"/>
            <a:chExt cx="453105" cy="448433"/>
          </a:xfrm>
          <a:solidFill>
            <a:srgbClr val="FEFEFE"/>
          </a:solidFill>
          <a:effectLst/>
        </p:grpSpPr>
        <p:sp>
          <p:nvSpPr>
            <p:cNvPr id="9" name="Freeform 136">
              <a:extLst>
                <a:ext uri="{FF2B5EF4-FFF2-40B4-BE49-F238E27FC236}">
                  <a16:creationId xmlns:a16="http://schemas.microsoft.com/office/drawing/2014/main" id="{F193C7EB-C113-4B05-8EAE-CE866C3F68DF}"/>
                </a:ext>
              </a:extLst>
            </p:cNvPr>
            <p:cNvSpPr>
              <a:spLocks/>
            </p:cNvSpPr>
            <p:nvPr/>
          </p:nvSpPr>
          <p:spPr bwMode="auto">
            <a:xfrm>
              <a:off x="6967126" y="4343773"/>
              <a:ext cx="453105" cy="197124"/>
            </a:xfrm>
            <a:custGeom>
              <a:avLst/>
              <a:gdLst>
                <a:gd name="T0" fmla="*/ 103 w 205"/>
                <a:gd name="T1" fmla="*/ 19 h 89"/>
                <a:gd name="T2" fmla="*/ 47 w 205"/>
                <a:gd name="T3" fmla="*/ 0 h 89"/>
                <a:gd name="T4" fmla="*/ 0 w 205"/>
                <a:gd name="T5" fmla="*/ 0 h 89"/>
                <a:gd name="T6" fmla="*/ 0 w 205"/>
                <a:gd name="T7" fmla="*/ 67 h 89"/>
                <a:gd name="T8" fmla="*/ 22 w 205"/>
                <a:gd name="T9" fmla="*/ 89 h 89"/>
                <a:gd name="T10" fmla="*/ 183 w 205"/>
                <a:gd name="T11" fmla="*/ 89 h 89"/>
                <a:gd name="T12" fmla="*/ 205 w 205"/>
                <a:gd name="T13" fmla="*/ 67 h 89"/>
                <a:gd name="T14" fmla="*/ 205 w 205"/>
                <a:gd name="T15" fmla="*/ 0 h 89"/>
                <a:gd name="T16" fmla="*/ 158 w 205"/>
                <a:gd name="T17" fmla="*/ 0 h 89"/>
                <a:gd name="T18" fmla="*/ 103 w 205"/>
                <a:gd name="T19" fmla="*/ 1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89">
                  <a:moveTo>
                    <a:pt x="103" y="19"/>
                  </a:moveTo>
                  <a:cubicBezTo>
                    <a:pt x="82" y="19"/>
                    <a:pt x="62" y="12"/>
                    <a:pt x="47" y="0"/>
                  </a:cubicBezTo>
                  <a:cubicBezTo>
                    <a:pt x="0" y="0"/>
                    <a:pt x="0" y="0"/>
                    <a:pt x="0" y="0"/>
                  </a:cubicBezTo>
                  <a:cubicBezTo>
                    <a:pt x="0" y="67"/>
                    <a:pt x="0" y="67"/>
                    <a:pt x="0" y="67"/>
                  </a:cubicBezTo>
                  <a:cubicBezTo>
                    <a:pt x="0" y="79"/>
                    <a:pt x="10" y="89"/>
                    <a:pt x="22" y="89"/>
                  </a:cubicBezTo>
                  <a:cubicBezTo>
                    <a:pt x="183" y="89"/>
                    <a:pt x="183" y="89"/>
                    <a:pt x="183" y="89"/>
                  </a:cubicBezTo>
                  <a:cubicBezTo>
                    <a:pt x="195" y="89"/>
                    <a:pt x="205" y="79"/>
                    <a:pt x="205" y="67"/>
                  </a:cubicBezTo>
                  <a:cubicBezTo>
                    <a:pt x="205" y="0"/>
                    <a:pt x="205" y="0"/>
                    <a:pt x="205" y="0"/>
                  </a:cubicBezTo>
                  <a:cubicBezTo>
                    <a:pt x="158" y="0"/>
                    <a:pt x="158" y="0"/>
                    <a:pt x="158" y="0"/>
                  </a:cubicBezTo>
                  <a:cubicBezTo>
                    <a:pt x="143" y="12"/>
                    <a:pt x="124" y="19"/>
                    <a:pt x="10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solidFill>
                  <a:prstClr val="black"/>
                </a:solidFill>
              </a:endParaRPr>
            </a:p>
          </p:txBody>
        </p:sp>
        <p:sp>
          <p:nvSpPr>
            <p:cNvPr id="10" name="Freeform 137">
              <a:extLst>
                <a:ext uri="{FF2B5EF4-FFF2-40B4-BE49-F238E27FC236}">
                  <a16:creationId xmlns:a16="http://schemas.microsoft.com/office/drawing/2014/main" id="{CED847FF-C232-44AD-98A1-E22EBEECB77C}"/>
                </a:ext>
              </a:extLst>
            </p:cNvPr>
            <p:cNvSpPr>
              <a:spLocks noEditPoints="1"/>
            </p:cNvSpPr>
            <p:nvPr/>
          </p:nvSpPr>
          <p:spPr bwMode="auto">
            <a:xfrm>
              <a:off x="6967126" y="4092464"/>
              <a:ext cx="453105" cy="260652"/>
            </a:xfrm>
            <a:custGeom>
              <a:avLst/>
              <a:gdLst>
                <a:gd name="T0" fmla="*/ 183 w 205"/>
                <a:gd name="T1" fmla="*/ 42 h 118"/>
                <a:gd name="T2" fmla="*/ 180 w 205"/>
                <a:gd name="T3" fmla="*/ 42 h 118"/>
                <a:gd name="T4" fmla="*/ 154 w 205"/>
                <a:gd name="T5" fmla="*/ 42 h 118"/>
                <a:gd name="T6" fmla="*/ 154 w 205"/>
                <a:gd name="T7" fmla="*/ 22 h 118"/>
                <a:gd name="T8" fmla="*/ 132 w 205"/>
                <a:gd name="T9" fmla="*/ 0 h 118"/>
                <a:gd name="T10" fmla="*/ 73 w 205"/>
                <a:gd name="T11" fmla="*/ 0 h 118"/>
                <a:gd name="T12" fmla="*/ 51 w 205"/>
                <a:gd name="T13" fmla="*/ 22 h 118"/>
                <a:gd name="T14" fmla="*/ 51 w 205"/>
                <a:gd name="T15" fmla="*/ 42 h 118"/>
                <a:gd name="T16" fmla="*/ 25 w 205"/>
                <a:gd name="T17" fmla="*/ 42 h 118"/>
                <a:gd name="T18" fmla="*/ 22 w 205"/>
                <a:gd name="T19" fmla="*/ 42 h 118"/>
                <a:gd name="T20" fmla="*/ 0 w 205"/>
                <a:gd name="T21" fmla="*/ 64 h 118"/>
                <a:gd name="T22" fmla="*/ 0 w 205"/>
                <a:gd name="T23" fmla="*/ 101 h 118"/>
                <a:gd name="T24" fmla="*/ 54 w 205"/>
                <a:gd name="T25" fmla="*/ 101 h 118"/>
                <a:gd name="T26" fmla="*/ 103 w 205"/>
                <a:gd name="T27" fmla="*/ 118 h 118"/>
                <a:gd name="T28" fmla="*/ 151 w 205"/>
                <a:gd name="T29" fmla="*/ 101 h 118"/>
                <a:gd name="T30" fmla="*/ 205 w 205"/>
                <a:gd name="T31" fmla="*/ 101 h 118"/>
                <a:gd name="T32" fmla="*/ 205 w 205"/>
                <a:gd name="T33" fmla="*/ 64 h 118"/>
                <a:gd name="T34" fmla="*/ 183 w 205"/>
                <a:gd name="T35" fmla="*/ 42 h 118"/>
                <a:gd name="T36" fmla="*/ 67 w 205"/>
                <a:gd name="T37" fmla="*/ 26 h 118"/>
                <a:gd name="T38" fmla="*/ 67 w 205"/>
                <a:gd name="T39" fmla="*/ 22 h 118"/>
                <a:gd name="T40" fmla="*/ 73 w 205"/>
                <a:gd name="T41" fmla="*/ 17 h 118"/>
                <a:gd name="T42" fmla="*/ 132 w 205"/>
                <a:gd name="T43" fmla="*/ 17 h 118"/>
                <a:gd name="T44" fmla="*/ 138 w 205"/>
                <a:gd name="T45" fmla="*/ 22 h 118"/>
                <a:gd name="T46" fmla="*/ 138 w 205"/>
                <a:gd name="T47" fmla="*/ 26 h 118"/>
                <a:gd name="T48" fmla="*/ 138 w 205"/>
                <a:gd name="T49" fmla="*/ 42 h 118"/>
                <a:gd name="T50" fmla="*/ 67 w 205"/>
                <a:gd name="T51" fmla="*/ 42 h 118"/>
                <a:gd name="T52" fmla="*/ 67 w 205"/>
                <a:gd name="T53" fmla="*/ 26 h 118"/>
                <a:gd name="T54" fmla="*/ 101 w 205"/>
                <a:gd name="T55" fmla="*/ 101 h 118"/>
                <a:gd name="T56" fmla="*/ 85 w 205"/>
                <a:gd name="T57" fmla="*/ 86 h 118"/>
                <a:gd name="T58" fmla="*/ 101 w 205"/>
                <a:gd name="T59" fmla="*/ 70 h 118"/>
                <a:gd name="T60" fmla="*/ 117 w 205"/>
                <a:gd name="T61" fmla="*/ 86 h 118"/>
                <a:gd name="T62" fmla="*/ 101 w 205"/>
                <a:gd name="T63" fmla="*/ 101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5" h="118">
                  <a:moveTo>
                    <a:pt x="183" y="42"/>
                  </a:moveTo>
                  <a:cubicBezTo>
                    <a:pt x="180" y="42"/>
                    <a:pt x="180" y="42"/>
                    <a:pt x="180" y="42"/>
                  </a:cubicBezTo>
                  <a:cubicBezTo>
                    <a:pt x="154" y="42"/>
                    <a:pt x="154" y="42"/>
                    <a:pt x="154" y="42"/>
                  </a:cubicBezTo>
                  <a:cubicBezTo>
                    <a:pt x="154" y="22"/>
                    <a:pt x="154" y="22"/>
                    <a:pt x="154" y="22"/>
                  </a:cubicBezTo>
                  <a:cubicBezTo>
                    <a:pt x="154" y="10"/>
                    <a:pt x="144" y="0"/>
                    <a:pt x="132" y="0"/>
                  </a:cubicBezTo>
                  <a:cubicBezTo>
                    <a:pt x="73" y="0"/>
                    <a:pt x="73" y="0"/>
                    <a:pt x="73" y="0"/>
                  </a:cubicBezTo>
                  <a:cubicBezTo>
                    <a:pt x="61" y="0"/>
                    <a:pt x="51" y="10"/>
                    <a:pt x="51" y="22"/>
                  </a:cubicBezTo>
                  <a:cubicBezTo>
                    <a:pt x="51" y="42"/>
                    <a:pt x="51" y="42"/>
                    <a:pt x="51" y="42"/>
                  </a:cubicBezTo>
                  <a:cubicBezTo>
                    <a:pt x="25" y="42"/>
                    <a:pt x="25" y="42"/>
                    <a:pt x="25" y="42"/>
                  </a:cubicBezTo>
                  <a:cubicBezTo>
                    <a:pt x="22" y="42"/>
                    <a:pt x="22" y="42"/>
                    <a:pt x="22" y="42"/>
                  </a:cubicBezTo>
                  <a:cubicBezTo>
                    <a:pt x="10" y="42"/>
                    <a:pt x="0" y="52"/>
                    <a:pt x="0" y="64"/>
                  </a:cubicBezTo>
                  <a:cubicBezTo>
                    <a:pt x="0" y="101"/>
                    <a:pt x="0" y="101"/>
                    <a:pt x="0" y="101"/>
                  </a:cubicBezTo>
                  <a:cubicBezTo>
                    <a:pt x="54" y="101"/>
                    <a:pt x="54" y="101"/>
                    <a:pt x="54" y="101"/>
                  </a:cubicBezTo>
                  <a:cubicBezTo>
                    <a:pt x="67" y="112"/>
                    <a:pt x="84" y="118"/>
                    <a:pt x="103" y="118"/>
                  </a:cubicBezTo>
                  <a:cubicBezTo>
                    <a:pt x="121" y="118"/>
                    <a:pt x="138" y="112"/>
                    <a:pt x="151" y="101"/>
                  </a:cubicBezTo>
                  <a:cubicBezTo>
                    <a:pt x="205" y="101"/>
                    <a:pt x="205" y="101"/>
                    <a:pt x="205" y="101"/>
                  </a:cubicBezTo>
                  <a:cubicBezTo>
                    <a:pt x="205" y="64"/>
                    <a:pt x="205" y="64"/>
                    <a:pt x="205" y="64"/>
                  </a:cubicBezTo>
                  <a:cubicBezTo>
                    <a:pt x="205" y="52"/>
                    <a:pt x="195" y="42"/>
                    <a:pt x="183" y="42"/>
                  </a:cubicBezTo>
                  <a:close/>
                  <a:moveTo>
                    <a:pt x="67" y="26"/>
                  </a:moveTo>
                  <a:cubicBezTo>
                    <a:pt x="67" y="22"/>
                    <a:pt x="67" y="22"/>
                    <a:pt x="67" y="22"/>
                  </a:cubicBezTo>
                  <a:cubicBezTo>
                    <a:pt x="67" y="19"/>
                    <a:pt x="70" y="17"/>
                    <a:pt x="73" y="17"/>
                  </a:cubicBezTo>
                  <a:cubicBezTo>
                    <a:pt x="132" y="17"/>
                    <a:pt x="132" y="17"/>
                    <a:pt x="132" y="17"/>
                  </a:cubicBezTo>
                  <a:cubicBezTo>
                    <a:pt x="135" y="17"/>
                    <a:pt x="138" y="19"/>
                    <a:pt x="138" y="22"/>
                  </a:cubicBezTo>
                  <a:cubicBezTo>
                    <a:pt x="138" y="26"/>
                    <a:pt x="138" y="26"/>
                    <a:pt x="138" y="26"/>
                  </a:cubicBezTo>
                  <a:cubicBezTo>
                    <a:pt x="138" y="42"/>
                    <a:pt x="138" y="42"/>
                    <a:pt x="138" y="42"/>
                  </a:cubicBezTo>
                  <a:cubicBezTo>
                    <a:pt x="67" y="42"/>
                    <a:pt x="67" y="42"/>
                    <a:pt x="67" y="42"/>
                  </a:cubicBezTo>
                  <a:lnTo>
                    <a:pt x="67" y="26"/>
                  </a:lnTo>
                  <a:close/>
                  <a:moveTo>
                    <a:pt x="101" y="101"/>
                  </a:moveTo>
                  <a:cubicBezTo>
                    <a:pt x="92" y="101"/>
                    <a:pt x="85" y="94"/>
                    <a:pt x="85" y="86"/>
                  </a:cubicBezTo>
                  <a:cubicBezTo>
                    <a:pt x="85" y="77"/>
                    <a:pt x="92" y="70"/>
                    <a:pt x="101" y="70"/>
                  </a:cubicBezTo>
                  <a:cubicBezTo>
                    <a:pt x="110" y="70"/>
                    <a:pt x="117" y="77"/>
                    <a:pt x="117" y="86"/>
                  </a:cubicBezTo>
                  <a:cubicBezTo>
                    <a:pt x="117" y="94"/>
                    <a:pt x="110" y="101"/>
                    <a:pt x="101"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solidFill>
                  <a:prstClr val="black"/>
                </a:solidFill>
              </a:endParaRPr>
            </a:p>
          </p:txBody>
        </p:sp>
      </p:grpSp>
      <p:sp>
        <p:nvSpPr>
          <p:cNvPr id="11" name="Oval 14">
            <a:extLst>
              <a:ext uri="{FF2B5EF4-FFF2-40B4-BE49-F238E27FC236}">
                <a16:creationId xmlns:a16="http://schemas.microsoft.com/office/drawing/2014/main" id="{0EB9818B-AADE-4E58-9720-9ADD3665CE03}"/>
              </a:ext>
            </a:extLst>
          </p:cNvPr>
          <p:cNvSpPr>
            <a:spLocks noChangeArrowheads="1"/>
          </p:cNvSpPr>
          <p:nvPr/>
        </p:nvSpPr>
        <p:spPr bwMode="auto">
          <a:xfrm>
            <a:off x="6300912" y="1804730"/>
            <a:ext cx="2170610" cy="2179676"/>
          </a:xfrm>
          <a:prstGeom prst="ellipse">
            <a:avLst/>
          </a:prstGeom>
          <a:noFill/>
          <a:ln w="28575">
            <a:solidFill>
              <a:srgbClr val="044BC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Oval 22">
            <a:extLst>
              <a:ext uri="{FF2B5EF4-FFF2-40B4-BE49-F238E27FC236}">
                <a16:creationId xmlns:a16="http://schemas.microsoft.com/office/drawing/2014/main" id="{D2D9AC59-ACE2-4358-9005-59E4ECD505EB}"/>
              </a:ext>
            </a:extLst>
          </p:cNvPr>
          <p:cNvSpPr>
            <a:spLocks noChangeArrowheads="1"/>
          </p:cNvSpPr>
          <p:nvPr/>
        </p:nvSpPr>
        <p:spPr bwMode="auto">
          <a:xfrm>
            <a:off x="6605559" y="2123884"/>
            <a:ext cx="1561316" cy="1572196"/>
          </a:xfrm>
          <a:prstGeom prst="ellipse">
            <a:avLst/>
          </a:prstGeom>
          <a:solidFill>
            <a:srgbClr val="044BC9"/>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 name="Freeform 18">
            <a:extLst>
              <a:ext uri="{FF2B5EF4-FFF2-40B4-BE49-F238E27FC236}">
                <a16:creationId xmlns:a16="http://schemas.microsoft.com/office/drawing/2014/main" id="{ACA90FA8-7D5D-4300-8BEE-7E6A873C3BAB}"/>
              </a:ext>
            </a:extLst>
          </p:cNvPr>
          <p:cNvSpPr>
            <a:spLocks noEditPoints="1"/>
          </p:cNvSpPr>
          <p:nvPr/>
        </p:nvSpPr>
        <p:spPr bwMode="auto">
          <a:xfrm>
            <a:off x="7069003" y="2564934"/>
            <a:ext cx="634427" cy="632408"/>
          </a:xfrm>
          <a:custGeom>
            <a:avLst/>
            <a:gdLst>
              <a:gd name="T0" fmla="*/ 52 w 341"/>
              <a:gd name="T1" fmla="*/ 0 h 340"/>
              <a:gd name="T2" fmla="*/ 289 w 341"/>
              <a:gd name="T3" fmla="*/ 0 h 340"/>
              <a:gd name="T4" fmla="*/ 341 w 341"/>
              <a:gd name="T5" fmla="*/ 51 h 340"/>
              <a:gd name="T6" fmla="*/ 341 w 341"/>
              <a:gd name="T7" fmla="*/ 289 h 340"/>
              <a:gd name="T8" fmla="*/ 289 w 341"/>
              <a:gd name="T9" fmla="*/ 340 h 340"/>
              <a:gd name="T10" fmla="*/ 52 w 341"/>
              <a:gd name="T11" fmla="*/ 340 h 340"/>
              <a:gd name="T12" fmla="*/ 0 w 341"/>
              <a:gd name="T13" fmla="*/ 289 h 340"/>
              <a:gd name="T14" fmla="*/ 0 w 341"/>
              <a:gd name="T15" fmla="*/ 51 h 340"/>
              <a:gd name="T16" fmla="*/ 52 w 341"/>
              <a:gd name="T17" fmla="*/ 0 h 340"/>
              <a:gd name="T18" fmla="*/ 71 w 341"/>
              <a:gd name="T19" fmla="*/ 37 h 340"/>
              <a:gd name="T20" fmla="*/ 38 w 341"/>
              <a:gd name="T21" fmla="*/ 70 h 340"/>
              <a:gd name="T22" fmla="*/ 38 w 341"/>
              <a:gd name="T23" fmla="*/ 269 h 340"/>
              <a:gd name="T24" fmla="*/ 71 w 341"/>
              <a:gd name="T25" fmla="*/ 302 h 340"/>
              <a:gd name="T26" fmla="*/ 270 w 341"/>
              <a:gd name="T27" fmla="*/ 302 h 340"/>
              <a:gd name="T28" fmla="*/ 303 w 341"/>
              <a:gd name="T29" fmla="*/ 269 h 340"/>
              <a:gd name="T30" fmla="*/ 303 w 341"/>
              <a:gd name="T31" fmla="*/ 70 h 340"/>
              <a:gd name="T32" fmla="*/ 270 w 341"/>
              <a:gd name="T33" fmla="*/ 37 h 340"/>
              <a:gd name="T34" fmla="*/ 71 w 341"/>
              <a:gd name="T35" fmla="*/ 37 h 340"/>
              <a:gd name="T36" fmla="*/ 170 w 341"/>
              <a:gd name="T37" fmla="*/ 244 h 340"/>
              <a:gd name="T38" fmla="*/ 157 w 341"/>
              <a:gd name="T39" fmla="*/ 258 h 340"/>
              <a:gd name="T40" fmla="*/ 157 w 341"/>
              <a:gd name="T41" fmla="*/ 283 h 340"/>
              <a:gd name="T42" fmla="*/ 170 w 341"/>
              <a:gd name="T43" fmla="*/ 296 h 340"/>
              <a:gd name="T44" fmla="*/ 184 w 341"/>
              <a:gd name="T45" fmla="*/ 283 h 340"/>
              <a:gd name="T46" fmla="*/ 184 w 341"/>
              <a:gd name="T47" fmla="*/ 258 h 340"/>
              <a:gd name="T48" fmla="*/ 170 w 341"/>
              <a:gd name="T49" fmla="*/ 244 h 340"/>
              <a:gd name="T50" fmla="*/ 245 w 341"/>
              <a:gd name="T51" fmla="*/ 170 h 340"/>
              <a:gd name="T52" fmla="*/ 259 w 341"/>
              <a:gd name="T53" fmla="*/ 183 h 340"/>
              <a:gd name="T54" fmla="*/ 284 w 341"/>
              <a:gd name="T55" fmla="*/ 183 h 340"/>
              <a:gd name="T56" fmla="*/ 297 w 341"/>
              <a:gd name="T57" fmla="*/ 170 h 340"/>
              <a:gd name="T58" fmla="*/ 284 w 341"/>
              <a:gd name="T59" fmla="*/ 156 h 340"/>
              <a:gd name="T60" fmla="*/ 259 w 341"/>
              <a:gd name="T61" fmla="*/ 156 h 340"/>
              <a:gd name="T62" fmla="*/ 245 w 341"/>
              <a:gd name="T63" fmla="*/ 170 h 340"/>
              <a:gd name="T64" fmla="*/ 170 w 341"/>
              <a:gd name="T65" fmla="*/ 43 h 340"/>
              <a:gd name="T66" fmla="*/ 157 w 341"/>
              <a:gd name="T67" fmla="*/ 57 h 340"/>
              <a:gd name="T68" fmla="*/ 157 w 341"/>
              <a:gd name="T69" fmla="*/ 82 h 340"/>
              <a:gd name="T70" fmla="*/ 170 w 341"/>
              <a:gd name="T71" fmla="*/ 95 h 340"/>
              <a:gd name="T72" fmla="*/ 184 w 341"/>
              <a:gd name="T73" fmla="*/ 82 h 340"/>
              <a:gd name="T74" fmla="*/ 184 w 341"/>
              <a:gd name="T75" fmla="*/ 57 h 340"/>
              <a:gd name="T76" fmla="*/ 170 w 341"/>
              <a:gd name="T77" fmla="*/ 43 h 340"/>
              <a:gd name="T78" fmla="*/ 189 w 341"/>
              <a:gd name="T79" fmla="*/ 172 h 340"/>
              <a:gd name="T80" fmla="*/ 217 w 341"/>
              <a:gd name="T81" fmla="*/ 143 h 340"/>
              <a:gd name="T82" fmla="*/ 217 w 341"/>
              <a:gd name="T83" fmla="*/ 125 h 340"/>
              <a:gd name="T84" fmla="*/ 199 w 341"/>
              <a:gd name="T85" fmla="*/ 125 h 340"/>
              <a:gd name="T86" fmla="*/ 173 w 341"/>
              <a:gd name="T87" fmla="*/ 152 h 340"/>
              <a:gd name="T88" fmla="*/ 170 w 341"/>
              <a:gd name="T89" fmla="*/ 152 h 340"/>
              <a:gd name="T90" fmla="*/ 166 w 341"/>
              <a:gd name="T91" fmla="*/ 152 h 340"/>
              <a:gd name="T92" fmla="*/ 114 w 341"/>
              <a:gd name="T93" fmla="*/ 98 h 340"/>
              <a:gd name="T94" fmla="*/ 101 w 341"/>
              <a:gd name="T95" fmla="*/ 98 h 340"/>
              <a:gd name="T96" fmla="*/ 100 w 341"/>
              <a:gd name="T97" fmla="*/ 111 h 340"/>
              <a:gd name="T98" fmla="*/ 153 w 341"/>
              <a:gd name="T99" fmla="*/ 165 h 340"/>
              <a:gd name="T100" fmla="*/ 152 w 341"/>
              <a:gd name="T101" fmla="*/ 170 h 340"/>
              <a:gd name="T102" fmla="*/ 170 w 341"/>
              <a:gd name="T103" fmla="*/ 188 h 340"/>
              <a:gd name="T104" fmla="*/ 189 w 341"/>
              <a:gd name="T105" fmla="*/ 172 h 340"/>
              <a:gd name="T106" fmla="*/ 44 w 341"/>
              <a:gd name="T107" fmla="*/ 170 h 340"/>
              <a:gd name="T108" fmla="*/ 57 w 341"/>
              <a:gd name="T109" fmla="*/ 183 h 340"/>
              <a:gd name="T110" fmla="*/ 82 w 341"/>
              <a:gd name="T111" fmla="*/ 183 h 340"/>
              <a:gd name="T112" fmla="*/ 96 w 341"/>
              <a:gd name="T113" fmla="*/ 170 h 340"/>
              <a:gd name="T114" fmla="*/ 82 w 341"/>
              <a:gd name="T115" fmla="*/ 156 h 340"/>
              <a:gd name="T116" fmla="*/ 57 w 341"/>
              <a:gd name="T117" fmla="*/ 156 h 340"/>
              <a:gd name="T118" fmla="*/ 44 w 341"/>
              <a:gd name="T119" fmla="*/ 170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41" h="340">
                <a:moveTo>
                  <a:pt x="52" y="0"/>
                </a:moveTo>
                <a:cubicBezTo>
                  <a:pt x="289" y="0"/>
                  <a:pt x="289" y="0"/>
                  <a:pt x="289" y="0"/>
                </a:cubicBezTo>
                <a:cubicBezTo>
                  <a:pt x="318" y="0"/>
                  <a:pt x="341" y="23"/>
                  <a:pt x="341" y="51"/>
                </a:cubicBezTo>
                <a:cubicBezTo>
                  <a:pt x="341" y="289"/>
                  <a:pt x="341" y="289"/>
                  <a:pt x="341" y="289"/>
                </a:cubicBezTo>
                <a:cubicBezTo>
                  <a:pt x="341" y="317"/>
                  <a:pt x="318" y="340"/>
                  <a:pt x="289" y="340"/>
                </a:cubicBezTo>
                <a:cubicBezTo>
                  <a:pt x="52" y="340"/>
                  <a:pt x="52" y="340"/>
                  <a:pt x="52" y="340"/>
                </a:cubicBezTo>
                <a:cubicBezTo>
                  <a:pt x="23" y="340"/>
                  <a:pt x="0" y="317"/>
                  <a:pt x="0" y="289"/>
                </a:cubicBezTo>
                <a:cubicBezTo>
                  <a:pt x="0" y="51"/>
                  <a:pt x="0" y="51"/>
                  <a:pt x="0" y="51"/>
                </a:cubicBezTo>
                <a:cubicBezTo>
                  <a:pt x="0" y="23"/>
                  <a:pt x="23" y="0"/>
                  <a:pt x="52" y="0"/>
                </a:cubicBezTo>
                <a:close/>
                <a:moveTo>
                  <a:pt x="71" y="37"/>
                </a:moveTo>
                <a:cubicBezTo>
                  <a:pt x="53" y="37"/>
                  <a:pt x="38" y="52"/>
                  <a:pt x="38" y="70"/>
                </a:cubicBezTo>
                <a:cubicBezTo>
                  <a:pt x="38" y="269"/>
                  <a:pt x="38" y="269"/>
                  <a:pt x="38" y="269"/>
                </a:cubicBezTo>
                <a:cubicBezTo>
                  <a:pt x="38" y="288"/>
                  <a:pt x="53" y="302"/>
                  <a:pt x="71" y="302"/>
                </a:cubicBezTo>
                <a:cubicBezTo>
                  <a:pt x="270" y="302"/>
                  <a:pt x="270" y="302"/>
                  <a:pt x="270" y="302"/>
                </a:cubicBezTo>
                <a:cubicBezTo>
                  <a:pt x="288" y="302"/>
                  <a:pt x="303" y="288"/>
                  <a:pt x="303" y="269"/>
                </a:cubicBezTo>
                <a:cubicBezTo>
                  <a:pt x="303" y="70"/>
                  <a:pt x="303" y="70"/>
                  <a:pt x="303" y="70"/>
                </a:cubicBezTo>
                <a:cubicBezTo>
                  <a:pt x="303" y="52"/>
                  <a:pt x="288" y="37"/>
                  <a:pt x="270" y="37"/>
                </a:cubicBezTo>
                <a:cubicBezTo>
                  <a:pt x="71" y="37"/>
                  <a:pt x="71" y="37"/>
                  <a:pt x="71" y="37"/>
                </a:cubicBezTo>
                <a:close/>
                <a:moveTo>
                  <a:pt x="170" y="244"/>
                </a:moveTo>
                <a:cubicBezTo>
                  <a:pt x="163" y="244"/>
                  <a:pt x="157" y="251"/>
                  <a:pt x="157" y="258"/>
                </a:cubicBezTo>
                <a:cubicBezTo>
                  <a:pt x="157" y="283"/>
                  <a:pt x="157" y="283"/>
                  <a:pt x="157" y="283"/>
                </a:cubicBezTo>
                <a:cubicBezTo>
                  <a:pt x="157" y="290"/>
                  <a:pt x="163" y="296"/>
                  <a:pt x="170" y="296"/>
                </a:cubicBezTo>
                <a:cubicBezTo>
                  <a:pt x="178" y="296"/>
                  <a:pt x="184" y="290"/>
                  <a:pt x="184" y="283"/>
                </a:cubicBezTo>
                <a:cubicBezTo>
                  <a:pt x="184" y="258"/>
                  <a:pt x="184" y="258"/>
                  <a:pt x="184" y="258"/>
                </a:cubicBezTo>
                <a:cubicBezTo>
                  <a:pt x="184" y="251"/>
                  <a:pt x="178" y="244"/>
                  <a:pt x="170" y="244"/>
                </a:cubicBezTo>
                <a:close/>
                <a:moveTo>
                  <a:pt x="245" y="170"/>
                </a:moveTo>
                <a:cubicBezTo>
                  <a:pt x="245" y="177"/>
                  <a:pt x="251" y="183"/>
                  <a:pt x="259" y="183"/>
                </a:cubicBezTo>
                <a:cubicBezTo>
                  <a:pt x="284" y="183"/>
                  <a:pt x="284" y="183"/>
                  <a:pt x="284" y="183"/>
                </a:cubicBezTo>
                <a:cubicBezTo>
                  <a:pt x="291" y="183"/>
                  <a:pt x="297" y="177"/>
                  <a:pt x="297" y="170"/>
                </a:cubicBezTo>
                <a:cubicBezTo>
                  <a:pt x="297" y="162"/>
                  <a:pt x="291" y="156"/>
                  <a:pt x="284" y="156"/>
                </a:cubicBezTo>
                <a:cubicBezTo>
                  <a:pt x="259" y="156"/>
                  <a:pt x="259" y="156"/>
                  <a:pt x="259" y="156"/>
                </a:cubicBezTo>
                <a:cubicBezTo>
                  <a:pt x="251" y="156"/>
                  <a:pt x="245" y="162"/>
                  <a:pt x="245" y="170"/>
                </a:cubicBezTo>
                <a:close/>
                <a:moveTo>
                  <a:pt x="170" y="43"/>
                </a:moveTo>
                <a:cubicBezTo>
                  <a:pt x="163" y="43"/>
                  <a:pt x="157" y="49"/>
                  <a:pt x="157" y="57"/>
                </a:cubicBezTo>
                <a:cubicBezTo>
                  <a:pt x="157" y="82"/>
                  <a:pt x="157" y="82"/>
                  <a:pt x="157" y="82"/>
                </a:cubicBezTo>
                <a:cubicBezTo>
                  <a:pt x="157" y="89"/>
                  <a:pt x="163" y="95"/>
                  <a:pt x="170" y="95"/>
                </a:cubicBezTo>
                <a:cubicBezTo>
                  <a:pt x="178" y="95"/>
                  <a:pt x="184" y="89"/>
                  <a:pt x="184" y="82"/>
                </a:cubicBezTo>
                <a:cubicBezTo>
                  <a:pt x="184" y="57"/>
                  <a:pt x="184" y="57"/>
                  <a:pt x="184" y="57"/>
                </a:cubicBezTo>
                <a:cubicBezTo>
                  <a:pt x="184" y="49"/>
                  <a:pt x="178" y="43"/>
                  <a:pt x="170" y="43"/>
                </a:cubicBezTo>
                <a:close/>
                <a:moveTo>
                  <a:pt x="189" y="172"/>
                </a:moveTo>
                <a:cubicBezTo>
                  <a:pt x="217" y="143"/>
                  <a:pt x="217" y="143"/>
                  <a:pt x="217" y="143"/>
                </a:cubicBezTo>
                <a:cubicBezTo>
                  <a:pt x="222" y="138"/>
                  <a:pt x="222" y="130"/>
                  <a:pt x="217" y="125"/>
                </a:cubicBezTo>
                <a:cubicBezTo>
                  <a:pt x="212" y="120"/>
                  <a:pt x="204" y="120"/>
                  <a:pt x="199" y="125"/>
                </a:cubicBezTo>
                <a:cubicBezTo>
                  <a:pt x="173" y="152"/>
                  <a:pt x="173" y="152"/>
                  <a:pt x="173" y="152"/>
                </a:cubicBezTo>
                <a:cubicBezTo>
                  <a:pt x="172" y="152"/>
                  <a:pt x="171" y="152"/>
                  <a:pt x="170" y="152"/>
                </a:cubicBezTo>
                <a:cubicBezTo>
                  <a:pt x="169" y="152"/>
                  <a:pt x="168" y="152"/>
                  <a:pt x="166" y="152"/>
                </a:cubicBezTo>
                <a:cubicBezTo>
                  <a:pt x="114" y="98"/>
                  <a:pt x="114" y="98"/>
                  <a:pt x="114" y="98"/>
                </a:cubicBezTo>
                <a:cubicBezTo>
                  <a:pt x="110" y="94"/>
                  <a:pt x="104" y="94"/>
                  <a:pt x="101" y="98"/>
                </a:cubicBezTo>
                <a:cubicBezTo>
                  <a:pt x="97" y="101"/>
                  <a:pt x="97" y="107"/>
                  <a:pt x="100" y="111"/>
                </a:cubicBezTo>
                <a:cubicBezTo>
                  <a:pt x="153" y="165"/>
                  <a:pt x="153" y="165"/>
                  <a:pt x="153" y="165"/>
                </a:cubicBezTo>
                <a:cubicBezTo>
                  <a:pt x="152" y="167"/>
                  <a:pt x="152" y="168"/>
                  <a:pt x="152" y="170"/>
                </a:cubicBezTo>
                <a:cubicBezTo>
                  <a:pt x="152" y="180"/>
                  <a:pt x="160" y="188"/>
                  <a:pt x="170" y="188"/>
                </a:cubicBezTo>
                <a:cubicBezTo>
                  <a:pt x="180" y="188"/>
                  <a:pt x="188" y="181"/>
                  <a:pt x="189" y="172"/>
                </a:cubicBezTo>
                <a:close/>
                <a:moveTo>
                  <a:pt x="44" y="170"/>
                </a:moveTo>
                <a:cubicBezTo>
                  <a:pt x="44" y="177"/>
                  <a:pt x="50" y="183"/>
                  <a:pt x="57" y="183"/>
                </a:cubicBezTo>
                <a:cubicBezTo>
                  <a:pt x="82" y="183"/>
                  <a:pt x="82" y="183"/>
                  <a:pt x="82" y="183"/>
                </a:cubicBezTo>
                <a:cubicBezTo>
                  <a:pt x="90" y="183"/>
                  <a:pt x="96" y="177"/>
                  <a:pt x="96" y="170"/>
                </a:cubicBezTo>
                <a:cubicBezTo>
                  <a:pt x="96" y="162"/>
                  <a:pt x="90" y="156"/>
                  <a:pt x="82" y="156"/>
                </a:cubicBezTo>
                <a:cubicBezTo>
                  <a:pt x="57" y="156"/>
                  <a:pt x="57" y="156"/>
                  <a:pt x="57" y="156"/>
                </a:cubicBezTo>
                <a:cubicBezTo>
                  <a:pt x="50" y="156"/>
                  <a:pt x="44" y="162"/>
                  <a:pt x="44" y="170"/>
                </a:cubicBezTo>
                <a:close/>
              </a:path>
            </a:pathLst>
          </a:custGeom>
          <a:solidFill>
            <a:srgbClr val="FEFEFE"/>
          </a:solidFill>
          <a:ln>
            <a:noFill/>
          </a:ln>
          <a:effec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8" name="Oval 17">
            <a:extLst>
              <a:ext uri="{FF2B5EF4-FFF2-40B4-BE49-F238E27FC236}">
                <a16:creationId xmlns:a16="http://schemas.microsoft.com/office/drawing/2014/main" id="{FAA5EBF6-D626-4703-82CB-46D0110EEB90}"/>
              </a:ext>
            </a:extLst>
          </p:cNvPr>
          <p:cNvSpPr>
            <a:spLocks noChangeArrowheads="1"/>
          </p:cNvSpPr>
          <p:nvPr/>
        </p:nvSpPr>
        <p:spPr bwMode="auto">
          <a:xfrm>
            <a:off x="8912171" y="1804730"/>
            <a:ext cx="2170610" cy="2179676"/>
          </a:xfrm>
          <a:prstGeom prst="ellipse">
            <a:avLst/>
          </a:prstGeom>
          <a:noFill/>
          <a:ln w="28575">
            <a:solidFill>
              <a:srgbClr val="23A2E4"/>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Oval 23">
            <a:extLst>
              <a:ext uri="{FF2B5EF4-FFF2-40B4-BE49-F238E27FC236}">
                <a16:creationId xmlns:a16="http://schemas.microsoft.com/office/drawing/2014/main" id="{218339C2-DA1D-4206-B0BA-B3D1B59BC87E}"/>
              </a:ext>
            </a:extLst>
          </p:cNvPr>
          <p:cNvSpPr>
            <a:spLocks noChangeArrowheads="1"/>
          </p:cNvSpPr>
          <p:nvPr/>
        </p:nvSpPr>
        <p:spPr bwMode="auto">
          <a:xfrm>
            <a:off x="9222259" y="2123884"/>
            <a:ext cx="1564942" cy="1572196"/>
          </a:xfrm>
          <a:prstGeom prst="ellipse">
            <a:avLst/>
          </a:prstGeom>
          <a:solidFill>
            <a:srgbClr val="23A2E4"/>
          </a:solidFill>
          <a:ln w="25400" cmpd="sng">
            <a:solidFill>
              <a:srgbClr val="000000">
                <a:alpha val="0"/>
              </a:srgbClr>
            </a:solidFill>
            <a:miter lim="800000"/>
            <a:headEnd/>
            <a:tailEnd/>
          </a:ln>
        </p:spPr>
        <p:txBody>
          <a:bodyPr lIns="0" tIns="0" rIns="0" bIns="0" anchor="ctr"/>
          <a:lstStyle/>
          <a:p>
            <a:pPr defTabSz="584200"/>
            <a:endParaRPr lang="zh-CN" altLang="en-US" sz="4000">
              <a:solidFill>
                <a:srgbClr val="FFFFFF"/>
              </a:solidFill>
              <a:effectLst>
                <a:outerShdw blurRad="38100" dist="38100" dir="2700000" algn="tl">
                  <a:srgbClr val="000000"/>
                </a:outerShdw>
              </a:effectLst>
            </a:endParaRPr>
          </a:p>
        </p:txBody>
      </p:sp>
      <p:grpSp>
        <p:nvGrpSpPr>
          <p:cNvPr id="20" name="Group 18">
            <a:extLst>
              <a:ext uri="{FF2B5EF4-FFF2-40B4-BE49-F238E27FC236}">
                <a16:creationId xmlns:a16="http://schemas.microsoft.com/office/drawing/2014/main" id="{D5B4AF21-9C37-4FDD-AEF6-0E9083F33AEE}"/>
              </a:ext>
            </a:extLst>
          </p:cNvPr>
          <p:cNvGrpSpPr>
            <a:grpSpLocks noChangeAspect="1"/>
          </p:cNvGrpSpPr>
          <p:nvPr/>
        </p:nvGrpSpPr>
        <p:grpSpPr bwMode="auto">
          <a:xfrm>
            <a:off x="9643295" y="2549495"/>
            <a:ext cx="657230" cy="569601"/>
            <a:chOff x="3525" y="1887"/>
            <a:chExt cx="630" cy="546"/>
          </a:xfrm>
          <a:solidFill>
            <a:srgbClr val="FEFEFE"/>
          </a:solidFill>
          <a:effectLst/>
        </p:grpSpPr>
        <p:sp>
          <p:nvSpPr>
            <p:cNvPr id="21" name="Freeform 19">
              <a:extLst>
                <a:ext uri="{FF2B5EF4-FFF2-40B4-BE49-F238E27FC236}">
                  <a16:creationId xmlns:a16="http://schemas.microsoft.com/office/drawing/2014/main" id="{6E0211B7-0C96-4482-86B3-4426E7334097}"/>
                </a:ext>
              </a:extLst>
            </p:cNvPr>
            <p:cNvSpPr>
              <a:spLocks/>
            </p:cNvSpPr>
            <p:nvPr/>
          </p:nvSpPr>
          <p:spPr bwMode="auto">
            <a:xfrm>
              <a:off x="3623" y="2117"/>
              <a:ext cx="129" cy="227"/>
            </a:xfrm>
            <a:custGeom>
              <a:avLst/>
              <a:gdLst>
                <a:gd name="T0" fmla="*/ 4 w 54"/>
                <a:gd name="T1" fmla="*/ 95 h 95"/>
                <a:gd name="T2" fmla="*/ 49 w 54"/>
                <a:gd name="T3" fmla="*/ 95 h 95"/>
                <a:gd name="T4" fmla="*/ 54 w 54"/>
                <a:gd name="T5" fmla="*/ 90 h 95"/>
                <a:gd name="T6" fmla="*/ 54 w 54"/>
                <a:gd name="T7" fmla="*/ 4 h 95"/>
                <a:gd name="T8" fmla="*/ 49 w 54"/>
                <a:gd name="T9" fmla="*/ 0 h 95"/>
                <a:gd name="T10" fmla="*/ 4 w 54"/>
                <a:gd name="T11" fmla="*/ 0 h 95"/>
                <a:gd name="T12" fmla="*/ 0 w 54"/>
                <a:gd name="T13" fmla="*/ 4 h 95"/>
                <a:gd name="T14" fmla="*/ 0 w 54"/>
                <a:gd name="T15" fmla="*/ 90 h 95"/>
                <a:gd name="T16" fmla="*/ 4 w 54"/>
                <a:gd name="T17"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95">
                  <a:moveTo>
                    <a:pt x="4" y="95"/>
                  </a:moveTo>
                  <a:cubicBezTo>
                    <a:pt x="49" y="95"/>
                    <a:pt x="49" y="95"/>
                    <a:pt x="49" y="95"/>
                  </a:cubicBezTo>
                  <a:cubicBezTo>
                    <a:pt x="52" y="95"/>
                    <a:pt x="54" y="93"/>
                    <a:pt x="54" y="90"/>
                  </a:cubicBezTo>
                  <a:cubicBezTo>
                    <a:pt x="54" y="4"/>
                    <a:pt x="54" y="4"/>
                    <a:pt x="54" y="4"/>
                  </a:cubicBezTo>
                  <a:cubicBezTo>
                    <a:pt x="54" y="2"/>
                    <a:pt x="52" y="0"/>
                    <a:pt x="49" y="0"/>
                  </a:cubicBezTo>
                  <a:cubicBezTo>
                    <a:pt x="4" y="0"/>
                    <a:pt x="4" y="0"/>
                    <a:pt x="4" y="0"/>
                  </a:cubicBezTo>
                  <a:cubicBezTo>
                    <a:pt x="2" y="0"/>
                    <a:pt x="0" y="2"/>
                    <a:pt x="0" y="4"/>
                  </a:cubicBezTo>
                  <a:cubicBezTo>
                    <a:pt x="0" y="90"/>
                    <a:pt x="0" y="90"/>
                    <a:pt x="0" y="90"/>
                  </a:cubicBezTo>
                  <a:cubicBezTo>
                    <a:pt x="0" y="93"/>
                    <a:pt x="2" y="95"/>
                    <a:pt x="4" y="9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solidFill>
                  <a:prstClr val="black"/>
                </a:solidFill>
              </a:endParaRPr>
            </a:p>
          </p:txBody>
        </p:sp>
        <p:sp>
          <p:nvSpPr>
            <p:cNvPr id="22" name="Freeform 20">
              <a:extLst>
                <a:ext uri="{FF2B5EF4-FFF2-40B4-BE49-F238E27FC236}">
                  <a16:creationId xmlns:a16="http://schemas.microsoft.com/office/drawing/2014/main" id="{C8AC983B-C80B-4825-A6C6-23E6F8B12DFB}"/>
                </a:ext>
              </a:extLst>
            </p:cNvPr>
            <p:cNvSpPr>
              <a:spLocks/>
            </p:cNvSpPr>
            <p:nvPr/>
          </p:nvSpPr>
          <p:spPr bwMode="auto">
            <a:xfrm>
              <a:off x="3809" y="2033"/>
              <a:ext cx="129" cy="311"/>
            </a:xfrm>
            <a:custGeom>
              <a:avLst/>
              <a:gdLst>
                <a:gd name="T0" fmla="*/ 5 w 54"/>
                <a:gd name="T1" fmla="*/ 130 h 130"/>
                <a:gd name="T2" fmla="*/ 50 w 54"/>
                <a:gd name="T3" fmla="*/ 130 h 130"/>
                <a:gd name="T4" fmla="*/ 54 w 54"/>
                <a:gd name="T5" fmla="*/ 125 h 130"/>
                <a:gd name="T6" fmla="*/ 54 w 54"/>
                <a:gd name="T7" fmla="*/ 5 h 130"/>
                <a:gd name="T8" fmla="*/ 50 w 54"/>
                <a:gd name="T9" fmla="*/ 0 h 130"/>
                <a:gd name="T10" fmla="*/ 5 w 54"/>
                <a:gd name="T11" fmla="*/ 0 h 130"/>
                <a:gd name="T12" fmla="*/ 0 w 54"/>
                <a:gd name="T13" fmla="*/ 5 h 130"/>
                <a:gd name="T14" fmla="*/ 0 w 54"/>
                <a:gd name="T15" fmla="*/ 125 h 130"/>
                <a:gd name="T16" fmla="*/ 5 w 54"/>
                <a:gd name="T1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130">
                  <a:moveTo>
                    <a:pt x="5" y="130"/>
                  </a:moveTo>
                  <a:cubicBezTo>
                    <a:pt x="50" y="130"/>
                    <a:pt x="50" y="130"/>
                    <a:pt x="50" y="130"/>
                  </a:cubicBezTo>
                  <a:cubicBezTo>
                    <a:pt x="52" y="130"/>
                    <a:pt x="54" y="128"/>
                    <a:pt x="54" y="125"/>
                  </a:cubicBezTo>
                  <a:cubicBezTo>
                    <a:pt x="54" y="5"/>
                    <a:pt x="54" y="5"/>
                    <a:pt x="54" y="5"/>
                  </a:cubicBezTo>
                  <a:cubicBezTo>
                    <a:pt x="54" y="2"/>
                    <a:pt x="52" y="0"/>
                    <a:pt x="50" y="0"/>
                  </a:cubicBezTo>
                  <a:cubicBezTo>
                    <a:pt x="5" y="0"/>
                    <a:pt x="5" y="0"/>
                    <a:pt x="5" y="0"/>
                  </a:cubicBezTo>
                  <a:cubicBezTo>
                    <a:pt x="2" y="0"/>
                    <a:pt x="0" y="2"/>
                    <a:pt x="0" y="5"/>
                  </a:cubicBezTo>
                  <a:cubicBezTo>
                    <a:pt x="0" y="125"/>
                    <a:pt x="0" y="125"/>
                    <a:pt x="0" y="125"/>
                  </a:cubicBezTo>
                  <a:cubicBezTo>
                    <a:pt x="0" y="128"/>
                    <a:pt x="2" y="130"/>
                    <a:pt x="5" y="1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solidFill>
                  <a:prstClr val="black"/>
                </a:solidFill>
              </a:endParaRPr>
            </a:p>
          </p:txBody>
        </p:sp>
        <p:sp>
          <p:nvSpPr>
            <p:cNvPr id="23" name="Freeform 21">
              <a:extLst>
                <a:ext uri="{FF2B5EF4-FFF2-40B4-BE49-F238E27FC236}">
                  <a16:creationId xmlns:a16="http://schemas.microsoft.com/office/drawing/2014/main" id="{AB4A6F53-16D7-47CC-9AA5-196CC70711D3}"/>
                </a:ext>
              </a:extLst>
            </p:cNvPr>
            <p:cNvSpPr>
              <a:spLocks/>
            </p:cNvSpPr>
            <p:nvPr/>
          </p:nvSpPr>
          <p:spPr bwMode="auto">
            <a:xfrm>
              <a:off x="3997" y="1964"/>
              <a:ext cx="129" cy="380"/>
            </a:xfrm>
            <a:custGeom>
              <a:avLst/>
              <a:gdLst>
                <a:gd name="T0" fmla="*/ 4 w 54"/>
                <a:gd name="T1" fmla="*/ 159 h 159"/>
                <a:gd name="T2" fmla="*/ 49 w 54"/>
                <a:gd name="T3" fmla="*/ 159 h 159"/>
                <a:gd name="T4" fmla="*/ 54 w 54"/>
                <a:gd name="T5" fmla="*/ 154 h 159"/>
                <a:gd name="T6" fmla="*/ 54 w 54"/>
                <a:gd name="T7" fmla="*/ 5 h 159"/>
                <a:gd name="T8" fmla="*/ 49 w 54"/>
                <a:gd name="T9" fmla="*/ 0 h 159"/>
                <a:gd name="T10" fmla="*/ 4 w 54"/>
                <a:gd name="T11" fmla="*/ 0 h 159"/>
                <a:gd name="T12" fmla="*/ 0 w 54"/>
                <a:gd name="T13" fmla="*/ 5 h 159"/>
                <a:gd name="T14" fmla="*/ 0 w 54"/>
                <a:gd name="T15" fmla="*/ 154 h 159"/>
                <a:gd name="T16" fmla="*/ 4 w 54"/>
                <a:gd name="T17" fmla="*/ 15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159">
                  <a:moveTo>
                    <a:pt x="4" y="159"/>
                  </a:moveTo>
                  <a:cubicBezTo>
                    <a:pt x="49" y="159"/>
                    <a:pt x="49" y="159"/>
                    <a:pt x="49" y="159"/>
                  </a:cubicBezTo>
                  <a:cubicBezTo>
                    <a:pt x="52" y="159"/>
                    <a:pt x="54" y="157"/>
                    <a:pt x="54" y="154"/>
                  </a:cubicBezTo>
                  <a:cubicBezTo>
                    <a:pt x="54" y="5"/>
                    <a:pt x="54" y="5"/>
                    <a:pt x="54" y="5"/>
                  </a:cubicBezTo>
                  <a:cubicBezTo>
                    <a:pt x="54" y="2"/>
                    <a:pt x="52" y="0"/>
                    <a:pt x="49" y="0"/>
                  </a:cubicBezTo>
                  <a:cubicBezTo>
                    <a:pt x="4" y="0"/>
                    <a:pt x="4" y="0"/>
                    <a:pt x="4" y="0"/>
                  </a:cubicBezTo>
                  <a:cubicBezTo>
                    <a:pt x="2" y="0"/>
                    <a:pt x="0" y="2"/>
                    <a:pt x="0" y="5"/>
                  </a:cubicBezTo>
                  <a:cubicBezTo>
                    <a:pt x="0" y="154"/>
                    <a:pt x="0" y="154"/>
                    <a:pt x="0" y="154"/>
                  </a:cubicBezTo>
                  <a:cubicBezTo>
                    <a:pt x="0" y="157"/>
                    <a:pt x="2" y="159"/>
                    <a:pt x="4" y="1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solidFill>
                  <a:prstClr val="black"/>
                </a:solidFill>
              </a:endParaRPr>
            </a:p>
          </p:txBody>
        </p:sp>
        <p:sp>
          <p:nvSpPr>
            <p:cNvPr id="24" name="Freeform 22">
              <a:extLst>
                <a:ext uri="{FF2B5EF4-FFF2-40B4-BE49-F238E27FC236}">
                  <a16:creationId xmlns:a16="http://schemas.microsoft.com/office/drawing/2014/main" id="{7AFC6B60-E7D2-4591-8FF1-F82FD06043D1}"/>
                </a:ext>
              </a:extLst>
            </p:cNvPr>
            <p:cNvSpPr>
              <a:spLocks/>
            </p:cNvSpPr>
            <p:nvPr/>
          </p:nvSpPr>
          <p:spPr bwMode="auto">
            <a:xfrm>
              <a:off x="3525" y="1887"/>
              <a:ext cx="630" cy="546"/>
            </a:xfrm>
            <a:custGeom>
              <a:avLst/>
              <a:gdLst>
                <a:gd name="T0" fmla="*/ 253 w 264"/>
                <a:gd name="T1" fmla="*/ 206 h 228"/>
                <a:gd name="T2" fmla="*/ 23 w 264"/>
                <a:gd name="T3" fmla="*/ 206 h 228"/>
                <a:gd name="T4" fmla="*/ 22 w 264"/>
                <a:gd name="T5" fmla="*/ 206 h 228"/>
                <a:gd name="T6" fmla="*/ 22 w 264"/>
                <a:gd name="T7" fmla="*/ 11 h 228"/>
                <a:gd name="T8" fmla="*/ 11 w 264"/>
                <a:gd name="T9" fmla="*/ 0 h 228"/>
                <a:gd name="T10" fmla="*/ 0 w 264"/>
                <a:gd name="T11" fmla="*/ 11 h 228"/>
                <a:gd name="T12" fmla="*/ 0 w 264"/>
                <a:gd name="T13" fmla="*/ 206 h 228"/>
                <a:gd name="T14" fmla="*/ 23 w 264"/>
                <a:gd name="T15" fmla="*/ 228 h 228"/>
                <a:gd name="T16" fmla="*/ 253 w 264"/>
                <a:gd name="T17" fmla="*/ 228 h 228"/>
                <a:gd name="T18" fmla="*/ 264 w 264"/>
                <a:gd name="T19" fmla="*/ 217 h 228"/>
                <a:gd name="T20" fmla="*/ 253 w 264"/>
                <a:gd name="T21" fmla="*/ 206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4" h="228">
                  <a:moveTo>
                    <a:pt x="253" y="206"/>
                  </a:moveTo>
                  <a:cubicBezTo>
                    <a:pt x="23" y="206"/>
                    <a:pt x="23" y="206"/>
                    <a:pt x="23" y="206"/>
                  </a:cubicBezTo>
                  <a:cubicBezTo>
                    <a:pt x="22" y="206"/>
                    <a:pt x="22" y="206"/>
                    <a:pt x="22" y="206"/>
                  </a:cubicBezTo>
                  <a:cubicBezTo>
                    <a:pt x="22" y="11"/>
                    <a:pt x="22" y="11"/>
                    <a:pt x="22" y="11"/>
                  </a:cubicBezTo>
                  <a:cubicBezTo>
                    <a:pt x="22" y="5"/>
                    <a:pt x="17" y="0"/>
                    <a:pt x="11" y="0"/>
                  </a:cubicBezTo>
                  <a:cubicBezTo>
                    <a:pt x="5" y="0"/>
                    <a:pt x="0" y="5"/>
                    <a:pt x="0" y="11"/>
                  </a:cubicBezTo>
                  <a:cubicBezTo>
                    <a:pt x="0" y="206"/>
                    <a:pt x="0" y="206"/>
                    <a:pt x="0" y="206"/>
                  </a:cubicBezTo>
                  <a:cubicBezTo>
                    <a:pt x="0" y="218"/>
                    <a:pt x="10" y="228"/>
                    <a:pt x="23" y="228"/>
                  </a:cubicBezTo>
                  <a:cubicBezTo>
                    <a:pt x="253" y="228"/>
                    <a:pt x="253" y="228"/>
                    <a:pt x="253" y="228"/>
                  </a:cubicBezTo>
                  <a:cubicBezTo>
                    <a:pt x="259" y="228"/>
                    <a:pt x="264" y="223"/>
                    <a:pt x="264" y="217"/>
                  </a:cubicBezTo>
                  <a:cubicBezTo>
                    <a:pt x="264" y="211"/>
                    <a:pt x="259" y="206"/>
                    <a:pt x="253" y="2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solidFill>
                  <a:prstClr val="black"/>
                </a:solidFill>
              </a:endParaRPr>
            </a:p>
          </p:txBody>
        </p:sp>
      </p:grpSp>
      <p:sp>
        <p:nvSpPr>
          <p:cNvPr id="25" name="Oval 11">
            <a:extLst>
              <a:ext uri="{FF2B5EF4-FFF2-40B4-BE49-F238E27FC236}">
                <a16:creationId xmlns:a16="http://schemas.microsoft.com/office/drawing/2014/main" id="{624AA24D-77FF-4BF5-B54B-D0E617E75ECA}"/>
              </a:ext>
            </a:extLst>
          </p:cNvPr>
          <p:cNvSpPr>
            <a:spLocks noChangeArrowheads="1"/>
          </p:cNvSpPr>
          <p:nvPr/>
        </p:nvSpPr>
        <p:spPr bwMode="auto">
          <a:xfrm>
            <a:off x="3709599" y="1804730"/>
            <a:ext cx="2170610" cy="2179676"/>
          </a:xfrm>
          <a:prstGeom prst="ellipse">
            <a:avLst/>
          </a:prstGeom>
          <a:noFill/>
          <a:ln w="28575">
            <a:solidFill>
              <a:srgbClr val="23A2E4"/>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Oval 21">
            <a:extLst>
              <a:ext uri="{FF2B5EF4-FFF2-40B4-BE49-F238E27FC236}">
                <a16:creationId xmlns:a16="http://schemas.microsoft.com/office/drawing/2014/main" id="{BC76DDB8-4E19-4927-BF4B-DBEADF5D3F68}"/>
              </a:ext>
            </a:extLst>
          </p:cNvPr>
          <p:cNvSpPr>
            <a:spLocks noChangeArrowheads="1"/>
          </p:cNvSpPr>
          <p:nvPr/>
        </p:nvSpPr>
        <p:spPr bwMode="auto">
          <a:xfrm>
            <a:off x="4014246" y="2123884"/>
            <a:ext cx="1564942" cy="1572196"/>
          </a:xfrm>
          <a:prstGeom prst="ellipse">
            <a:avLst/>
          </a:prstGeom>
          <a:solidFill>
            <a:srgbClr val="23A2E4"/>
          </a:solidFill>
          <a:ln w="25400" cmpd="sng">
            <a:solidFill>
              <a:srgbClr val="000000">
                <a:alpha val="0"/>
              </a:srgbClr>
            </a:solidFill>
            <a:miter lim="800000"/>
            <a:headEnd/>
            <a:tailEnd/>
          </a:ln>
        </p:spPr>
        <p:txBody>
          <a:bodyPr lIns="0" tIns="0" rIns="0" bIns="0" anchor="ctr"/>
          <a:lstStyle/>
          <a:p>
            <a:pPr defTabSz="584200"/>
            <a:endParaRPr lang="zh-CN" altLang="en-US" sz="4000">
              <a:solidFill>
                <a:srgbClr val="FFFFFF"/>
              </a:solidFill>
              <a:effectLst>
                <a:outerShdw blurRad="38100" dist="38100" dir="2700000" algn="tl">
                  <a:srgbClr val="000000"/>
                </a:outerShdw>
              </a:effectLst>
            </a:endParaRPr>
          </a:p>
        </p:txBody>
      </p:sp>
      <p:grpSp>
        <p:nvGrpSpPr>
          <p:cNvPr id="27" name="组合 26">
            <a:extLst>
              <a:ext uri="{FF2B5EF4-FFF2-40B4-BE49-F238E27FC236}">
                <a16:creationId xmlns:a16="http://schemas.microsoft.com/office/drawing/2014/main" id="{7EAD2C13-9328-4925-8AD1-86158F271E07}"/>
              </a:ext>
            </a:extLst>
          </p:cNvPr>
          <p:cNvGrpSpPr/>
          <p:nvPr/>
        </p:nvGrpSpPr>
        <p:grpSpPr>
          <a:xfrm>
            <a:off x="4498958" y="2602390"/>
            <a:ext cx="637226" cy="609429"/>
            <a:chOff x="6042259" y="5362013"/>
            <a:chExt cx="464982" cy="444699"/>
          </a:xfrm>
          <a:solidFill>
            <a:srgbClr val="FEFEFE"/>
          </a:solidFill>
          <a:effectLst/>
        </p:grpSpPr>
        <p:sp>
          <p:nvSpPr>
            <p:cNvPr id="28" name="Freeform 25">
              <a:extLst>
                <a:ext uri="{FF2B5EF4-FFF2-40B4-BE49-F238E27FC236}">
                  <a16:creationId xmlns:a16="http://schemas.microsoft.com/office/drawing/2014/main" id="{2E9B4D4A-D957-4965-90A0-15E19DB39B92}"/>
                </a:ext>
              </a:extLst>
            </p:cNvPr>
            <p:cNvSpPr>
              <a:spLocks/>
            </p:cNvSpPr>
            <p:nvPr/>
          </p:nvSpPr>
          <p:spPr bwMode="auto">
            <a:xfrm>
              <a:off x="6212692" y="5681688"/>
              <a:ext cx="125025" cy="125024"/>
            </a:xfrm>
            <a:custGeom>
              <a:avLst/>
              <a:gdLst>
                <a:gd name="T0" fmla="*/ 206 w 413"/>
                <a:gd name="T1" fmla="*/ 413 h 413"/>
                <a:gd name="T2" fmla="*/ 0 w 413"/>
                <a:gd name="T3" fmla="*/ 0 h 413"/>
                <a:gd name="T4" fmla="*/ 413 w 413"/>
                <a:gd name="T5" fmla="*/ 0 h 413"/>
                <a:gd name="T6" fmla="*/ 206 w 413"/>
                <a:gd name="T7" fmla="*/ 413 h 413"/>
              </a:gdLst>
              <a:ahLst/>
              <a:cxnLst>
                <a:cxn ang="0">
                  <a:pos x="T0" y="T1"/>
                </a:cxn>
                <a:cxn ang="0">
                  <a:pos x="T2" y="T3"/>
                </a:cxn>
                <a:cxn ang="0">
                  <a:pos x="T4" y="T5"/>
                </a:cxn>
                <a:cxn ang="0">
                  <a:pos x="T6" y="T7"/>
                </a:cxn>
              </a:cxnLst>
              <a:rect l="0" t="0" r="r" b="b"/>
              <a:pathLst>
                <a:path w="413" h="413">
                  <a:moveTo>
                    <a:pt x="206" y="413"/>
                  </a:moveTo>
                  <a:lnTo>
                    <a:pt x="0" y="0"/>
                  </a:lnTo>
                  <a:lnTo>
                    <a:pt x="413" y="0"/>
                  </a:lnTo>
                  <a:lnTo>
                    <a:pt x="206" y="4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29" name="任意多边形 39">
              <a:extLst>
                <a:ext uri="{FF2B5EF4-FFF2-40B4-BE49-F238E27FC236}">
                  <a16:creationId xmlns:a16="http://schemas.microsoft.com/office/drawing/2014/main" id="{35B1FFC7-8592-462E-92F7-70E15D9176AA}"/>
                </a:ext>
              </a:extLst>
            </p:cNvPr>
            <p:cNvSpPr>
              <a:spLocks noChangeArrowheads="1"/>
            </p:cNvSpPr>
            <p:nvPr/>
          </p:nvSpPr>
          <p:spPr bwMode="auto">
            <a:xfrm>
              <a:off x="6042259" y="5362013"/>
              <a:ext cx="464982" cy="338443"/>
            </a:xfrm>
            <a:custGeom>
              <a:avLst/>
              <a:gdLst>
                <a:gd name="connsiteX0" fmla="*/ 290196 w 2438400"/>
                <a:gd name="connsiteY0" fmla="*/ 0 h 1774825"/>
                <a:gd name="connsiteX1" fmla="*/ 2151973 w 2438400"/>
                <a:gd name="connsiteY1" fmla="*/ 0 h 1774825"/>
                <a:gd name="connsiteX2" fmla="*/ 2438400 w 2438400"/>
                <a:gd name="connsiteY2" fmla="*/ 286384 h 1774825"/>
                <a:gd name="connsiteX3" fmla="*/ 2438400 w 2438400"/>
                <a:gd name="connsiteY3" fmla="*/ 1484673 h 1774825"/>
                <a:gd name="connsiteX4" fmla="*/ 2151973 w 2438400"/>
                <a:gd name="connsiteY4" fmla="*/ 1774825 h 1774825"/>
                <a:gd name="connsiteX5" fmla="*/ 290196 w 2438400"/>
                <a:gd name="connsiteY5" fmla="*/ 1774825 h 1774825"/>
                <a:gd name="connsiteX6" fmla="*/ 0 w 2438400"/>
                <a:gd name="connsiteY6" fmla="*/ 1484673 h 1774825"/>
                <a:gd name="connsiteX7" fmla="*/ 0 w 2438400"/>
                <a:gd name="connsiteY7" fmla="*/ 286384 h 1774825"/>
                <a:gd name="connsiteX8" fmla="*/ 290196 w 2438400"/>
                <a:gd name="connsiteY8" fmla="*/ 0 h 1774825"/>
                <a:gd name="connsiteX9" fmla="*/ 471488 w 2438400"/>
                <a:gd name="connsiteY9" fmla="*/ 425450 h 1774825"/>
                <a:gd name="connsiteX10" fmla="*/ 471488 w 2438400"/>
                <a:gd name="connsiteY10" fmla="*/ 598488 h 1774825"/>
                <a:gd name="connsiteX11" fmla="*/ 1971676 w 2438400"/>
                <a:gd name="connsiteY11" fmla="*/ 598488 h 1774825"/>
                <a:gd name="connsiteX12" fmla="*/ 1971676 w 2438400"/>
                <a:gd name="connsiteY12" fmla="*/ 425450 h 1774825"/>
                <a:gd name="connsiteX13" fmla="*/ 471488 w 2438400"/>
                <a:gd name="connsiteY13" fmla="*/ 425450 h 1774825"/>
                <a:gd name="connsiteX14" fmla="*/ 471488 w 2438400"/>
                <a:gd name="connsiteY14" fmla="*/ 801688 h 1774825"/>
                <a:gd name="connsiteX15" fmla="*/ 471488 w 2438400"/>
                <a:gd name="connsiteY15" fmla="*/ 971551 h 1774825"/>
                <a:gd name="connsiteX16" fmla="*/ 1971676 w 2438400"/>
                <a:gd name="connsiteY16" fmla="*/ 971551 h 1774825"/>
                <a:gd name="connsiteX17" fmla="*/ 1971676 w 2438400"/>
                <a:gd name="connsiteY17" fmla="*/ 801688 h 1774825"/>
                <a:gd name="connsiteX18" fmla="*/ 471488 w 2438400"/>
                <a:gd name="connsiteY18" fmla="*/ 801688 h 1774825"/>
                <a:gd name="connsiteX19" fmla="*/ 471488 w 2438400"/>
                <a:gd name="connsiteY19" fmla="*/ 1174750 h 1774825"/>
                <a:gd name="connsiteX20" fmla="*/ 471488 w 2438400"/>
                <a:gd name="connsiteY20" fmla="*/ 1347788 h 1774825"/>
                <a:gd name="connsiteX21" fmla="*/ 1971676 w 2438400"/>
                <a:gd name="connsiteY21" fmla="*/ 1347788 h 1774825"/>
                <a:gd name="connsiteX22" fmla="*/ 1971676 w 2438400"/>
                <a:gd name="connsiteY22" fmla="*/ 1174750 h 1774825"/>
                <a:gd name="connsiteX23" fmla="*/ 471488 w 2438400"/>
                <a:gd name="connsiteY23" fmla="*/ 1174750 h 177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38400" h="1774825">
                  <a:moveTo>
                    <a:pt x="290196" y="0"/>
                  </a:moveTo>
                  <a:cubicBezTo>
                    <a:pt x="2151973" y="0"/>
                    <a:pt x="2151973" y="0"/>
                    <a:pt x="2151973" y="0"/>
                  </a:cubicBezTo>
                  <a:cubicBezTo>
                    <a:pt x="2310262" y="0"/>
                    <a:pt x="2438400" y="128119"/>
                    <a:pt x="2438400" y="286384"/>
                  </a:cubicBezTo>
                  <a:lnTo>
                    <a:pt x="2438400" y="1484673"/>
                  </a:lnTo>
                  <a:cubicBezTo>
                    <a:pt x="2438400" y="1646706"/>
                    <a:pt x="2310262" y="1774825"/>
                    <a:pt x="2151973" y="1774825"/>
                  </a:cubicBezTo>
                  <a:cubicBezTo>
                    <a:pt x="290196" y="1774825"/>
                    <a:pt x="290196" y="1774825"/>
                    <a:pt x="290196" y="1774825"/>
                  </a:cubicBezTo>
                  <a:cubicBezTo>
                    <a:pt x="131907" y="1774825"/>
                    <a:pt x="0" y="1646706"/>
                    <a:pt x="0" y="1484673"/>
                  </a:cubicBezTo>
                  <a:cubicBezTo>
                    <a:pt x="0" y="286384"/>
                    <a:pt x="0" y="286384"/>
                    <a:pt x="0" y="286384"/>
                  </a:cubicBezTo>
                  <a:cubicBezTo>
                    <a:pt x="0" y="128119"/>
                    <a:pt x="131907" y="0"/>
                    <a:pt x="290196" y="0"/>
                  </a:cubicBezTo>
                  <a:close/>
                  <a:moveTo>
                    <a:pt x="471488" y="425450"/>
                  </a:moveTo>
                  <a:lnTo>
                    <a:pt x="471488" y="598488"/>
                  </a:lnTo>
                  <a:lnTo>
                    <a:pt x="1971676" y="598488"/>
                  </a:lnTo>
                  <a:lnTo>
                    <a:pt x="1971676" y="425450"/>
                  </a:lnTo>
                  <a:lnTo>
                    <a:pt x="471488" y="425450"/>
                  </a:lnTo>
                  <a:close/>
                  <a:moveTo>
                    <a:pt x="471488" y="801688"/>
                  </a:moveTo>
                  <a:lnTo>
                    <a:pt x="471488" y="971551"/>
                  </a:lnTo>
                  <a:lnTo>
                    <a:pt x="1971676" y="971551"/>
                  </a:lnTo>
                  <a:lnTo>
                    <a:pt x="1971676" y="801688"/>
                  </a:lnTo>
                  <a:lnTo>
                    <a:pt x="471488" y="801688"/>
                  </a:lnTo>
                  <a:close/>
                  <a:moveTo>
                    <a:pt x="471488" y="1174750"/>
                  </a:moveTo>
                  <a:lnTo>
                    <a:pt x="471488" y="1347788"/>
                  </a:lnTo>
                  <a:lnTo>
                    <a:pt x="1971676" y="1347788"/>
                  </a:lnTo>
                  <a:lnTo>
                    <a:pt x="1971676" y="1174750"/>
                  </a:lnTo>
                  <a:lnTo>
                    <a:pt x="471488" y="117475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solidFill>
                  <a:prstClr val="black"/>
                </a:solidFill>
              </a:endParaRPr>
            </a:p>
          </p:txBody>
        </p:sp>
      </p:grpSp>
      <p:sp>
        <p:nvSpPr>
          <p:cNvPr id="30" name="Freeform 5">
            <a:extLst>
              <a:ext uri="{FF2B5EF4-FFF2-40B4-BE49-F238E27FC236}">
                <a16:creationId xmlns:a16="http://schemas.microsoft.com/office/drawing/2014/main" id="{5E9BB7E1-5501-45FD-83F6-CF407F69CFD0}"/>
              </a:ext>
            </a:extLst>
          </p:cNvPr>
          <p:cNvSpPr>
            <a:spLocks/>
          </p:cNvSpPr>
          <p:nvPr/>
        </p:nvSpPr>
        <p:spPr bwMode="auto">
          <a:xfrm>
            <a:off x="2057615" y="4182064"/>
            <a:ext cx="279260" cy="241179"/>
          </a:xfrm>
          <a:custGeom>
            <a:avLst/>
            <a:gdLst>
              <a:gd name="T0" fmla="*/ 25 w 65"/>
              <a:gd name="T1" fmla="*/ 0 h 56"/>
              <a:gd name="T2" fmla="*/ 41 w 65"/>
              <a:gd name="T3" fmla="*/ 0 h 56"/>
              <a:gd name="T4" fmla="*/ 59 w 65"/>
              <a:gd name="T5" fmla="*/ 0 h 56"/>
              <a:gd name="T6" fmla="*/ 63 w 65"/>
              <a:gd name="T7" fmla="*/ 6 h 56"/>
              <a:gd name="T8" fmla="*/ 54 w 65"/>
              <a:gd name="T9" fmla="*/ 22 h 56"/>
              <a:gd name="T10" fmla="*/ 46 w 65"/>
              <a:gd name="T11" fmla="*/ 36 h 56"/>
              <a:gd name="T12" fmla="*/ 37 w 65"/>
              <a:gd name="T13" fmla="*/ 52 h 56"/>
              <a:gd name="T14" fmla="*/ 29 w 65"/>
              <a:gd name="T15" fmla="*/ 52 h 56"/>
              <a:gd name="T16" fmla="*/ 20 w 65"/>
              <a:gd name="T17" fmla="*/ 36 h 56"/>
              <a:gd name="T18" fmla="*/ 12 w 65"/>
              <a:gd name="T19" fmla="*/ 22 h 56"/>
              <a:gd name="T20" fmla="*/ 2 w 65"/>
              <a:gd name="T21" fmla="*/ 6 h 56"/>
              <a:gd name="T22" fmla="*/ 6 w 65"/>
              <a:gd name="T23" fmla="*/ 0 h 56"/>
              <a:gd name="T24" fmla="*/ 25 w 65"/>
              <a:gd name="T25"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 h="56">
                <a:moveTo>
                  <a:pt x="25" y="0"/>
                </a:moveTo>
                <a:cubicBezTo>
                  <a:pt x="29" y="0"/>
                  <a:pt x="36" y="0"/>
                  <a:pt x="41" y="0"/>
                </a:cubicBezTo>
                <a:cubicBezTo>
                  <a:pt x="59" y="0"/>
                  <a:pt x="59" y="0"/>
                  <a:pt x="59" y="0"/>
                </a:cubicBezTo>
                <a:cubicBezTo>
                  <a:pt x="64" y="0"/>
                  <a:pt x="65" y="3"/>
                  <a:pt x="63" y="6"/>
                </a:cubicBezTo>
                <a:cubicBezTo>
                  <a:pt x="54" y="22"/>
                  <a:pt x="54" y="22"/>
                  <a:pt x="54" y="22"/>
                </a:cubicBezTo>
                <a:cubicBezTo>
                  <a:pt x="52" y="26"/>
                  <a:pt x="48" y="32"/>
                  <a:pt x="46" y="36"/>
                </a:cubicBezTo>
                <a:cubicBezTo>
                  <a:pt x="37" y="52"/>
                  <a:pt x="37" y="52"/>
                  <a:pt x="37" y="52"/>
                </a:cubicBezTo>
                <a:cubicBezTo>
                  <a:pt x="35" y="56"/>
                  <a:pt x="31" y="56"/>
                  <a:pt x="29" y="52"/>
                </a:cubicBezTo>
                <a:cubicBezTo>
                  <a:pt x="20" y="36"/>
                  <a:pt x="20" y="36"/>
                  <a:pt x="20" y="36"/>
                </a:cubicBezTo>
                <a:cubicBezTo>
                  <a:pt x="17" y="32"/>
                  <a:pt x="14" y="26"/>
                  <a:pt x="12" y="22"/>
                </a:cubicBezTo>
                <a:cubicBezTo>
                  <a:pt x="2" y="6"/>
                  <a:pt x="2" y="6"/>
                  <a:pt x="2" y="6"/>
                </a:cubicBezTo>
                <a:cubicBezTo>
                  <a:pt x="0" y="3"/>
                  <a:pt x="2" y="0"/>
                  <a:pt x="6" y="0"/>
                </a:cubicBezTo>
                <a:lnTo>
                  <a:pt x="25" y="0"/>
                </a:lnTo>
                <a:close/>
              </a:path>
            </a:pathLst>
          </a:custGeom>
          <a:solidFill>
            <a:srgbClr val="044BC9"/>
          </a:solidFill>
          <a:ln w="25400" cmpd="sng">
            <a:solidFill>
              <a:srgbClr val="000000">
                <a:alpha val="0"/>
              </a:srgbClr>
            </a:solidFill>
            <a:miter lim="800000"/>
            <a:headEnd/>
            <a:tailEnd/>
          </a:ln>
        </p:spPr>
        <p:txBody>
          <a:bodyPr lIns="0" tIns="0" rIns="0" bIns="0" anchor="ctr"/>
          <a:lstStyle/>
          <a:p>
            <a:pPr defTabSz="584200"/>
            <a:endParaRPr lang="zh-CN" altLang="en-US" sz="4000">
              <a:solidFill>
                <a:srgbClr val="FFFFFF"/>
              </a:solidFill>
              <a:effectLst>
                <a:outerShdw blurRad="38100" dist="38100" dir="2700000" algn="tl">
                  <a:srgbClr val="000000"/>
                </a:outerShdw>
              </a:effectLst>
            </a:endParaRPr>
          </a:p>
        </p:txBody>
      </p:sp>
      <p:sp>
        <p:nvSpPr>
          <p:cNvPr id="31" name="Freeform 6">
            <a:extLst>
              <a:ext uri="{FF2B5EF4-FFF2-40B4-BE49-F238E27FC236}">
                <a16:creationId xmlns:a16="http://schemas.microsoft.com/office/drawing/2014/main" id="{21F85D5D-00E9-4AFC-8558-47945018C33A}"/>
              </a:ext>
            </a:extLst>
          </p:cNvPr>
          <p:cNvSpPr>
            <a:spLocks/>
          </p:cNvSpPr>
          <p:nvPr/>
        </p:nvSpPr>
        <p:spPr bwMode="auto">
          <a:xfrm>
            <a:off x="4677941" y="4182064"/>
            <a:ext cx="279260" cy="241179"/>
          </a:xfrm>
          <a:custGeom>
            <a:avLst/>
            <a:gdLst>
              <a:gd name="T0" fmla="*/ 24 w 65"/>
              <a:gd name="T1" fmla="*/ 0 h 56"/>
              <a:gd name="T2" fmla="*/ 40 w 65"/>
              <a:gd name="T3" fmla="*/ 0 h 56"/>
              <a:gd name="T4" fmla="*/ 59 w 65"/>
              <a:gd name="T5" fmla="*/ 0 h 56"/>
              <a:gd name="T6" fmla="*/ 63 w 65"/>
              <a:gd name="T7" fmla="*/ 6 h 56"/>
              <a:gd name="T8" fmla="*/ 53 w 65"/>
              <a:gd name="T9" fmla="*/ 22 h 56"/>
              <a:gd name="T10" fmla="*/ 45 w 65"/>
              <a:gd name="T11" fmla="*/ 36 h 56"/>
              <a:gd name="T12" fmla="*/ 36 w 65"/>
              <a:gd name="T13" fmla="*/ 52 h 56"/>
              <a:gd name="T14" fmla="*/ 28 w 65"/>
              <a:gd name="T15" fmla="*/ 52 h 56"/>
              <a:gd name="T16" fmla="*/ 19 w 65"/>
              <a:gd name="T17" fmla="*/ 36 h 56"/>
              <a:gd name="T18" fmla="*/ 11 w 65"/>
              <a:gd name="T19" fmla="*/ 22 h 56"/>
              <a:gd name="T20" fmla="*/ 2 w 65"/>
              <a:gd name="T21" fmla="*/ 6 h 56"/>
              <a:gd name="T22" fmla="*/ 6 w 65"/>
              <a:gd name="T23" fmla="*/ 0 h 56"/>
              <a:gd name="T24" fmla="*/ 24 w 65"/>
              <a:gd name="T25"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 h="56">
                <a:moveTo>
                  <a:pt x="24" y="0"/>
                </a:moveTo>
                <a:cubicBezTo>
                  <a:pt x="29" y="0"/>
                  <a:pt x="36" y="0"/>
                  <a:pt x="40" y="0"/>
                </a:cubicBezTo>
                <a:cubicBezTo>
                  <a:pt x="59" y="0"/>
                  <a:pt x="59" y="0"/>
                  <a:pt x="59" y="0"/>
                </a:cubicBezTo>
                <a:cubicBezTo>
                  <a:pt x="63" y="0"/>
                  <a:pt x="65" y="3"/>
                  <a:pt x="63" y="6"/>
                </a:cubicBezTo>
                <a:cubicBezTo>
                  <a:pt x="53" y="22"/>
                  <a:pt x="53" y="22"/>
                  <a:pt x="53" y="22"/>
                </a:cubicBezTo>
                <a:cubicBezTo>
                  <a:pt x="51" y="26"/>
                  <a:pt x="48" y="32"/>
                  <a:pt x="45" y="36"/>
                </a:cubicBezTo>
                <a:cubicBezTo>
                  <a:pt x="36" y="52"/>
                  <a:pt x="36" y="52"/>
                  <a:pt x="36" y="52"/>
                </a:cubicBezTo>
                <a:cubicBezTo>
                  <a:pt x="34" y="56"/>
                  <a:pt x="30" y="56"/>
                  <a:pt x="28" y="52"/>
                </a:cubicBezTo>
                <a:cubicBezTo>
                  <a:pt x="19" y="36"/>
                  <a:pt x="19" y="36"/>
                  <a:pt x="19" y="36"/>
                </a:cubicBezTo>
                <a:cubicBezTo>
                  <a:pt x="17" y="32"/>
                  <a:pt x="13" y="26"/>
                  <a:pt x="11" y="22"/>
                </a:cubicBezTo>
                <a:cubicBezTo>
                  <a:pt x="2" y="6"/>
                  <a:pt x="2" y="6"/>
                  <a:pt x="2" y="6"/>
                </a:cubicBezTo>
                <a:cubicBezTo>
                  <a:pt x="0" y="3"/>
                  <a:pt x="1" y="0"/>
                  <a:pt x="6" y="0"/>
                </a:cubicBezTo>
                <a:lnTo>
                  <a:pt x="24" y="0"/>
                </a:lnTo>
                <a:close/>
              </a:path>
            </a:pathLst>
          </a:custGeom>
          <a:solidFill>
            <a:srgbClr val="23A2E4"/>
          </a:solidFill>
          <a:ln w="25400" cmpd="sng">
            <a:solidFill>
              <a:srgbClr val="000000">
                <a:alpha val="0"/>
              </a:srgbClr>
            </a:solidFill>
            <a:miter lim="800000"/>
            <a:headEnd/>
            <a:tailEnd/>
          </a:ln>
        </p:spPr>
        <p:txBody>
          <a:bodyPr lIns="0" tIns="0" rIns="0" bIns="0" anchor="ctr"/>
          <a:lstStyle/>
          <a:p>
            <a:pPr defTabSz="584200"/>
            <a:endParaRPr lang="zh-CN" altLang="en-US" sz="4000">
              <a:solidFill>
                <a:srgbClr val="FFFFFF"/>
              </a:solidFill>
              <a:effectLst>
                <a:outerShdw blurRad="38100" dist="38100" dir="2700000" algn="tl">
                  <a:srgbClr val="000000"/>
                </a:outerShdw>
              </a:effectLst>
            </a:endParaRPr>
          </a:p>
        </p:txBody>
      </p:sp>
      <p:sp>
        <p:nvSpPr>
          <p:cNvPr id="32" name="Freeform 7">
            <a:extLst>
              <a:ext uri="{FF2B5EF4-FFF2-40B4-BE49-F238E27FC236}">
                <a16:creationId xmlns:a16="http://schemas.microsoft.com/office/drawing/2014/main" id="{F1D034AF-BF32-40F8-9813-FFC54A311ED7}"/>
              </a:ext>
            </a:extLst>
          </p:cNvPr>
          <p:cNvSpPr>
            <a:spLocks/>
          </p:cNvSpPr>
          <p:nvPr/>
        </p:nvSpPr>
        <p:spPr bwMode="auto">
          <a:xfrm>
            <a:off x="7312775" y="4182064"/>
            <a:ext cx="282886" cy="241179"/>
          </a:xfrm>
          <a:custGeom>
            <a:avLst/>
            <a:gdLst>
              <a:gd name="T0" fmla="*/ 25 w 66"/>
              <a:gd name="T1" fmla="*/ 0 h 56"/>
              <a:gd name="T2" fmla="*/ 41 w 66"/>
              <a:gd name="T3" fmla="*/ 0 h 56"/>
              <a:gd name="T4" fmla="*/ 59 w 66"/>
              <a:gd name="T5" fmla="*/ 0 h 56"/>
              <a:gd name="T6" fmla="*/ 63 w 66"/>
              <a:gd name="T7" fmla="*/ 6 h 56"/>
              <a:gd name="T8" fmla="*/ 54 w 66"/>
              <a:gd name="T9" fmla="*/ 22 h 56"/>
              <a:gd name="T10" fmla="*/ 46 w 66"/>
              <a:gd name="T11" fmla="*/ 36 h 56"/>
              <a:gd name="T12" fmla="*/ 37 w 66"/>
              <a:gd name="T13" fmla="*/ 52 h 56"/>
              <a:gd name="T14" fmla="*/ 29 w 66"/>
              <a:gd name="T15" fmla="*/ 52 h 56"/>
              <a:gd name="T16" fmla="*/ 20 w 66"/>
              <a:gd name="T17" fmla="*/ 36 h 56"/>
              <a:gd name="T18" fmla="*/ 12 w 66"/>
              <a:gd name="T19" fmla="*/ 22 h 56"/>
              <a:gd name="T20" fmla="*/ 2 w 66"/>
              <a:gd name="T21" fmla="*/ 6 h 56"/>
              <a:gd name="T22" fmla="*/ 6 w 66"/>
              <a:gd name="T23" fmla="*/ 0 h 56"/>
              <a:gd name="T24" fmla="*/ 25 w 66"/>
              <a:gd name="T25"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56">
                <a:moveTo>
                  <a:pt x="25" y="0"/>
                </a:moveTo>
                <a:cubicBezTo>
                  <a:pt x="29" y="0"/>
                  <a:pt x="37" y="0"/>
                  <a:pt x="41" y="0"/>
                </a:cubicBezTo>
                <a:cubicBezTo>
                  <a:pt x="59" y="0"/>
                  <a:pt x="59" y="0"/>
                  <a:pt x="59" y="0"/>
                </a:cubicBezTo>
                <a:cubicBezTo>
                  <a:pt x="64" y="0"/>
                  <a:pt x="66" y="3"/>
                  <a:pt x="63" y="6"/>
                </a:cubicBezTo>
                <a:cubicBezTo>
                  <a:pt x="54" y="22"/>
                  <a:pt x="54" y="22"/>
                  <a:pt x="54" y="22"/>
                </a:cubicBezTo>
                <a:cubicBezTo>
                  <a:pt x="52" y="26"/>
                  <a:pt x="48" y="32"/>
                  <a:pt x="46" y="36"/>
                </a:cubicBezTo>
                <a:cubicBezTo>
                  <a:pt x="37" y="52"/>
                  <a:pt x="37" y="52"/>
                  <a:pt x="37" y="52"/>
                </a:cubicBezTo>
                <a:cubicBezTo>
                  <a:pt x="35" y="56"/>
                  <a:pt x="31" y="56"/>
                  <a:pt x="29" y="52"/>
                </a:cubicBezTo>
                <a:cubicBezTo>
                  <a:pt x="20" y="36"/>
                  <a:pt x="20" y="36"/>
                  <a:pt x="20" y="36"/>
                </a:cubicBezTo>
                <a:cubicBezTo>
                  <a:pt x="18" y="32"/>
                  <a:pt x="14" y="26"/>
                  <a:pt x="12" y="22"/>
                </a:cubicBezTo>
                <a:cubicBezTo>
                  <a:pt x="2" y="6"/>
                  <a:pt x="2" y="6"/>
                  <a:pt x="2" y="6"/>
                </a:cubicBezTo>
                <a:cubicBezTo>
                  <a:pt x="0" y="3"/>
                  <a:pt x="2" y="0"/>
                  <a:pt x="6" y="0"/>
                </a:cubicBezTo>
                <a:lnTo>
                  <a:pt x="25" y="0"/>
                </a:lnTo>
                <a:close/>
              </a:path>
            </a:pathLst>
          </a:custGeom>
          <a:solidFill>
            <a:srgbClr val="044BC9"/>
          </a:solidFill>
          <a:ln w="25400" cmpd="sng">
            <a:solidFill>
              <a:srgbClr val="000000">
                <a:alpha val="0"/>
              </a:srgbClr>
            </a:solidFill>
            <a:miter lim="800000"/>
            <a:headEnd/>
            <a:tailEnd/>
          </a:ln>
        </p:spPr>
        <p:txBody>
          <a:bodyPr lIns="0" tIns="0" rIns="0" bIns="0" anchor="ctr"/>
          <a:lstStyle/>
          <a:p>
            <a:pPr defTabSz="584200"/>
            <a:endParaRPr lang="zh-CN" altLang="en-US" sz="4000">
              <a:solidFill>
                <a:srgbClr val="FFFFFF"/>
              </a:solidFill>
              <a:effectLst>
                <a:outerShdw blurRad="38100" dist="38100" dir="2700000" algn="tl">
                  <a:srgbClr val="000000"/>
                </a:outerShdw>
              </a:effectLst>
            </a:endParaRPr>
          </a:p>
        </p:txBody>
      </p:sp>
      <p:sp>
        <p:nvSpPr>
          <p:cNvPr id="33" name="Freeform 8">
            <a:extLst>
              <a:ext uri="{FF2B5EF4-FFF2-40B4-BE49-F238E27FC236}">
                <a16:creationId xmlns:a16="http://schemas.microsoft.com/office/drawing/2014/main" id="{ECA08C4C-675D-4BAA-955A-82C04B4DEA8B}"/>
              </a:ext>
            </a:extLst>
          </p:cNvPr>
          <p:cNvSpPr>
            <a:spLocks/>
          </p:cNvSpPr>
          <p:nvPr/>
        </p:nvSpPr>
        <p:spPr bwMode="auto">
          <a:xfrm>
            <a:off x="9907714" y="4182064"/>
            <a:ext cx="279260" cy="241179"/>
          </a:xfrm>
          <a:custGeom>
            <a:avLst/>
            <a:gdLst>
              <a:gd name="T0" fmla="*/ 25 w 65"/>
              <a:gd name="T1" fmla="*/ 0 h 56"/>
              <a:gd name="T2" fmla="*/ 41 w 65"/>
              <a:gd name="T3" fmla="*/ 0 h 56"/>
              <a:gd name="T4" fmla="*/ 59 w 65"/>
              <a:gd name="T5" fmla="*/ 0 h 56"/>
              <a:gd name="T6" fmla="*/ 63 w 65"/>
              <a:gd name="T7" fmla="*/ 6 h 56"/>
              <a:gd name="T8" fmla="*/ 54 w 65"/>
              <a:gd name="T9" fmla="*/ 22 h 56"/>
              <a:gd name="T10" fmla="*/ 46 w 65"/>
              <a:gd name="T11" fmla="*/ 36 h 56"/>
              <a:gd name="T12" fmla="*/ 37 w 65"/>
              <a:gd name="T13" fmla="*/ 52 h 56"/>
              <a:gd name="T14" fmla="*/ 29 w 65"/>
              <a:gd name="T15" fmla="*/ 52 h 56"/>
              <a:gd name="T16" fmla="*/ 20 w 65"/>
              <a:gd name="T17" fmla="*/ 36 h 56"/>
              <a:gd name="T18" fmla="*/ 12 w 65"/>
              <a:gd name="T19" fmla="*/ 22 h 56"/>
              <a:gd name="T20" fmla="*/ 2 w 65"/>
              <a:gd name="T21" fmla="*/ 6 h 56"/>
              <a:gd name="T22" fmla="*/ 6 w 65"/>
              <a:gd name="T23" fmla="*/ 0 h 56"/>
              <a:gd name="T24" fmla="*/ 25 w 65"/>
              <a:gd name="T25"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 h="56">
                <a:moveTo>
                  <a:pt x="25" y="0"/>
                </a:moveTo>
                <a:cubicBezTo>
                  <a:pt x="29" y="0"/>
                  <a:pt x="36" y="0"/>
                  <a:pt x="41" y="0"/>
                </a:cubicBezTo>
                <a:cubicBezTo>
                  <a:pt x="59" y="0"/>
                  <a:pt x="59" y="0"/>
                  <a:pt x="59" y="0"/>
                </a:cubicBezTo>
                <a:cubicBezTo>
                  <a:pt x="64" y="0"/>
                  <a:pt x="65" y="3"/>
                  <a:pt x="63" y="6"/>
                </a:cubicBezTo>
                <a:cubicBezTo>
                  <a:pt x="54" y="22"/>
                  <a:pt x="54" y="22"/>
                  <a:pt x="54" y="22"/>
                </a:cubicBezTo>
                <a:cubicBezTo>
                  <a:pt x="52" y="26"/>
                  <a:pt x="48" y="32"/>
                  <a:pt x="46" y="36"/>
                </a:cubicBezTo>
                <a:cubicBezTo>
                  <a:pt x="37" y="52"/>
                  <a:pt x="37" y="52"/>
                  <a:pt x="37" y="52"/>
                </a:cubicBezTo>
                <a:cubicBezTo>
                  <a:pt x="35" y="56"/>
                  <a:pt x="31" y="56"/>
                  <a:pt x="29" y="52"/>
                </a:cubicBezTo>
                <a:cubicBezTo>
                  <a:pt x="20" y="36"/>
                  <a:pt x="20" y="36"/>
                  <a:pt x="20" y="36"/>
                </a:cubicBezTo>
                <a:cubicBezTo>
                  <a:pt x="17" y="32"/>
                  <a:pt x="14" y="26"/>
                  <a:pt x="12" y="22"/>
                </a:cubicBezTo>
                <a:cubicBezTo>
                  <a:pt x="2" y="6"/>
                  <a:pt x="2" y="6"/>
                  <a:pt x="2" y="6"/>
                </a:cubicBezTo>
                <a:cubicBezTo>
                  <a:pt x="0" y="3"/>
                  <a:pt x="2" y="0"/>
                  <a:pt x="6" y="0"/>
                </a:cubicBezTo>
                <a:lnTo>
                  <a:pt x="25" y="0"/>
                </a:lnTo>
                <a:close/>
              </a:path>
            </a:pathLst>
          </a:custGeom>
          <a:solidFill>
            <a:srgbClr val="23A2E4"/>
          </a:solidFill>
          <a:ln w="25400" cmpd="sng">
            <a:solidFill>
              <a:srgbClr val="000000">
                <a:alpha val="0"/>
              </a:srgbClr>
            </a:solidFill>
            <a:miter lim="800000"/>
            <a:headEnd/>
            <a:tailEnd/>
          </a:ln>
        </p:spPr>
        <p:txBody>
          <a:bodyPr lIns="0" tIns="0" rIns="0" bIns="0" anchor="ctr"/>
          <a:lstStyle/>
          <a:p>
            <a:pPr defTabSz="584200"/>
            <a:endParaRPr lang="zh-CN" altLang="en-US" sz="4000">
              <a:solidFill>
                <a:srgbClr val="FFFFFF"/>
              </a:solidFill>
              <a:effectLst>
                <a:outerShdw blurRad="38100" dist="38100" dir="2700000" algn="tl">
                  <a:srgbClr val="000000"/>
                </a:outerShdw>
              </a:effectLst>
            </a:endParaRPr>
          </a:p>
        </p:txBody>
      </p:sp>
      <p:sp>
        <p:nvSpPr>
          <p:cNvPr id="34" name="Freeform 16">
            <a:extLst>
              <a:ext uri="{FF2B5EF4-FFF2-40B4-BE49-F238E27FC236}">
                <a16:creationId xmlns:a16="http://schemas.microsoft.com/office/drawing/2014/main" id="{6CD33D57-FA24-4C6D-BEA0-9C2FB9FF04F8}"/>
              </a:ext>
            </a:extLst>
          </p:cNvPr>
          <p:cNvSpPr>
            <a:spLocks/>
          </p:cNvSpPr>
          <p:nvPr/>
        </p:nvSpPr>
        <p:spPr bwMode="auto">
          <a:xfrm>
            <a:off x="4696075" y="1804730"/>
            <a:ext cx="2749076" cy="2170609"/>
          </a:xfrm>
          <a:custGeom>
            <a:avLst/>
            <a:gdLst>
              <a:gd name="T0" fmla="*/ 627 w 641"/>
              <a:gd name="T1" fmla="*/ 504 h 504"/>
              <a:gd name="T2" fmla="*/ 322 w 641"/>
              <a:gd name="T3" fmla="*/ 266 h 504"/>
              <a:gd name="T4" fmla="*/ 14 w 641"/>
              <a:gd name="T5" fmla="*/ 28 h 504"/>
              <a:gd name="T6" fmla="*/ 0 w 641"/>
              <a:gd name="T7" fmla="*/ 14 h 504"/>
              <a:gd name="T8" fmla="*/ 14 w 641"/>
              <a:gd name="T9" fmla="*/ 0 h 504"/>
              <a:gd name="T10" fmla="*/ 346 w 641"/>
              <a:gd name="T11" fmla="*/ 252 h 504"/>
              <a:gd name="T12" fmla="*/ 627 w 641"/>
              <a:gd name="T13" fmla="*/ 476 h 504"/>
              <a:gd name="T14" fmla="*/ 641 w 641"/>
              <a:gd name="T15" fmla="*/ 490 h 504"/>
              <a:gd name="T16" fmla="*/ 627 w 641"/>
              <a:gd name="T17" fmla="*/ 504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1" h="504">
                <a:moveTo>
                  <a:pt x="627" y="504"/>
                </a:moveTo>
                <a:cubicBezTo>
                  <a:pt x="462" y="504"/>
                  <a:pt x="390" y="383"/>
                  <a:pt x="322" y="266"/>
                </a:cubicBezTo>
                <a:cubicBezTo>
                  <a:pt x="250" y="144"/>
                  <a:pt x="182" y="28"/>
                  <a:pt x="14" y="28"/>
                </a:cubicBezTo>
                <a:cubicBezTo>
                  <a:pt x="6" y="28"/>
                  <a:pt x="0" y="22"/>
                  <a:pt x="0" y="14"/>
                </a:cubicBezTo>
                <a:cubicBezTo>
                  <a:pt x="0" y="6"/>
                  <a:pt x="6" y="0"/>
                  <a:pt x="14" y="0"/>
                </a:cubicBezTo>
                <a:cubicBezTo>
                  <a:pt x="198" y="0"/>
                  <a:pt x="274" y="128"/>
                  <a:pt x="346" y="252"/>
                </a:cubicBezTo>
                <a:cubicBezTo>
                  <a:pt x="414" y="367"/>
                  <a:pt x="478" y="476"/>
                  <a:pt x="627" y="476"/>
                </a:cubicBezTo>
                <a:cubicBezTo>
                  <a:pt x="635" y="476"/>
                  <a:pt x="641" y="482"/>
                  <a:pt x="641" y="490"/>
                </a:cubicBezTo>
                <a:cubicBezTo>
                  <a:pt x="641" y="498"/>
                  <a:pt x="635" y="504"/>
                  <a:pt x="627" y="504"/>
                </a:cubicBezTo>
                <a:close/>
              </a:path>
            </a:pathLst>
          </a:custGeom>
          <a:solidFill>
            <a:srgbClr val="23A2E4"/>
          </a:solidFill>
          <a:ln w="25400" cmpd="sng">
            <a:solidFill>
              <a:srgbClr val="000000">
                <a:alpha val="0"/>
              </a:srgbClr>
            </a:solidFill>
            <a:miter lim="800000"/>
            <a:headEnd/>
            <a:tailEnd/>
          </a:ln>
        </p:spPr>
        <p:txBody>
          <a:bodyPr lIns="0" tIns="0" rIns="0" bIns="0" anchor="ctr"/>
          <a:lstStyle/>
          <a:p>
            <a:pPr defTabSz="584200"/>
            <a:endParaRPr lang="zh-CN" altLang="en-US" sz="4000">
              <a:solidFill>
                <a:srgbClr val="FFFFFF"/>
              </a:solidFill>
              <a:effectLst>
                <a:outerShdw blurRad="38100" dist="38100" dir="2700000" algn="tl">
                  <a:srgbClr val="000000"/>
                </a:outerShdw>
              </a:effectLst>
            </a:endParaRPr>
          </a:p>
        </p:txBody>
      </p:sp>
      <p:sp>
        <p:nvSpPr>
          <p:cNvPr id="35" name="Freeform 13">
            <a:extLst>
              <a:ext uri="{FF2B5EF4-FFF2-40B4-BE49-F238E27FC236}">
                <a16:creationId xmlns:a16="http://schemas.microsoft.com/office/drawing/2014/main" id="{5452F31A-58B3-4608-A5E7-B8A4B4884D84}"/>
              </a:ext>
            </a:extLst>
          </p:cNvPr>
          <p:cNvSpPr>
            <a:spLocks/>
          </p:cNvSpPr>
          <p:nvPr/>
        </p:nvSpPr>
        <p:spPr bwMode="auto">
          <a:xfrm>
            <a:off x="2104763" y="1804730"/>
            <a:ext cx="2749076" cy="2170609"/>
          </a:xfrm>
          <a:custGeom>
            <a:avLst/>
            <a:gdLst>
              <a:gd name="T0" fmla="*/ 627 w 641"/>
              <a:gd name="T1" fmla="*/ 504 h 504"/>
              <a:gd name="T2" fmla="*/ 322 w 641"/>
              <a:gd name="T3" fmla="*/ 266 h 504"/>
              <a:gd name="T4" fmla="*/ 14 w 641"/>
              <a:gd name="T5" fmla="*/ 28 h 504"/>
              <a:gd name="T6" fmla="*/ 0 w 641"/>
              <a:gd name="T7" fmla="*/ 14 h 504"/>
              <a:gd name="T8" fmla="*/ 14 w 641"/>
              <a:gd name="T9" fmla="*/ 0 h 504"/>
              <a:gd name="T10" fmla="*/ 347 w 641"/>
              <a:gd name="T11" fmla="*/ 252 h 504"/>
              <a:gd name="T12" fmla="*/ 627 w 641"/>
              <a:gd name="T13" fmla="*/ 476 h 504"/>
              <a:gd name="T14" fmla="*/ 641 w 641"/>
              <a:gd name="T15" fmla="*/ 490 h 504"/>
              <a:gd name="T16" fmla="*/ 627 w 641"/>
              <a:gd name="T17" fmla="*/ 504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1" h="504">
                <a:moveTo>
                  <a:pt x="627" y="504"/>
                </a:moveTo>
                <a:cubicBezTo>
                  <a:pt x="462" y="504"/>
                  <a:pt x="391" y="383"/>
                  <a:pt x="322" y="266"/>
                </a:cubicBezTo>
                <a:cubicBezTo>
                  <a:pt x="250" y="144"/>
                  <a:pt x="182" y="28"/>
                  <a:pt x="14" y="28"/>
                </a:cubicBezTo>
                <a:cubicBezTo>
                  <a:pt x="6" y="28"/>
                  <a:pt x="0" y="22"/>
                  <a:pt x="0" y="14"/>
                </a:cubicBezTo>
                <a:cubicBezTo>
                  <a:pt x="0" y="6"/>
                  <a:pt x="6" y="0"/>
                  <a:pt x="14" y="0"/>
                </a:cubicBezTo>
                <a:cubicBezTo>
                  <a:pt x="198" y="0"/>
                  <a:pt x="274" y="128"/>
                  <a:pt x="347" y="252"/>
                </a:cubicBezTo>
                <a:cubicBezTo>
                  <a:pt x="414" y="367"/>
                  <a:pt x="478" y="476"/>
                  <a:pt x="627" y="476"/>
                </a:cubicBezTo>
                <a:cubicBezTo>
                  <a:pt x="635" y="476"/>
                  <a:pt x="641" y="482"/>
                  <a:pt x="641" y="490"/>
                </a:cubicBezTo>
                <a:cubicBezTo>
                  <a:pt x="641" y="498"/>
                  <a:pt x="635" y="504"/>
                  <a:pt x="627" y="504"/>
                </a:cubicBezTo>
                <a:close/>
              </a:path>
            </a:pathLst>
          </a:custGeom>
          <a:solidFill>
            <a:srgbClr val="044BC9"/>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19">
            <a:extLst>
              <a:ext uri="{FF2B5EF4-FFF2-40B4-BE49-F238E27FC236}">
                <a16:creationId xmlns:a16="http://schemas.microsoft.com/office/drawing/2014/main" id="{64B947BA-CC6F-4D58-BEF2-1A448924F586}"/>
              </a:ext>
            </a:extLst>
          </p:cNvPr>
          <p:cNvSpPr>
            <a:spLocks/>
          </p:cNvSpPr>
          <p:nvPr/>
        </p:nvSpPr>
        <p:spPr bwMode="auto">
          <a:xfrm>
            <a:off x="7309148" y="1804730"/>
            <a:ext cx="2752703" cy="2170609"/>
          </a:xfrm>
          <a:custGeom>
            <a:avLst/>
            <a:gdLst>
              <a:gd name="T0" fmla="*/ 627 w 642"/>
              <a:gd name="T1" fmla="*/ 504 h 504"/>
              <a:gd name="T2" fmla="*/ 322 w 642"/>
              <a:gd name="T3" fmla="*/ 266 h 504"/>
              <a:gd name="T4" fmla="*/ 14 w 642"/>
              <a:gd name="T5" fmla="*/ 28 h 504"/>
              <a:gd name="T6" fmla="*/ 0 w 642"/>
              <a:gd name="T7" fmla="*/ 14 h 504"/>
              <a:gd name="T8" fmla="*/ 14 w 642"/>
              <a:gd name="T9" fmla="*/ 0 h 504"/>
              <a:gd name="T10" fmla="*/ 347 w 642"/>
              <a:gd name="T11" fmla="*/ 252 h 504"/>
              <a:gd name="T12" fmla="*/ 627 w 642"/>
              <a:gd name="T13" fmla="*/ 476 h 504"/>
              <a:gd name="T14" fmla="*/ 642 w 642"/>
              <a:gd name="T15" fmla="*/ 490 h 504"/>
              <a:gd name="T16" fmla="*/ 627 w 642"/>
              <a:gd name="T17" fmla="*/ 504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 h="504">
                <a:moveTo>
                  <a:pt x="627" y="504"/>
                </a:moveTo>
                <a:cubicBezTo>
                  <a:pt x="462" y="504"/>
                  <a:pt x="391" y="383"/>
                  <a:pt x="322" y="266"/>
                </a:cubicBezTo>
                <a:cubicBezTo>
                  <a:pt x="250" y="144"/>
                  <a:pt x="182" y="28"/>
                  <a:pt x="14" y="28"/>
                </a:cubicBezTo>
                <a:cubicBezTo>
                  <a:pt x="6" y="28"/>
                  <a:pt x="0" y="22"/>
                  <a:pt x="0" y="14"/>
                </a:cubicBezTo>
                <a:cubicBezTo>
                  <a:pt x="0" y="6"/>
                  <a:pt x="6" y="0"/>
                  <a:pt x="14" y="0"/>
                </a:cubicBezTo>
                <a:cubicBezTo>
                  <a:pt x="199" y="0"/>
                  <a:pt x="274" y="128"/>
                  <a:pt x="347" y="252"/>
                </a:cubicBezTo>
                <a:cubicBezTo>
                  <a:pt x="415" y="367"/>
                  <a:pt x="479" y="476"/>
                  <a:pt x="627" y="476"/>
                </a:cubicBezTo>
                <a:cubicBezTo>
                  <a:pt x="635" y="476"/>
                  <a:pt x="642" y="482"/>
                  <a:pt x="642" y="490"/>
                </a:cubicBezTo>
                <a:cubicBezTo>
                  <a:pt x="642" y="498"/>
                  <a:pt x="635" y="504"/>
                  <a:pt x="627" y="504"/>
                </a:cubicBezTo>
                <a:close/>
              </a:path>
            </a:pathLst>
          </a:custGeom>
          <a:solidFill>
            <a:srgbClr val="044BC9"/>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1" name="Content Placeholder 2"/>
          <p:cNvSpPr txBox="1">
            <a:spLocks/>
          </p:cNvSpPr>
          <p:nvPr/>
        </p:nvSpPr>
        <p:spPr>
          <a:xfrm>
            <a:off x="950637" y="4423243"/>
            <a:ext cx="2484147" cy="1523494"/>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ct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a:t>
            </a:r>
          </a:p>
        </p:txBody>
      </p:sp>
      <p:sp>
        <p:nvSpPr>
          <p:cNvPr id="42" name="Content Placeholder 2"/>
          <p:cNvSpPr txBox="1">
            <a:spLocks/>
          </p:cNvSpPr>
          <p:nvPr/>
        </p:nvSpPr>
        <p:spPr>
          <a:xfrm>
            <a:off x="3552830" y="4423243"/>
            <a:ext cx="2484147" cy="1523494"/>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ct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a:t>
            </a:r>
          </a:p>
        </p:txBody>
      </p:sp>
      <p:sp>
        <p:nvSpPr>
          <p:cNvPr id="43" name="Content Placeholder 2"/>
          <p:cNvSpPr txBox="1">
            <a:spLocks/>
          </p:cNvSpPr>
          <p:nvPr/>
        </p:nvSpPr>
        <p:spPr>
          <a:xfrm>
            <a:off x="6155023" y="4423243"/>
            <a:ext cx="2484147" cy="1523494"/>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ct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a:t>
            </a:r>
          </a:p>
        </p:txBody>
      </p:sp>
      <p:sp>
        <p:nvSpPr>
          <p:cNvPr id="44" name="Content Placeholder 2"/>
          <p:cNvSpPr txBox="1">
            <a:spLocks/>
          </p:cNvSpPr>
          <p:nvPr/>
        </p:nvSpPr>
        <p:spPr>
          <a:xfrm>
            <a:off x="8757216" y="4423243"/>
            <a:ext cx="2484147" cy="1523494"/>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ct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a:t>
            </a:r>
          </a:p>
        </p:txBody>
      </p:sp>
    </p:spTree>
    <p:extLst>
      <p:ext uri="{BB962C8B-B14F-4D97-AF65-F5344CB8AC3E}">
        <p14:creationId xmlns:p14="http://schemas.microsoft.com/office/powerpoint/2010/main" val="4085383045"/>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0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par>
                                <p:cTn id="8" presetID="22" presetClass="entr" presetSubtype="8" fill="hold" grpId="0" nodeType="withEffect">
                                  <p:stCondLst>
                                    <p:cond delay="200"/>
                                  </p:stCondLst>
                                  <p:childTnLst>
                                    <p:set>
                                      <p:cBhvr>
                                        <p:cTn id="9" dur="1" fill="hold">
                                          <p:stCondLst>
                                            <p:cond delay="0"/>
                                          </p:stCondLst>
                                        </p:cTn>
                                        <p:tgtEl>
                                          <p:spTgt spid="34"/>
                                        </p:tgtEl>
                                        <p:attrNameLst>
                                          <p:attrName>style.visibility</p:attrName>
                                        </p:attrNameLst>
                                      </p:cBhvr>
                                      <p:to>
                                        <p:strVal val="visible"/>
                                      </p:to>
                                    </p:set>
                                    <p:animEffect transition="in" filter="wipe(left)">
                                      <p:cBhvr>
                                        <p:cTn id="10" dur="500"/>
                                        <p:tgtEl>
                                          <p:spTgt spid="34"/>
                                        </p:tgtEl>
                                      </p:cBhvr>
                                    </p:animEffect>
                                  </p:childTnLst>
                                </p:cTn>
                              </p:par>
                              <p:par>
                                <p:cTn id="11" presetID="22" presetClass="entr" presetSubtype="8" fill="hold" grpId="0" nodeType="withEffect">
                                  <p:stCondLst>
                                    <p:cond delay="300"/>
                                  </p:stCondLst>
                                  <p:childTnLst>
                                    <p:set>
                                      <p:cBhvr>
                                        <p:cTn id="12" dur="1" fill="hold">
                                          <p:stCondLst>
                                            <p:cond delay="0"/>
                                          </p:stCondLst>
                                        </p:cTn>
                                        <p:tgtEl>
                                          <p:spTgt spid="36"/>
                                        </p:tgtEl>
                                        <p:attrNameLst>
                                          <p:attrName>style.visibility</p:attrName>
                                        </p:attrNameLst>
                                      </p:cBhvr>
                                      <p:to>
                                        <p:strVal val="visible"/>
                                      </p:to>
                                    </p:set>
                                    <p:animEffect transition="in" filter="wipe(left)">
                                      <p:cBhvr>
                                        <p:cTn id="13" dur="500"/>
                                        <p:tgtEl>
                                          <p:spTgt spid="36"/>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41"/>
                                        </p:tgtEl>
                                        <p:attrNameLst>
                                          <p:attrName>style.visibility</p:attrName>
                                        </p:attrNameLst>
                                      </p:cBhvr>
                                      <p:to>
                                        <p:strVal val="visible"/>
                                      </p:to>
                                    </p:set>
                                    <p:animEffect transition="in" filter="randombar(horizontal)">
                                      <p:cBhvr>
                                        <p:cTn id="18" dur="500"/>
                                        <p:tgtEl>
                                          <p:spTgt spid="41"/>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randombar(horizontal)">
                                      <p:cBhvr>
                                        <p:cTn id="21" dur="500"/>
                                        <p:tgtEl>
                                          <p:spTgt spid="42"/>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randombar(horizontal)">
                                      <p:cBhvr>
                                        <p:cTn id="24" dur="500"/>
                                        <p:tgtEl>
                                          <p:spTgt spid="43"/>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randombar(horizontal)">
                                      <p:cBhvr>
                                        <p:cTn id="2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41" grpId="0"/>
      <p:bldP spid="42" grpId="0"/>
      <p:bldP spid="43" grpId="0"/>
      <p:bldP spid="4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3423744"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问题分析</a:t>
            </a:r>
          </a:p>
        </p:txBody>
      </p:sp>
      <p:sp>
        <p:nvSpPr>
          <p:cNvPr id="6" name="Freeform 7"/>
          <p:cNvSpPr>
            <a:spLocks noChangeArrowheads="1"/>
          </p:cNvSpPr>
          <p:nvPr/>
        </p:nvSpPr>
        <p:spPr bwMode="auto">
          <a:xfrm>
            <a:off x="706549" y="1403810"/>
            <a:ext cx="5903360" cy="4115966"/>
          </a:xfrm>
          <a:custGeom>
            <a:avLst/>
            <a:gdLst>
              <a:gd name="T0" fmla="*/ 0 w 625"/>
              <a:gd name="T1" fmla="*/ 2147483647 h 495"/>
              <a:gd name="T2" fmla="*/ 2147483647 w 625"/>
              <a:gd name="T3" fmla="*/ 2147483647 h 495"/>
              <a:gd name="T4" fmla="*/ 2147483647 w 625"/>
              <a:gd name="T5" fmla="*/ 2147483647 h 495"/>
              <a:gd name="T6" fmla="*/ 2147483647 w 625"/>
              <a:gd name="T7" fmla="*/ 2147483647 h 495"/>
              <a:gd name="T8" fmla="*/ 2147483647 w 625"/>
              <a:gd name="T9" fmla="*/ 2147483647 h 495"/>
              <a:gd name="T10" fmla="*/ 2147483647 w 625"/>
              <a:gd name="T11" fmla="*/ 2147483647 h 495"/>
              <a:gd name="T12" fmla="*/ 2147483647 w 625"/>
              <a:gd name="T13" fmla="*/ 2147483647 h 495"/>
              <a:gd name="T14" fmla="*/ 2147483647 w 625"/>
              <a:gd name="T15" fmla="*/ 2147483647 h 495"/>
              <a:gd name="T16" fmla="*/ 2147483647 w 625"/>
              <a:gd name="T17" fmla="*/ 2147483647 h 495"/>
              <a:gd name="T18" fmla="*/ 2147483647 w 625"/>
              <a:gd name="T19" fmla="*/ 2147483647 h 495"/>
              <a:gd name="T20" fmla="*/ 2147483647 w 625"/>
              <a:gd name="T21" fmla="*/ 2147483647 h 495"/>
              <a:gd name="T22" fmla="*/ 2147483647 w 625"/>
              <a:gd name="T23" fmla="*/ 2147483647 h 495"/>
              <a:gd name="T24" fmla="*/ 2147483647 w 625"/>
              <a:gd name="T25" fmla="*/ 2147483647 h 495"/>
              <a:gd name="T26" fmla="*/ 2147483647 w 625"/>
              <a:gd name="T27" fmla="*/ 2147483647 h 495"/>
              <a:gd name="T28" fmla="*/ 2147483647 w 625"/>
              <a:gd name="T29" fmla="*/ 1772890328 h 495"/>
              <a:gd name="T30" fmla="*/ 2147483647 w 625"/>
              <a:gd name="T31" fmla="*/ 1283821987 h 495"/>
              <a:gd name="T32" fmla="*/ 2147483647 w 625"/>
              <a:gd name="T33" fmla="*/ 611339336 h 495"/>
              <a:gd name="T34" fmla="*/ 2147483647 w 625"/>
              <a:gd name="T35" fmla="*/ 0 h 495"/>
              <a:gd name="T36" fmla="*/ 2147483647 w 625"/>
              <a:gd name="T37" fmla="*/ 1956296820 h 495"/>
              <a:gd name="T38" fmla="*/ 2147483647 w 625"/>
              <a:gd name="T39" fmla="*/ 2147483647 h 495"/>
              <a:gd name="T40" fmla="*/ 2147483647 w 625"/>
              <a:gd name="T41" fmla="*/ 2147483647 h 495"/>
              <a:gd name="T42" fmla="*/ 2147483647 w 625"/>
              <a:gd name="T43" fmla="*/ 2147483647 h 495"/>
              <a:gd name="T44" fmla="*/ 2147483647 w 625"/>
              <a:gd name="T45" fmla="*/ 2147483647 h 495"/>
              <a:gd name="T46" fmla="*/ 2147483647 w 625"/>
              <a:gd name="T47" fmla="*/ 2147483647 h 495"/>
              <a:gd name="T48" fmla="*/ 2147483647 w 625"/>
              <a:gd name="T49" fmla="*/ 2147483647 h 495"/>
              <a:gd name="T50" fmla="*/ 2147483647 w 625"/>
              <a:gd name="T51" fmla="*/ 2147483647 h 495"/>
              <a:gd name="T52" fmla="*/ 2147483647 w 625"/>
              <a:gd name="T53" fmla="*/ 2147483647 h 495"/>
              <a:gd name="T54" fmla="*/ 2147483647 w 625"/>
              <a:gd name="T55" fmla="*/ 2147483647 h 495"/>
              <a:gd name="T56" fmla="*/ 2147483647 w 625"/>
              <a:gd name="T57" fmla="*/ 2147483647 h 495"/>
              <a:gd name="T58" fmla="*/ 2147483647 w 625"/>
              <a:gd name="T59" fmla="*/ 2147483647 h 495"/>
              <a:gd name="T60" fmla="*/ 2147483647 w 625"/>
              <a:gd name="T61" fmla="*/ 2147483647 h 495"/>
              <a:gd name="T62" fmla="*/ 2147483647 w 625"/>
              <a:gd name="T63" fmla="*/ 2147483647 h 495"/>
              <a:gd name="T64" fmla="*/ 2147483647 w 625"/>
              <a:gd name="T65" fmla="*/ 2147483647 h 495"/>
              <a:gd name="T66" fmla="*/ 2147483647 w 625"/>
              <a:gd name="T67" fmla="*/ 2147483647 h 495"/>
              <a:gd name="T68" fmla="*/ 2147483647 w 625"/>
              <a:gd name="T69" fmla="*/ 2147483647 h 495"/>
              <a:gd name="T70" fmla="*/ 0 w 625"/>
              <a:gd name="T71" fmla="*/ 2147483647 h 495"/>
              <a:gd name="T72" fmla="*/ 0 w 625"/>
              <a:gd name="T73" fmla="*/ 2147483647 h 495"/>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25"/>
              <a:gd name="T112" fmla="*/ 0 h 495"/>
              <a:gd name="T113" fmla="*/ 625 w 625"/>
              <a:gd name="T114" fmla="*/ 495 h 495"/>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25" h="495">
                <a:moveTo>
                  <a:pt x="0" y="455"/>
                </a:moveTo>
                <a:lnTo>
                  <a:pt x="117" y="455"/>
                </a:lnTo>
                <a:lnTo>
                  <a:pt x="117" y="378"/>
                </a:lnTo>
                <a:lnTo>
                  <a:pt x="117" y="337"/>
                </a:lnTo>
                <a:lnTo>
                  <a:pt x="158" y="337"/>
                </a:lnTo>
                <a:lnTo>
                  <a:pt x="235" y="337"/>
                </a:lnTo>
                <a:lnTo>
                  <a:pt x="235" y="260"/>
                </a:lnTo>
                <a:lnTo>
                  <a:pt x="235" y="219"/>
                </a:lnTo>
                <a:lnTo>
                  <a:pt x="276" y="219"/>
                </a:lnTo>
                <a:lnTo>
                  <a:pt x="353" y="219"/>
                </a:lnTo>
                <a:lnTo>
                  <a:pt x="353" y="142"/>
                </a:lnTo>
                <a:lnTo>
                  <a:pt x="353" y="101"/>
                </a:lnTo>
                <a:lnTo>
                  <a:pt x="394" y="101"/>
                </a:lnTo>
                <a:lnTo>
                  <a:pt x="495" y="101"/>
                </a:lnTo>
                <a:lnTo>
                  <a:pt x="568" y="29"/>
                </a:lnTo>
                <a:lnTo>
                  <a:pt x="560" y="21"/>
                </a:lnTo>
                <a:lnTo>
                  <a:pt x="593" y="10"/>
                </a:lnTo>
                <a:lnTo>
                  <a:pt x="625" y="0"/>
                </a:lnTo>
                <a:lnTo>
                  <a:pt x="615" y="32"/>
                </a:lnTo>
                <a:lnTo>
                  <a:pt x="604" y="65"/>
                </a:lnTo>
                <a:lnTo>
                  <a:pt x="596" y="57"/>
                </a:lnTo>
                <a:lnTo>
                  <a:pt x="512" y="142"/>
                </a:lnTo>
                <a:lnTo>
                  <a:pt x="394" y="142"/>
                </a:lnTo>
                <a:lnTo>
                  <a:pt x="394" y="219"/>
                </a:lnTo>
                <a:lnTo>
                  <a:pt x="394" y="260"/>
                </a:lnTo>
                <a:lnTo>
                  <a:pt x="353" y="260"/>
                </a:lnTo>
                <a:lnTo>
                  <a:pt x="276" y="260"/>
                </a:lnTo>
                <a:lnTo>
                  <a:pt x="276" y="337"/>
                </a:lnTo>
                <a:lnTo>
                  <a:pt x="276" y="378"/>
                </a:lnTo>
                <a:lnTo>
                  <a:pt x="235" y="378"/>
                </a:lnTo>
                <a:lnTo>
                  <a:pt x="158" y="378"/>
                </a:lnTo>
                <a:lnTo>
                  <a:pt x="158" y="455"/>
                </a:lnTo>
                <a:lnTo>
                  <a:pt x="158" y="495"/>
                </a:lnTo>
                <a:lnTo>
                  <a:pt x="117" y="495"/>
                </a:lnTo>
                <a:lnTo>
                  <a:pt x="0" y="495"/>
                </a:lnTo>
                <a:lnTo>
                  <a:pt x="0" y="455"/>
                </a:lnTo>
              </a:path>
            </a:pathLst>
          </a:custGeom>
          <a:gradFill>
            <a:gsLst>
              <a:gs pos="0">
                <a:srgbClr val="044BC9"/>
              </a:gs>
              <a:gs pos="100000">
                <a:srgbClr val="23A2E4"/>
              </a:gs>
            </a:gsLst>
            <a:lin ang="10800000" scaled="0"/>
          </a:gradFill>
          <a:ln>
            <a:noFill/>
          </a:ln>
        </p:spPr>
        <p:txBody>
          <a:bodyPr anchor="ctr"/>
          <a:lstStyle/>
          <a:p>
            <a:endParaRPr lang="zh-CN" altLang="en-US" sz="2000">
              <a:latin typeface="思源黑体 Light" panose="020B0300000000000000" pitchFamily="34" charset="-122"/>
              <a:ea typeface="思源黑体 Light" panose="020B0300000000000000" pitchFamily="34" charset="-122"/>
            </a:endParaRPr>
          </a:p>
        </p:txBody>
      </p:sp>
      <p:sp>
        <p:nvSpPr>
          <p:cNvPr id="7" name="矩形 8"/>
          <p:cNvSpPr>
            <a:spLocks noChangeArrowheads="1"/>
          </p:cNvSpPr>
          <p:nvPr/>
        </p:nvSpPr>
        <p:spPr bwMode="auto">
          <a:xfrm>
            <a:off x="707573" y="4745795"/>
            <a:ext cx="9733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dirty="0">
                <a:solidFill>
                  <a:srgbClr val="044BC9"/>
                </a:solidFill>
                <a:latin typeface="思源黑体 Light" panose="020B0300000000000000" pitchFamily="34" charset="-122"/>
                <a:ea typeface="思源黑体 Light" panose="020B0300000000000000" pitchFamily="34" charset="-122"/>
                <a:sym typeface="微软雅黑" pitchFamily="34" charset="-122"/>
              </a:rPr>
              <a:t>阶段一</a:t>
            </a:r>
            <a:endParaRPr lang="zh-CN" altLang="en-US" sz="2000" b="1" dirty="0">
              <a:solidFill>
                <a:srgbClr val="044BC9"/>
              </a:solidFill>
              <a:latin typeface="思源黑体 Light" panose="020B0300000000000000" pitchFamily="34" charset="-122"/>
              <a:ea typeface="思源黑体 Light" panose="020B0300000000000000" pitchFamily="34" charset="-122"/>
            </a:endParaRPr>
          </a:p>
        </p:txBody>
      </p:sp>
      <p:sp>
        <p:nvSpPr>
          <p:cNvPr id="8" name="矩形 9"/>
          <p:cNvSpPr>
            <a:spLocks noChangeArrowheads="1"/>
          </p:cNvSpPr>
          <p:nvPr/>
        </p:nvSpPr>
        <p:spPr bwMode="auto">
          <a:xfrm>
            <a:off x="1838897" y="3737683"/>
            <a:ext cx="9733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latinLnBrk="1">
              <a:buClr>
                <a:srgbClr val="FF0000"/>
              </a:buClr>
              <a:buSzPct val="70000"/>
            </a:pPr>
            <a:r>
              <a:rPr lang="zh-CN" altLang="en-US" sz="2000" b="1" dirty="0">
                <a:solidFill>
                  <a:srgbClr val="044BC9"/>
                </a:solidFill>
                <a:latin typeface="思源黑体 Light" panose="020B0300000000000000" pitchFamily="34" charset="-122"/>
                <a:ea typeface="思源黑体 Light" panose="020B0300000000000000" pitchFamily="34" charset="-122"/>
                <a:sym typeface="微软雅黑" pitchFamily="34" charset="-122"/>
              </a:rPr>
              <a:t>阶段二</a:t>
            </a:r>
          </a:p>
        </p:txBody>
      </p:sp>
      <p:sp>
        <p:nvSpPr>
          <p:cNvPr id="9" name="矩形 8"/>
          <p:cNvSpPr>
            <a:spLocks noChangeArrowheads="1"/>
          </p:cNvSpPr>
          <p:nvPr/>
        </p:nvSpPr>
        <p:spPr bwMode="auto">
          <a:xfrm>
            <a:off x="2965367" y="2792287"/>
            <a:ext cx="97334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latinLnBrk="1">
              <a:buClr>
                <a:srgbClr val="FF0000"/>
              </a:buClr>
              <a:buSzPct val="70000"/>
            </a:pPr>
            <a:r>
              <a:rPr lang="zh-CN" altLang="en-US" sz="2000" b="1" dirty="0">
                <a:solidFill>
                  <a:srgbClr val="044BC9"/>
                </a:solidFill>
                <a:latin typeface="思源黑体 Light" panose="020B0300000000000000" pitchFamily="34" charset="-122"/>
                <a:ea typeface="思源黑体 Light" panose="020B0300000000000000" pitchFamily="34" charset="-122"/>
                <a:sym typeface="微软雅黑" pitchFamily="34" charset="-122"/>
              </a:rPr>
              <a:t>阶段三</a:t>
            </a:r>
            <a:endParaRPr lang="zh-CN" altLang="en-US" sz="2000" b="1" dirty="0">
              <a:solidFill>
                <a:srgbClr val="044BC9"/>
              </a:solidFill>
              <a:latin typeface="思源黑体 Light" panose="020B0300000000000000" pitchFamily="34" charset="-122"/>
              <a:ea typeface="思源黑体 Light" panose="020B0300000000000000" pitchFamily="34" charset="-122"/>
            </a:endParaRPr>
          </a:p>
        </p:txBody>
      </p:sp>
      <p:sp>
        <p:nvSpPr>
          <p:cNvPr id="10" name="矩形 9"/>
          <p:cNvSpPr>
            <a:spLocks noChangeArrowheads="1"/>
          </p:cNvSpPr>
          <p:nvPr/>
        </p:nvSpPr>
        <p:spPr bwMode="auto">
          <a:xfrm>
            <a:off x="4116745" y="1784175"/>
            <a:ext cx="97334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latinLnBrk="1">
              <a:buClr>
                <a:srgbClr val="FF0000"/>
              </a:buClr>
              <a:buSzPct val="70000"/>
              <a:buFont typeface="Wingdings" pitchFamily="2" charset="2"/>
              <a:buNone/>
            </a:pPr>
            <a:r>
              <a:rPr lang="zh-CN" altLang="en-US" sz="2000" b="1" dirty="0">
                <a:solidFill>
                  <a:srgbClr val="044BC9"/>
                </a:solidFill>
                <a:latin typeface="思源黑体 Light" panose="020B0300000000000000" pitchFamily="34" charset="-122"/>
                <a:ea typeface="思源黑体 Light" panose="020B0300000000000000" pitchFamily="34" charset="-122"/>
                <a:sym typeface="微软雅黑" pitchFamily="34" charset="-122"/>
              </a:rPr>
              <a:t>阶段四</a:t>
            </a:r>
          </a:p>
        </p:txBody>
      </p:sp>
      <p:sp>
        <p:nvSpPr>
          <p:cNvPr id="11" name="矩形 10"/>
          <p:cNvSpPr/>
          <p:nvPr/>
        </p:nvSpPr>
        <p:spPr>
          <a:xfrm>
            <a:off x="2188357" y="4684240"/>
            <a:ext cx="2928981" cy="377539"/>
          </a:xfrm>
          <a:prstGeom prst="rect">
            <a:avLst/>
          </a:prstGeom>
        </p:spPr>
        <p:txBody>
          <a:bodyPr wrap="square" lIns="91440" tIns="45720" rIns="91440" bIns="45720">
            <a:spAutoFit/>
          </a:bodyPr>
          <a:lstStyle/>
          <a:p>
            <a:pPr>
              <a:lnSpc>
                <a:spcPct val="150000"/>
              </a:lnSpc>
            </a:pPr>
            <a:r>
              <a:rPr lang="zh-CN" altLang="en-US" sz="1400"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a:t>
            </a:r>
          </a:p>
        </p:txBody>
      </p:sp>
      <p:sp>
        <p:nvSpPr>
          <p:cNvPr id="15" name="矩形 14"/>
          <p:cNvSpPr/>
          <p:nvPr/>
        </p:nvSpPr>
        <p:spPr>
          <a:xfrm>
            <a:off x="3298308" y="3798554"/>
            <a:ext cx="2928981" cy="377539"/>
          </a:xfrm>
          <a:prstGeom prst="rect">
            <a:avLst/>
          </a:prstGeom>
        </p:spPr>
        <p:txBody>
          <a:bodyPr wrap="square" lIns="91440" tIns="45720" rIns="91440" bIns="45720">
            <a:spAutoFit/>
          </a:bodyPr>
          <a:lstStyle/>
          <a:p>
            <a:pPr>
              <a:lnSpc>
                <a:spcPct val="150000"/>
              </a:lnSpc>
            </a:pPr>
            <a:r>
              <a:rPr lang="zh-CN" altLang="en-US" sz="1400"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a:t>
            </a:r>
          </a:p>
        </p:txBody>
      </p:sp>
      <p:sp>
        <p:nvSpPr>
          <p:cNvPr id="16" name="矩形 15"/>
          <p:cNvSpPr/>
          <p:nvPr/>
        </p:nvSpPr>
        <p:spPr>
          <a:xfrm>
            <a:off x="4415609" y="2798718"/>
            <a:ext cx="1680391" cy="377539"/>
          </a:xfrm>
          <a:prstGeom prst="rect">
            <a:avLst/>
          </a:prstGeom>
        </p:spPr>
        <p:txBody>
          <a:bodyPr wrap="square" lIns="91440" tIns="45720" rIns="91440" bIns="45720">
            <a:spAutoFit/>
          </a:bodyPr>
          <a:lstStyle/>
          <a:p>
            <a:pPr>
              <a:lnSpc>
                <a:spcPct val="150000"/>
              </a:lnSpc>
            </a:pPr>
            <a:r>
              <a:rPr lang="zh-CN" altLang="en-US" sz="1400"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a:t>
            </a:r>
          </a:p>
        </p:txBody>
      </p:sp>
      <p:sp>
        <p:nvSpPr>
          <p:cNvPr id="18" name="矩形 17"/>
          <p:cNvSpPr/>
          <p:nvPr/>
        </p:nvSpPr>
        <p:spPr>
          <a:xfrm>
            <a:off x="706549" y="5577838"/>
            <a:ext cx="2928981" cy="377539"/>
          </a:xfrm>
          <a:prstGeom prst="rect">
            <a:avLst/>
          </a:prstGeom>
        </p:spPr>
        <p:txBody>
          <a:bodyPr wrap="square" lIns="91440" tIns="45720" rIns="91440" bIns="45720">
            <a:spAutoFit/>
          </a:bodyPr>
          <a:lstStyle/>
          <a:p>
            <a:pPr>
              <a:lnSpc>
                <a:spcPct val="150000"/>
              </a:lnSpc>
            </a:pPr>
            <a:r>
              <a:rPr lang="zh-CN" altLang="en-US" sz="1400"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a:t>
            </a:r>
          </a:p>
        </p:txBody>
      </p:sp>
      <p:sp>
        <p:nvSpPr>
          <p:cNvPr id="19" name="文本框 18"/>
          <p:cNvSpPr txBox="1"/>
          <p:nvPr/>
        </p:nvSpPr>
        <p:spPr>
          <a:xfrm>
            <a:off x="6751615" y="2415947"/>
            <a:ext cx="4645579" cy="3539430"/>
          </a:xfrm>
          <a:prstGeom prst="rect">
            <a:avLst/>
          </a:prstGeom>
          <a:noFill/>
        </p:spPr>
        <p:txBody>
          <a:bodyPr wrap="square" rtlCol="0">
            <a:spAutoFit/>
          </a:bodyPr>
          <a:lstStyle/>
          <a:p>
            <a:pPr marL="285750" indent="-285750">
              <a:lnSpc>
                <a:spcPct val="200000"/>
              </a:lnSpc>
              <a:buFont typeface="Wingdings" panose="05000000000000000000" pitchFamily="2" charset="2"/>
              <a:buChar char="l"/>
            </a:pPr>
            <a:r>
              <a:rPr lang="zh-CN" altLang="en-US" sz="1400"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添加所需文本添加所需文本添加所需文本添加所需文本添加所需文本添加所需文本添加所需文本</a:t>
            </a:r>
            <a:endParaRPr lang="en-US" altLang="zh-CN" sz="1400" dirty="0">
              <a:solidFill>
                <a:schemeClr val="tx1">
                  <a:lumMod val="75000"/>
                  <a:lumOff val="25000"/>
                </a:schemeClr>
              </a:solidFill>
              <a:latin typeface="思源黑体 Light" panose="020B0300000000000000" pitchFamily="34" charset="-122"/>
              <a:ea typeface="思源黑体 Light" panose="020B0300000000000000" pitchFamily="34" charset="-122"/>
            </a:endParaRPr>
          </a:p>
          <a:p>
            <a:pPr marL="285750" indent="-285750">
              <a:lnSpc>
                <a:spcPct val="200000"/>
              </a:lnSpc>
              <a:buFont typeface="Wingdings" panose="05000000000000000000" pitchFamily="2" charset="2"/>
              <a:buChar char="l"/>
            </a:pPr>
            <a:endParaRPr lang="en-US" altLang="zh-CN" sz="1400" dirty="0">
              <a:solidFill>
                <a:schemeClr val="tx1">
                  <a:lumMod val="75000"/>
                  <a:lumOff val="25000"/>
                </a:schemeClr>
              </a:solidFill>
              <a:latin typeface="思源黑体 Light" panose="020B0300000000000000" pitchFamily="34" charset="-122"/>
              <a:ea typeface="思源黑体 Light" panose="020B0300000000000000" pitchFamily="34" charset="-122"/>
            </a:endParaRPr>
          </a:p>
          <a:p>
            <a:pPr marL="285750" indent="-285750">
              <a:lnSpc>
                <a:spcPct val="200000"/>
              </a:lnSpc>
              <a:buFont typeface="Wingdings" panose="05000000000000000000" pitchFamily="2" charset="2"/>
              <a:buChar char="l"/>
            </a:pPr>
            <a:r>
              <a:rPr lang="zh-CN" altLang="en-US" sz="1400"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添加所需文本添加所需文本添加所需文本添加所需文本添加所需文本添加所需文本添加所需文本</a:t>
            </a:r>
            <a:endParaRPr lang="en-US" altLang="zh-CN" sz="1400" dirty="0">
              <a:solidFill>
                <a:schemeClr val="tx1">
                  <a:lumMod val="75000"/>
                  <a:lumOff val="25000"/>
                </a:schemeClr>
              </a:solidFill>
              <a:latin typeface="思源黑体 Light" panose="020B0300000000000000" pitchFamily="34" charset="-122"/>
              <a:ea typeface="思源黑体 Light" panose="020B0300000000000000" pitchFamily="34" charset="-122"/>
            </a:endParaRPr>
          </a:p>
          <a:p>
            <a:pPr marL="285750" indent="-285750">
              <a:lnSpc>
                <a:spcPct val="200000"/>
              </a:lnSpc>
              <a:buFont typeface="Wingdings" panose="05000000000000000000" pitchFamily="2" charset="2"/>
              <a:buChar char="l"/>
            </a:pPr>
            <a:endParaRPr lang="en-US" altLang="zh-CN" sz="1400" dirty="0">
              <a:solidFill>
                <a:schemeClr val="tx1">
                  <a:lumMod val="75000"/>
                  <a:lumOff val="25000"/>
                </a:schemeClr>
              </a:solidFill>
              <a:latin typeface="思源黑体 Light" panose="020B0300000000000000" pitchFamily="34" charset="-122"/>
              <a:ea typeface="思源黑体 Light" panose="020B0300000000000000" pitchFamily="34" charset="-122"/>
            </a:endParaRPr>
          </a:p>
          <a:p>
            <a:pPr marL="285750" indent="-285750">
              <a:lnSpc>
                <a:spcPct val="200000"/>
              </a:lnSpc>
              <a:buFont typeface="Wingdings" panose="05000000000000000000" pitchFamily="2" charset="2"/>
              <a:buChar char="l"/>
            </a:pPr>
            <a:r>
              <a:rPr lang="zh-CN" altLang="en-US" sz="1400"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添加所需文本添加所需文本添加所需文本添加所需文本添加所需文本添加所需文本添加所需文本</a:t>
            </a:r>
          </a:p>
        </p:txBody>
      </p:sp>
    </p:spTree>
    <p:extLst>
      <p:ext uri="{BB962C8B-B14F-4D97-AF65-F5344CB8AC3E}">
        <p14:creationId xmlns:p14="http://schemas.microsoft.com/office/powerpoint/2010/main" val="2507077478"/>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p:cBhvr>
                                        <p:cTn id="7" dur="7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0" y="2863105"/>
            <a:ext cx="12191998" cy="3994895"/>
            <a:chOff x="0" y="3619500"/>
            <a:chExt cx="12191998" cy="3238500"/>
          </a:xfrm>
        </p:grpSpPr>
        <p:pic>
          <p:nvPicPr>
            <p:cNvPr id="3" name="图片 2"/>
            <p:cNvPicPr>
              <a:picLocks noChangeAspect="1"/>
            </p:cNvPicPr>
            <p:nvPr/>
          </p:nvPicPr>
          <p:blipFill rotWithShape="1">
            <a:blip r:embed="R5727030a6320473f"/>
            <a:srcRect l="2986" r="2356"/>
            <a:stretch/>
          </p:blipFill>
          <p:spPr>
            <a:xfrm>
              <a:off x="6095999" y="3619500"/>
              <a:ext cx="6095999" cy="3238500"/>
            </a:xfrm>
            <a:prstGeom prst="rect">
              <a:avLst/>
            </a:prstGeom>
          </p:spPr>
        </p:pic>
        <p:pic>
          <p:nvPicPr>
            <p:cNvPr id="10" name="图片 9"/>
            <p:cNvPicPr>
              <a:picLocks noChangeAspect="1"/>
            </p:cNvPicPr>
            <p:nvPr/>
          </p:nvPicPr>
          <p:blipFill rotWithShape="1">
            <a:blip r:embed="R5727030a6320473f"/>
            <a:srcRect l="2986" r="2356"/>
            <a:stretch/>
          </p:blipFill>
          <p:spPr>
            <a:xfrm flipH="1">
              <a:off x="0" y="3619500"/>
              <a:ext cx="6095999" cy="3238500"/>
            </a:xfrm>
            <a:prstGeom prst="rect">
              <a:avLst/>
            </a:prstGeom>
          </p:spPr>
        </p:pic>
      </p:grpSp>
      <p:sp>
        <p:nvSpPr>
          <p:cNvPr id="11" name="Text Placeholder 3">
            <a:extLst>
              <a:ext uri="{FF2B5EF4-FFF2-40B4-BE49-F238E27FC236}">
                <a16:creationId xmlns:a16="http://schemas.microsoft.com/office/drawing/2014/main" id="{CA19DF75-27FF-4804-8C59-F17F55C9C104}"/>
              </a:ext>
            </a:extLst>
          </p:cNvPr>
          <p:cNvSpPr txBox="1">
            <a:spLocks/>
          </p:cNvSpPr>
          <p:nvPr/>
        </p:nvSpPr>
        <p:spPr>
          <a:xfrm>
            <a:off x="212111" y="255771"/>
            <a:ext cx="3470283" cy="370615"/>
          </a:xfrm>
          <a:prstGeom prst="rect">
            <a:avLst/>
          </a:prstGeom>
        </p:spPr>
        <p:txBody>
          <a:bodyPr/>
          <a:lstStyle>
            <a:lvl1pPr marL="0" indent="0" algn="l" defTabSz="1828343" rtl="0" eaLnBrk="1" latinLnBrk="0" hangingPunct="1">
              <a:lnSpc>
                <a:spcPct val="90000"/>
              </a:lnSpc>
              <a:spcBef>
                <a:spcPts val="2000"/>
              </a:spcBef>
              <a:buFont typeface="Arial" panose="020B0604020202020204" pitchFamily="34" charset="0"/>
              <a:buNone/>
              <a:defRPr sz="8000" b="1" kern="1200">
                <a:solidFill>
                  <a:schemeClr val="tx2"/>
                </a:solidFill>
                <a:latin typeface="Amiri" pitchFamily="2" charset="-78"/>
                <a:ea typeface="Amiri" pitchFamily="2" charset="-78"/>
                <a:cs typeface="Amiri" pitchFamily="2" charset="-78"/>
              </a:defRPr>
            </a:lvl1pPr>
            <a:lvl2pPr marL="1371257" indent="-457086" algn="l" defTabSz="1828343" rtl="0" eaLnBrk="1" latinLnBrk="0" hangingPunct="1">
              <a:lnSpc>
                <a:spcPct val="90000"/>
              </a:lnSpc>
              <a:spcBef>
                <a:spcPts val="1000"/>
              </a:spcBef>
              <a:buFont typeface="Arial" panose="020B0604020202020204" pitchFamily="34" charset="0"/>
              <a:buChar char="•"/>
              <a:defRPr sz="4799" kern="1200">
                <a:solidFill>
                  <a:schemeClr val="tx1"/>
                </a:solidFill>
                <a:latin typeface="+mn-lt"/>
                <a:ea typeface="+mn-ea"/>
                <a:cs typeface="+mn-cs"/>
              </a:defRPr>
            </a:lvl2pPr>
            <a:lvl3pPr marL="2285429" indent="-457086" algn="l" defTabSz="1828343" rtl="0" eaLnBrk="1" latinLnBrk="0" hangingPunct="1">
              <a:lnSpc>
                <a:spcPct val="90000"/>
              </a:lnSpc>
              <a:spcBef>
                <a:spcPts val="1000"/>
              </a:spcBef>
              <a:buFont typeface="Arial" panose="020B0604020202020204" pitchFamily="34" charset="0"/>
              <a:buChar char="•"/>
              <a:defRPr sz="3999" kern="1200">
                <a:solidFill>
                  <a:schemeClr val="tx1"/>
                </a:solidFill>
                <a:latin typeface="+mn-lt"/>
                <a:ea typeface="+mn-ea"/>
                <a:cs typeface="+mn-cs"/>
              </a:defRPr>
            </a:lvl3pPr>
            <a:lvl4pPr marL="3199600"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4pPr>
            <a:lvl5pPr marL="4113771"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gn="dist"/>
            <a:r>
              <a:rPr lang="zh-CN" altLang="en-US" sz="1600" b="0" dirty="0">
                <a:solidFill>
                  <a:srgbClr val="044BC9"/>
                </a:solidFill>
                <a:latin typeface="思源黑体 CN Light" panose="020B0300000000000000" pitchFamily="34" charset="-122"/>
                <a:ea typeface="思源黑体 CN Light" panose="020B0300000000000000" pitchFamily="34" charset="-122"/>
              </a:rPr>
              <a:t>这里输入您的公司</a:t>
            </a:r>
            <a:r>
              <a:rPr lang="en-US" altLang="zh-CN" sz="1600" b="0" dirty="0">
                <a:solidFill>
                  <a:srgbClr val="044BC9"/>
                </a:solidFill>
                <a:latin typeface="思源黑体 CN Light" panose="020B0300000000000000" pitchFamily="34" charset="-122"/>
                <a:ea typeface="思源黑体 CN Light" panose="020B0300000000000000" pitchFamily="34" charset="-122"/>
              </a:rPr>
              <a:t>/</a:t>
            </a:r>
            <a:r>
              <a:rPr lang="zh-CN" altLang="en-US" sz="1600" b="0" dirty="0">
                <a:solidFill>
                  <a:srgbClr val="044BC9"/>
                </a:solidFill>
                <a:latin typeface="思源黑体 CN Light" panose="020B0300000000000000" pitchFamily="34" charset="-122"/>
                <a:ea typeface="思源黑体 CN Light" panose="020B0300000000000000" pitchFamily="34" charset="-122"/>
              </a:rPr>
              <a:t>组织名称</a:t>
            </a:r>
            <a:endParaRPr lang="en-ID" sz="1600" b="0" dirty="0">
              <a:solidFill>
                <a:srgbClr val="044BC9"/>
              </a:solidFill>
              <a:latin typeface="思源黑体 CN Light" panose="020B0300000000000000" pitchFamily="34" charset="-122"/>
              <a:ea typeface="思源黑体 CN Light" panose="020B0300000000000000" pitchFamily="34" charset="-122"/>
            </a:endParaRPr>
          </a:p>
        </p:txBody>
      </p:sp>
      <p:sp>
        <p:nvSpPr>
          <p:cNvPr id="16" name="文本框 15"/>
          <p:cNvSpPr txBox="1"/>
          <p:nvPr/>
        </p:nvSpPr>
        <p:spPr>
          <a:xfrm>
            <a:off x="4375878" y="2126329"/>
            <a:ext cx="3440242" cy="1015663"/>
          </a:xfrm>
          <a:prstGeom prst="rect">
            <a:avLst/>
          </a:prstGeom>
          <a:noFill/>
        </p:spPr>
        <p:txBody>
          <a:bodyPr wrap="square" rtlCol="0">
            <a:spAutoFit/>
          </a:bodyPr>
          <a:lstStyle/>
          <a:p>
            <a:pPr algn="dist"/>
            <a:r>
              <a:rPr lang="zh-CN" altLang="en-US" sz="6000" b="1" dirty="0">
                <a:ln w="12700">
                  <a:noFill/>
                </a:ln>
                <a:gradFill>
                  <a:gsLst>
                    <a:gs pos="0">
                      <a:srgbClr val="044BC9"/>
                    </a:gs>
                    <a:gs pos="100000">
                      <a:srgbClr val="23A2E4"/>
                    </a:gs>
                  </a:gsLst>
                  <a:lin ang="0" scaled="0"/>
                </a:gradFill>
                <a:latin typeface="Aa黑体 (非商业使用)" panose="02010600010101010101" pitchFamily="2" charset="-122"/>
                <a:ea typeface="Aa黑体 (非商业使用)" panose="02010600010101010101" pitchFamily="2" charset="-122"/>
                <a:sym typeface="思源黑体" panose="020B0500000000000000" pitchFamily="34" charset="-122"/>
              </a:rPr>
              <a:t>改进措施</a:t>
            </a:r>
          </a:p>
        </p:txBody>
      </p:sp>
      <p:sp>
        <p:nvSpPr>
          <p:cNvPr id="18" name="矩形 17">
            <a:extLst>
              <a:ext uri="{FF2B5EF4-FFF2-40B4-BE49-F238E27FC236}">
                <a16:creationId xmlns:a16="http://schemas.microsoft.com/office/drawing/2014/main" id="{535883B3-EF7F-4DF1-A1E7-9EAA262A8946}"/>
              </a:ext>
            </a:extLst>
          </p:cNvPr>
          <p:cNvSpPr/>
          <p:nvPr/>
        </p:nvSpPr>
        <p:spPr>
          <a:xfrm>
            <a:off x="2541328" y="3497499"/>
            <a:ext cx="7109342" cy="812530"/>
          </a:xfrm>
          <a:prstGeom prst="rect">
            <a:avLst/>
          </a:prstGeom>
        </p:spPr>
        <p:txBody>
          <a:bodyPr wrap="square">
            <a:spAutoFit/>
          </a:bodyPr>
          <a:lstStyle/>
          <a:p>
            <a:pPr algn="ctr">
              <a:lnSpc>
                <a:spcPct val="130000"/>
              </a:lnSpc>
              <a:spcBef>
                <a:spcPts val="600"/>
              </a:spcBef>
              <a:spcAft>
                <a:spcPts val="600"/>
              </a:spcAft>
              <a:defRPr/>
            </a:pPr>
            <a:r>
              <a:rPr lang="en-US" altLang="zh-CN" sz="1200" dirty="0">
                <a:solidFill>
                  <a:srgbClr val="044BC9"/>
                </a:solidFill>
                <a:latin typeface="Aa黑体 (非商业使用)" panose="02010600010101010101" pitchFamily="2" charset="-122"/>
                <a:ea typeface="Aa黑体 (非商业使用)" panose="02010600010101010101" pitchFamily="2" charset="-122"/>
              </a:rPr>
              <a:t>Please replace text, click add relevant headline, modify the text content, also can copy your. Please replace text, click add relevant headline, modify the text content, Please replace text, click add relevant headline, modify the text content, also can copy your. Please replace text.</a:t>
            </a:r>
          </a:p>
        </p:txBody>
      </p:sp>
      <p:grpSp>
        <p:nvGrpSpPr>
          <p:cNvPr id="22" name="组合 21"/>
          <p:cNvGrpSpPr/>
          <p:nvPr/>
        </p:nvGrpSpPr>
        <p:grpSpPr>
          <a:xfrm>
            <a:off x="4184571" y="3286874"/>
            <a:ext cx="3822856" cy="0"/>
            <a:chOff x="3746190" y="2146300"/>
            <a:chExt cx="3822856" cy="0"/>
          </a:xfrm>
        </p:grpSpPr>
        <p:cxnSp>
          <p:nvCxnSpPr>
            <p:cNvPr id="23" name="直接连接符 22"/>
            <p:cNvCxnSpPr/>
            <p:nvPr/>
          </p:nvCxnSpPr>
          <p:spPr>
            <a:xfrm>
              <a:off x="3746190" y="2146300"/>
              <a:ext cx="3822856" cy="0"/>
            </a:xfrm>
            <a:prstGeom prst="line">
              <a:avLst/>
            </a:prstGeom>
            <a:ln>
              <a:solidFill>
                <a:srgbClr val="044BC9"/>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746190" y="2146300"/>
              <a:ext cx="914710" cy="0"/>
            </a:xfrm>
            <a:prstGeom prst="line">
              <a:avLst/>
            </a:prstGeom>
            <a:ln w="57150">
              <a:solidFill>
                <a:srgbClr val="044BC9"/>
              </a:solidFill>
            </a:ln>
          </p:spPr>
          <p:style>
            <a:lnRef idx="1">
              <a:schemeClr val="accent1"/>
            </a:lnRef>
            <a:fillRef idx="0">
              <a:schemeClr val="accent1"/>
            </a:fillRef>
            <a:effectRef idx="0">
              <a:schemeClr val="accent1"/>
            </a:effectRef>
            <a:fontRef idx="minor">
              <a:schemeClr val="tx1"/>
            </a:fontRef>
          </p:style>
        </p:cxnSp>
      </p:grpSp>
      <p:sp>
        <p:nvSpPr>
          <p:cNvPr id="26" name="矩形 25"/>
          <p:cNvSpPr/>
          <p:nvPr/>
        </p:nvSpPr>
        <p:spPr>
          <a:xfrm>
            <a:off x="8457078" y="949528"/>
            <a:ext cx="3405842" cy="769441"/>
          </a:xfrm>
          <a:prstGeom prst="rect">
            <a:avLst/>
          </a:prstGeom>
          <a:noFill/>
        </p:spPr>
        <p:txBody>
          <a:bodyPr wrap="square" rtlCol="0">
            <a:spAutoFit/>
          </a:bodyPr>
          <a:lstStyle/>
          <a:p>
            <a:pPr algn="ctr"/>
            <a:r>
              <a:rPr lang="en-US" altLang="zh-CN" sz="4400" b="1" dirty="0">
                <a:ln w="12700">
                  <a:noFill/>
                </a:ln>
                <a:gradFill>
                  <a:gsLst>
                    <a:gs pos="0">
                      <a:srgbClr val="044BC9"/>
                    </a:gs>
                    <a:gs pos="100000">
                      <a:srgbClr val="23A2E4"/>
                    </a:gs>
                  </a:gsLst>
                  <a:lin ang="5400000" scaled="0"/>
                </a:gradFill>
                <a:latin typeface="Aa黑体 (非商业使用)" panose="02010600010101010101" pitchFamily="2" charset="-122"/>
                <a:ea typeface="Aa黑体 (非商业使用)" panose="02010600010101010101" pitchFamily="2" charset="-122"/>
              </a:rPr>
              <a:t>PART 06</a:t>
            </a:r>
            <a:endParaRPr lang="zh-CN" altLang="en-US" sz="4400" b="1" dirty="0">
              <a:ln w="12700">
                <a:noFill/>
              </a:ln>
              <a:gradFill>
                <a:gsLst>
                  <a:gs pos="0">
                    <a:srgbClr val="044BC9"/>
                  </a:gs>
                  <a:gs pos="100000">
                    <a:srgbClr val="23A2E4"/>
                  </a:gs>
                </a:gsLst>
                <a:lin ang="5400000" scaled="0"/>
              </a:gradFill>
              <a:latin typeface="Aa黑体 (非商业使用)" panose="02010600010101010101" pitchFamily="2" charset="-122"/>
              <a:ea typeface="Aa黑体 (非商业使用)" panose="02010600010101010101" pitchFamily="2" charset="-122"/>
            </a:endParaRPr>
          </a:p>
        </p:txBody>
      </p:sp>
    </p:spTree>
    <p:extLst>
      <p:ext uri="{BB962C8B-B14F-4D97-AF65-F5344CB8AC3E}">
        <p14:creationId xmlns:p14="http://schemas.microsoft.com/office/powerpoint/2010/main" val="40224779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4000">
        <p15:prstTrans prst="airplane"/>
      </p:transition>
    </mc:Choice>
    <mc:Fallback xmlns:p14="http://schemas.microsoft.com/office/powerpoint/2010/main" xmlns:a16="http://schemas.microsoft.com/office/drawing/2014/main" xmlns="">
      <p:transition spd="slow" advTm="4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randombar(horizontal)">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41" presetClass="entr" presetSubtype="0" fill="hold" grpId="0" nodeType="clickEffect">
                                  <p:stCondLst>
                                    <p:cond delay="0"/>
                                  </p:stCondLst>
                                  <p:iterate type="lt">
                                    <p:tmPct val="10000"/>
                                  </p:iterate>
                                  <p:childTnLst>
                                    <p:set>
                                      <p:cBhvr>
                                        <p:cTn id="11" dur="1" fill="hold">
                                          <p:stCondLst>
                                            <p:cond delay="0"/>
                                          </p:stCondLst>
                                        </p:cTn>
                                        <p:tgtEl>
                                          <p:spTgt spid="16"/>
                                        </p:tgtEl>
                                        <p:attrNameLst>
                                          <p:attrName>style.visibility</p:attrName>
                                        </p:attrNameLst>
                                      </p:cBhvr>
                                      <p:to>
                                        <p:strVal val="visible"/>
                                      </p:to>
                                    </p:set>
                                    <p:anim calcmode="lin" valueType="num">
                                      <p:cBhvr>
                                        <p:cTn id="12"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16"/>
                                        </p:tgtEl>
                                        <p:attrNameLst>
                                          <p:attrName>ppt_y</p:attrName>
                                        </p:attrNameLst>
                                      </p:cBhvr>
                                      <p:tavLst>
                                        <p:tav tm="0">
                                          <p:val>
                                            <p:strVal val="#ppt_y"/>
                                          </p:val>
                                        </p:tav>
                                        <p:tav tm="100000">
                                          <p:val>
                                            <p:strVal val="#ppt_y"/>
                                          </p:val>
                                        </p:tav>
                                      </p:tavLst>
                                    </p:anim>
                                    <p:anim calcmode="lin" valueType="num">
                                      <p:cBhvr>
                                        <p:cTn id="14"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left)">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randombar(horizontal)">
                                      <p:cBhvr>
                                        <p:cTn id="2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2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3423744"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改进措施</a:t>
            </a:r>
          </a:p>
        </p:txBody>
      </p:sp>
      <p:sp>
        <p:nvSpPr>
          <p:cNvPr id="6" name="TextBox 372">
            <a:extLst>
              <a:ext uri="{FF2B5EF4-FFF2-40B4-BE49-F238E27FC236}">
                <a16:creationId xmlns:a16="http://schemas.microsoft.com/office/drawing/2014/main" id="{EFCE5A5D-3FFD-47C9-B554-55D3338160E2}"/>
              </a:ext>
            </a:extLst>
          </p:cNvPr>
          <p:cNvSpPr txBox="1"/>
          <p:nvPr/>
        </p:nvSpPr>
        <p:spPr>
          <a:xfrm>
            <a:off x="1416083" y="1888576"/>
            <a:ext cx="1499128" cy="400110"/>
          </a:xfrm>
          <a:prstGeom prst="rect">
            <a:avLst/>
          </a:prstGeom>
          <a:noFill/>
        </p:spPr>
        <p:txBody>
          <a:bodyPr wrap="none" rtlCol="0">
            <a:spAutoFit/>
          </a:bodyPr>
          <a:lstStyle/>
          <a:p>
            <a:pPr algn="ctr"/>
            <a:r>
              <a:rPr lang="zh-CN" altLang="en-US" sz="2000" b="1" dirty="0">
                <a:solidFill>
                  <a:srgbClr val="044BC9"/>
                </a:solidFill>
                <a:latin typeface="思源黑体 Light" panose="020B0300000000000000" pitchFamily="34" charset="-122"/>
                <a:ea typeface="思源黑体 Light" panose="020B0300000000000000" pitchFamily="34" charset="-122"/>
              </a:rPr>
              <a:t>输入X标题</a:t>
            </a:r>
          </a:p>
        </p:txBody>
      </p:sp>
      <p:sp>
        <p:nvSpPr>
          <p:cNvPr id="7" name="TextBox 373">
            <a:extLst>
              <a:ext uri="{FF2B5EF4-FFF2-40B4-BE49-F238E27FC236}">
                <a16:creationId xmlns:a16="http://schemas.microsoft.com/office/drawing/2014/main" id="{A2CC6D22-7292-4439-8650-45973D0E9985}"/>
              </a:ext>
            </a:extLst>
          </p:cNvPr>
          <p:cNvSpPr txBox="1"/>
          <p:nvPr/>
        </p:nvSpPr>
        <p:spPr>
          <a:xfrm>
            <a:off x="2216556" y="5372143"/>
            <a:ext cx="1499128" cy="400110"/>
          </a:xfrm>
          <a:prstGeom prst="rect">
            <a:avLst/>
          </a:prstGeom>
          <a:noFill/>
        </p:spPr>
        <p:txBody>
          <a:bodyPr wrap="none" rtlCol="0">
            <a:spAutoFit/>
          </a:bodyPr>
          <a:lstStyle/>
          <a:p>
            <a:pPr algn="ctr"/>
            <a:r>
              <a:rPr lang="zh-CN" altLang="en-US" sz="2000" b="1" dirty="0">
                <a:solidFill>
                  <a:srgbClr val="044BC9"/>
                </a:solidFill>
                <a:latin typeface="思源黑体 Light" panose="020B0300000000000000" pitchFamily="34" charset="-122"/>
                <a:ea typeface="思源黑体 Light" panose="020B0300000000000000" pitchFamily="34" charset="-122"/>
              </a:rPr>
              <a:t>输入X标题</a:t>
            </a:r>
          </a:p>
        </p:txBody>
      </p:sp>
      <p:sp>
        <p:nvSpPr>
          <p:cNvPr id="8" name="TextBox 374">
            <a:extLst>
              <a:ext uri="{FF2B5EF4-FFF2-40B4-BE49-F238E27FC236}">
                <a16:creationId xmlns:a16="http://schemas.microsoft.com/office/drawing/2014/main" id="{BBF521D1-C3F7-4740-994C-204B81C4A2EC}"/>
              </a:ext>
            </a:extLst>
          </p:cNvPr>
          <p:cNvSpPr txBox="1"/>
          <p:nvPr/>
        </p:nvSpPr>
        <p:spPr>
          <a:xfrm>
            <a:off x="4784772" y="4208132"/>
            <a:ext cx="1499128" cy="400110"/>
          </a:xfrm>
          <a:prstGeom prst="rect">
            <a:avLst/>
          </a:prstGeom>
          <a:noFill/>
        </p:spPr>
        <p:txBody>
          <a:bodyPr wrap="none" rtlCol="0">
            <a:spAutoFit/>
          </a:bodyPr>
          <a:lstStyle/>
          <a:p>
            <a:pPr algn="ctr"/>
            <a:r>
              <a:rPr lang="zh-CN" altLang="en-US" sz="2000" b="1" dirty="0">
                <a:solidFill>
                  <a:srgbClr val="044BC9"/>
                </a:solidFill>
                <a:latin typeface="思源黑体 Light" panose="020B0300000000000000" pitchFamily="34" charset="-122"/>
                <a:ea typeface="思源黑体 Light" panose="020B0300000000000000" pitchFamily="34" charset="-122"/>
              </a:rPr>
              <a:t>输入X标题</a:t>
            </a:r>
          </a:p>
        </p:txBody>
      </p:sp>
      <p:sp>
        <p:nvSpPr>
          <p:cNvPr id="9" name="TextBox 375">
            <a:extLst>
              <a:ext uri="{FF2B5EF4-FFF2-40B4-BE49-F238E27FC236}">
                <a16:creationId xmlns:a16="http://schemas.microsoft.com/office/drawing/2014/main" id="{1B595144-08E8-4DB8-93AA-3BE2028E4357}"/>
              </a:ext>
            </a:extLst>
          </p:cNvPr>
          <p:cNvSpPr txBox="1"/>
          <p:nvPr/>
        </p:nvSpPr>
        <p:spPr>
          <a:xfrm>
            <a:off x="4165407" y="2391128"/>
            <a:ext cx="1499128" cy="400110"/>
          </a:xfrm>
          <a:prstGeom prst="rect">
            <a:avLst/>
          </a:prstGeom>
          <a:noFill/>
        </p:spPr>
        <p:txBody>
          <a:bodyPr wrap="none" rtlCol="0">
            <a:spAutoFit/>
          </a:bodyPr>
          <a:lstStyle/>
          <a:p>
            <a:pPr algn="ctr"/>
            <a:r>
              <a:rPr lang="zh-CN" altLang="en-US" sz="2000" b="1" dirty="0">
                <a:solidFill>
                  <a:srgbClr val="044BC9"/>
                </a:solidFill>
                <a:latin typeface="思源黑体 Light" panose="020B0300000000000000" pitchFamily="34" charset="-122"/>
                <a:ea typeface="思源黑体 Light" panose="020B0300000000000000" pitchFamily="34" charset="-122"/>
              </a:rPr>
              <a:t>输入X标题</a:t>
            </a:r>
          </a:p>
        </p:txBody>
      </p:sp>
      <p:sp>
        <p:nvSpPr>
          <p:cNvPr id="10" name="TextBox 376">
            <a:extLst>
              <a:ext uri="{FF2B5EF4-FFF2-40B4-BE49-F238E27FC236}">
                <a16:creationId xmlns:a16="http://schemas.microsoft.com/office/drawing/2014/main" id="{AC1430A8-2F59-4817-B399-4BE3FED9CDD3}"/>
              </a:ext>
            </a:extLst>
          </p:cNvPr>
          <p:cNvSpPr txBox="1"/>
          <p:nvPr/>
        </p:nvSpPr>
        <p:spPr>
          <a:xfrm>
            <a:off x="805263" y="3700569"/>
            <a:ext cx="1499128" cy="400110"/>
          </a:xfrm>
          <a:prstGeom prst="rect">
            <a:avLst/>
          </a:prstGeom>
          <a:noFill/>
        </p:spPr>
        <p:txBody>
          <a:bodyPr wrap="none" rtlCol="0">
            <a:spAutoFit/>
          </a:bodyPr>
          <a:lstStyle/>
          <a:p>
            <a:pPr algn="ctr"/>
            <a:r>
              <a:rPr lang="zh-CN" altLang="en-US" sz="2000" b="1" dirty="0">
                <a:solidFill>
                  <a:srgbClr val="044BC9"/>
                </a:solidFill>
                <a:latin typeface="思源黑体 Light" panose="020B0300000000000000" pitchFamily="34" charset="-122"/>
                <a:ea typeface="思源黑体 Light" panose="020B0300000000000000" pitchFamily="34" charset="-122"/>
              </a:rPr>
              <a:t>输入X标题</a:t>
            </a:r>
          </a:p>
        </p:txBody>
      </p:sp>
      <p:sp>
        <p:nvSpPr>
          <p:cNvPr id="11" name="椭圆 10">
            <a:extLst>
              <a:ext uri="{FF2B5EF4-FFF2-40B4-BE49-F238E27FC236}">
                <a16:creationId xmlns:a16="http://schemas.microsoft.com/office/drawing/2014/main" id="{8EB706F6-6061-43C6-A330-9B642B8397ED}"/>
              </a:ext>
            </a:extLst>
          </p:cNvPr>
          <p:cNvSpPr/>
          <p:nvPr/>
        </p:nvSpPr>
        <p:spPr>
          <a:xfrm>
            <a:off x="2712786" y="2425939"/>
            <a:ext cx="1287714" cy="1287714"/>
          </a:xfrm>
          <a:prstGeom prst="ellipse">
            <a:avLst/>
          </a:prstGeom>
          <a:blipFill dpi="0" rotWithShape="1">
            <a:blip r:embed="R86a57705d0cb4fad" cstate="print">
              <a:extLst>
                <a:ext uri="{28A0092B-C50C-407E-A947-70E740481C1C}">
                  <a14:useLocalDpi xmlns:a14="http://schemas.microsoft.com/office/drawing/2010/main" val="0"/>
                </a:ext>
              </a:extLst>
            </a:blip>
            <a:srcRect/>
            <a:stretch>
              <a:fillRect/>
            </a:stretch>
          </a:blip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rgbClr val="C00000"/>
              </a:solidFill>
              <a:latin typeface="思源黑体 Normal" panose="020B0400000000000000" pitchFamily="34" charset="-122"/>
              <a:ea typeface="思源黑体 Normal" panose="020B0400000000000000" pitchFamily="34" charset="-122"/>
            </a:endParaRPr>
          </a:p>
        </p:txBody>
      </p:sp>
      <p:sp>
        <p:nvSpPr>
          <p:cNvPr id="15" name="椭圆 14">
            <a:extLst>
              <a:ext uri="{FF2B5EF4-FFF2-40B4-BE49-F238E27FC236}">
                <a16:creationId xmlns:a16="http://schemas.microsoft.com/office/drawing/2014/main" id="{D504A38F-2C86-447C-8766-EB6ABD1A6678}"/>
              </a:ext>
            </a:extLst>
          </p:cNvPr>
          <p:cNvSpPr/>
          <p:nvPr/>
        </p:nvSpPr>
        <p:spPr>
          <a:xfrm>
            <a:off x="1802029" y="4097444"/>
            <a:ext cx="1002146" cy="1002145"/>
          </a:xfrm>
          <a:prstGeom prst="ellipse">
            <a:avLst/>
          </a:prstGeom>
          <a:blipFill dpi="0" rotWithShape="1">
            <a:blip r:embed="R4b352656ff114fa6" cstate="print">
              <a:extLst>
                <a:ext uri="{28A0092B-C50C-407E-A947-70E740481C1C}">
                  <a14:useLocalDpi xmlns:a14="http://schemas.microsoft.com/office/drawing/2010/main" val="0"/>
                </a:ext>
              </a:extLst>
            </a:blip>
            <a:srcRect/>
            <a:stretch>
              <a:fillRect/>
            </a:stretch>
          </a:blip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rgbClr val="C00000"/>
              </a:solidFill>
              <a:latin typeface="思源黑体 Normal" panose="020B0400000000000000" pitchFamily="34" charset="-122"/>
              <a:ea typeface="思源黑体 Normal" panose="020B0400000000000000" pitchFamily="34" charset="-122"/>
            </a:endParaRPr>
          </a:p>
        </p:txBody>
      </p:sp>
      <p:sp>
        <p:nvSpPr>
          <p:cNvPr id="16" name="椭圆 15">
            <a:extLst>
              <a:ext uri="{FF2B5EF4-FFF2-40B4-BE49-F238E27FC236}">
                <a16:creationId xmlns:a16="http://schemas.microsoft.com/office/drawing/2014/main" id="{F7E6D623-95E9-434A-BD51-7AC5DE771D4D}"/>
              </a:ext>
            </a:extLst>
          </p:cNvPr>
          <p:cNvSpPr/>
          <p:nvPr/>
        </p:nvSpPr>
        <p:spPr>
          <a:xfrm>
            <a:off x="4799228" y="3718695"/>
            <a:ext cx="378749" cy="378749"/>
          </a:xfrm>
          <a:prstGeom prst="ellipse">
            <a:avLst/>
          </a:prstGeom>
          <a:gradFill>
            <a:gsLst>
              <a:gs pos="0">
                <a:srgbClr val="044BC9"/>
              </a:gs>
              <a:gs pos="100000">
                <a:srgbClr val="23A2E4"/>
              </a:gs>
            </a:gsLst>
            <a:lin ang="2700000" scaled="0"/>
          </a:gra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rgbClr val="C00000"/>
              </a:solidFill>
              <a:latin typeface="思源黑体 Normal" panose="020B0400000000000000" pitchFamily="34" charset="-122"/>
              <a:ea typeface="思源黑体 Normal" panose="020B0400000000000000" pitchFamily="34" charset="-122"/>
            </a:endParaRPr>
          </a:p>
        </p:txBody>
      </p:sp>
      <p:sp>
        <p:nvSpPr>
          <p:cNvPr id="18" name="椭圆 17">
            <a:extLst>
              <a:ext uri="{FF2B5EF4-FFF2-40B4-BE49-F238E27FC236}">
                <a16:creationId xmlns:a16="http://schemas.microsoft.com/office/drawing/2014/main" id="{88FE0C83-51FE-498F-8C71-26B2CB0E3022}"/>
              </a:ext>
            </a:extLst>
          </p:cNvPr>
          <p:cNvSpPr/>
          <p:nvPr/>
        </p:nvSpPr>
        <p:spPr>
          <a:xfrm>
            <a:off x="5070898" y="2834964"/>
            <a:ext cx="822443" cy="822442"/>
          </a:xfrm>
          <a:prstGeom prst="ellipse">
            <a:avLst/>
          </a:prstGeom>
          <a:blipFill dpi="0" rotWithShape="1">
            <a:blip r:embed="R4f00a665e524400f"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rgbClr val="C00000"/>
              </a:solidFill>
              <a:latin typeface="思源黑体 Normal" panose="020B0400000000000000" pitchFamily="34" charset="-122"/>
              <a:ea typeface="思源黑体 Normal" panose="020B0400000000000000" pitchFamily="34" charset="-122"/>
            </a:endParaRPr>
          </a:p>
        </p:txBody>
      </p:sp>
      <p:sp>
        <p:nvSpPr>
          <p:cNvPr id="19" name="椭圆 18">
            <a:extLst>
              <a:ext uri="{FF2B5EF4-FFF2-40B4-BE49-F238E27FC236}">
                <a16:creationId xmlns:a16="http://schemas.microsoft.com/office/drawing/2014/main" id="{CA9C403B-3FF7-479D-A5AD-ECB32481FDBA}"/>
              </a:ext>
            </a:extLst>
          </p:cNvPr>
          <p:cNvSpPr/>
          <p:nvPr/>
        </p:nvSpPr>
        <p:spPr>
          <a:xfrm>
            <a:off x="1530816" y="5356279"/>
            <a:ext cx="276492" cy="276492"/>
          </a:xfrm>
          <a:prstGeom prst="ellipse">
            <a:avLst/>
          </a:prstGeom>
          <a:gradFill>
            <a:gsLst>
              <a:gs pos="0">
                <a:srgbClr val="044BC9"/>
              </a:gs>
              <a:gs pos="100000">
                <a:srgbClr val="23A2E4"/>
              </a:gs>
            </a:gsLst>
            <a:lin ang="2700000" scaled="0"/>
          </a:gradFill>
          <a:ln>
            <a:noFill/>
          </a:ln>
          <a:effectLst>
            <a:outerShdw blurRad="190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rgbClr val="C00000"/>
              </a:solidFill>
              <a:latin typeface="思源黑体 Normal" panose="020B0400000000000000" pitchFamily="34" charset="-122"/>
              <a:ea typeface="思源黑体 Normal" panose="020B0400000000000000" pitchFamily="34" charset="-122"/>
            </a:endParaRPr>
          </a:p>
        </p:txBody>
      </p:sp>
      <p:sp>
        <p:nvSpPr>
          <p:cNvPr id="20" name="椭圆 19">
            <a:extLst>
              <a:ext uri="{FF2B5EF4-FFF2-40B4-BE49-F238E27FC236}">
                <a16:creationId xmlns:a16="http://schemas.microsoft.com/office/drawing/2014/main" id="{5F3C82DE-513D-4D01-9F83-667FF1737E65}"/>
              </a:ext>
            </a:extLst>
          </p:cNvPr>
          <p:cNvSpPr/>
          <p:nvPr/>
        </p:nvSpPr>
        <p:spPr>
          <a:xfrm>
            <a:off x="1487951" y="3187543"/>
            <a:ext cx="362220" cy="362218"/>
          </a:xfrm>
          <a:prstGeom prst="ellipse">
            <a:avLst/>
          </a:prstGeom>
          <a:gradFill>
            <a:gsLst>
              <a:gs pos="0">
                <a:srgbClr val="044BC9"/>
              </a:gs>
              <a:gs pos="100000">
                <a:srgbClr val="23A2E4"/>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rgbClr val="C00000"/>
              </a:solidFill>
              <a:latin typeface="思源黑体 Normal" panose="020B0400000000000000" pitchFamily="34" charset="-122"/>
              <a:ea typeface="思源黑体 Normal" panose="020B0400000000000000" pitchFamily="34" charset="-122"/>
            </a:endParaRPr>
          </a:p>
        </p:txBody>
      </p:sp>
      <p:sp>
        <p:nvSpPr>
          <p:cNvPr id="21" name="椭圆 20">
            <a:extLst>
              <a:ext uri="{FF2B5EF4-FFF2-40B4-BE49-F238E27FC236}">
                <a16:creationId xmlns:a16="http://schemas.microsoft.com/office/drawing/2014/main" id="{0E4F2FC3-C4E7-4E1C-ACFC-6C79E030D7E6}"/>
              </a:ext>
            </a:extLst>
          </p:cNvPr>
          <p:cNvSpPr/>
          <p:nvPr/>
        </p:nvSpPr>
        <p:spPr>
          <a:xfrm>
            <a:off x="4398879" y="1828003"/>
            <a:ext cx="378749" cy="378749"/>
          </a:xfrm>
          <a:prstGeom prst="ellipse">
            <a:avLst/>
          </a:prstGeom>
          <a:gradFill>
            <a:gsLst>
              <a:gs pos="0">
                <a:srgbClr val="044BC9"/>
              </a:gs>
              <a:gs pos="100000">
                <a:srgbClr val="23A2E4"/>
              </a:gs>
            </a:gsLst>
            <a:lin ang="2700000" scaled="0"/>
          </a:gra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rgbClr val="C00000"/>
              </a:solidFill>
              <a:latin typeface="思源黑体 Normal" panose="020B0400000000000000" pitchFamily="34" charset="-122"/>
              <a:ea typeface="思源黑体 Normal" panose="020B0400000000000000" pitchFamily="34" charset="-122"/>
            </a:endParaRPr>
          </a:p>
        </p:txBody>
      </p:sp>
      <p:sp>
        <p:nvSpPr>
          <p:cNvPr id="22" name="椭圆 21">
            <a:extLst>
              <a:ext uri="{FF2B5EF4-FFF2-40B4-BE49-F238E27FC236}">
                <a16:creationId xmlns:a16="http://schemas.microsoft.com/office/drawing/2014/main" id="{F919853B-EC97-44C7-B4C3-4BBD81AC3736}"/>
              </a:ext>
            </a:extLst>
          </p:cNvPr>
          <p:cNvSpPr/>
          <p:nvPr/>
        </p:nvSpPr>
        <p:spPr>
          <a:xfrm>
            <a:off x="5761175" y="5343607"/>
            <a:ext cx="189375" cy="189375"/>
          </a:xfrm>
          <a:prstGeom prst="ellipse">
            <a:avLst/>
          </a:prstGeom>
          <a:gradFill>
            <a:gsLst>
              <a:gs pos="0">
                <a:srgbClr val="044BC9"/>
              </a:gs>
              <a:gs pos="100000">
                <a:srgbClr val="23A2E4"/>
              </a:gs>
            </a:gsLst>
            <a:lin ang="2700000" scaled="0"/>
          </a:gra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rgbClr val="C00000"/>
              </a:solidFill>
              <a:latin typeface="思源黑体 Normal" panose="020B0400000000000000" pitchFamily="34" charset="-122"/>
              <a:ea typeface="思源黑体 Normal" panose="020B0400000000000000" pitchFamily="34" charset="-122"/>
            </a:endParaRPr>
          </a:p>
        </p:txBody>
      </p:sp>
      <p:sp>
        <p:nvSpPr>
          <p:cNvPr id="23" name="椭圆 22">
            <a:extLst>
              <a:ext uri="{FF2B5EF4-FFF2-40B4-BE49-F238E27FC236}">
                <a16:creationId xmlns:a16="http://schemas.microsoft.com/office/drawing/2014/main" id="{A5AACE12-61E4-4B5A-BAFD-5F1CAA575AE1}"/>
              </a:ext>
            </a:extLst>
          </p:cNvPr>
          <p:cNvSpPr/>
          <p:nvPr/>
        </p:nvSpPr>
        <p:spPr>
          <a:xfrm>
            <a:off x="3651668" y="4218216"/>
            <a:ext cx="841350" cy="841349"/>
          </a:xfrm>
          <a:prstGeom prst="ellipse">
            <a:avLst/>
          </a:prstGeom>
          <a:blipFill dpi="0" rotWithShape="1">
            <a:blip r:embed="Rdffa554106b8463c" cstate="print">
              <a:extLst>
                <a:ext uri="{28A0092B-C50C-407E-A947-70E740481C1C}">
                  <a14:useLocalDpi xmlns:a14="http://schemas.microsoft.com/office/drawing/2010/main" val="0"/>
                </a:ext>
              </a:extLst>
            </a:blip>
            <a:srcRect/>
            <a:stretch>
              <a:fillRect/>
            </a:stretch>
          </a:blip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rgbClr val="C00000"/>
              </a:solidFill>
              <a:latin typeface="思源黑体 Normal" panose="020B0400000000000000" pitchFamily="34" charset="-122"/>
              <a:ea typeface="思源黑体 Normal" panose="020B0400000000000000" pitchFamily="34" charset="-122"/>
            </a:endParaRPr>
          </a:p>
        </p:txBody>
      </p:sp>
      <p:sp>
        <p:nvSpPr>
          <p:cNvPr id="24" name="椭圆 23">
            <a:extLst>
              <a:ext uri="{FF2B5EF4-FFF2-40B4-BE49-F238E27FC236}">
                <a16:creationId xmlns:a16="http://schemas.microsoft.com/office/drawing/2014/main" id="{E6CE2FD0-3815-4F15-B97C-76FFFB4A6553}"/>
              </a:ext>
            </a:extLst>
          </p:cNvPr>
          <p:cNvSpPr/>
          <p:nvPr/>
        </p:nvSpPr>
        <p:spPr>
          <a:xfrm>
            <a:off x="2976409" y="1807524"/>
            <a:ext cx="380234" cy="378749"/>
          </a:xfrm>
          <a:prstGeom prst="ellipse">
            <a:avLst/>
          </a:prstGeom>
          <a:gradFill>
            <a:gsLst>
              <a:gs pos="0">
                <a:srgbClr val="044BC9"/>
              </a:gs>
              <a:gs pos="100000">
                <a:srgbClr val="23A2E4"/>
              </a:gs>
            </a:gsLst>
            <a:lin ang="2700000" scaled="0"/>
          </a:gra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rgbClr val="C00000"/>
              </a:solidFill>
              <a:ea typeface="思源黑体 Normal" panose="020B0400000000000000" pitchFamily="34" charset="-122"/>
            </a:endParaRPr>
          </a:p>
        </p:txBody>
      </p:sp>
      <p:sp>
        <p:nvSpPr>
          <p:cNvPr id="25" name="椭圆 24">
            <a:extLst>
              <a:ext uri="{FF2B5EF4-FFF2-40B4-BE49-F238E27FC236}">
                <a16:creationId xmlns:a16="http://schemas.microsoft.com/office/drawing/2014/main" id="{D6DC5FAF-320E-40F1-B631-F204188F7921}"/>
              </a:ext>
            </a:extLst>
          </p:cNvPr>
          <p:cNvSpPr/>
          <p:nvPr/>
        </p:nvSpPr>
        <p:spPr>
          <a:xfrm>
            <a:off x="3977655" y="3829372"/>
            <a:ext cx="189375" cy="189375"/>
          </a:xfrm>
          <a:prstGeom prst="ellipse">
            <a:avLst/>
          </a:prstGeom>
          <a:gradFill>
            <a:gsLst>
              <a:gs pos="0">
                <a:srgbClr val="044BC9"/>
              </a:gs>
              <a:gs pos="100000">
                <a:srgbClr val="23A2E4"/>
              </a:gs>
            </a:gsLst>
            <a:lin ang="2700000" scaled="0"/>
          </a:gra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rgbClr val="C00000"/>
              </a:solidFill>
              <a:latin typeface="思源黑体 Normal" panose="020B0400000000000000" pitchFamily="34" charset="-122"/>
              <a:ea typeface="思源黑体 Normal" panose="020B0400000000000000" pitchFamily="34" charset="-122"/>
            </a:endParaRPr>
          </a:p>
        </p:txBody>
      </p:sp>
      <p:sp>
        <p:nvSpPr>
          <p:cNvPr id="26" name="椭圆 25">
            <a:extLst>
              <a:ext uri="{FF2B5EF4-FFF2-40B4-BE49-F238E27FC236}">
                <a16:creationId xmlns:a16="http://schemas.microsoft.com/office/drawing/2014/main" id="{398FE862-59A9-4604-B907-654751036230}"/>
              </a:ext>
            </a:extLst>
          </p:cNvPr>
          <p:cNvSpPr/>
          <p:nvPr/>
        </p:nvSpPr>
        <p:spPr>
          <a:xfrm>
            <a:off x="4311763" y="5233897"/>
            <a:ext cx="140657" cy="140657"/>
          </a:xfrm>
          <a:prstGeom prst="ellipse">
            <a:avLst/>
          </a:prstGeom>
          <a:gradFill>
            <a:gsLst>
              <a:gs pos="0">
                <a:srgbClr val="044BC9"/>
              </a:gs>
              <a:gs pos="100000">
                <a:srgbClr val="23A2E4"/>
              </a:gs>
            </a:gsLst>
            <a:lin ang="2700000" scaled="0"/>
          </a:gradFill>
          <a:ln>
            <a:noFill/>
          </a:ln>
          <a:effectLst>
            <a:outerShdw blurRad="190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rgbClr val="C00000"/>
              </a:solidFill>
              <a:latin typeface="思源黑体 Normal" panose="020B0400000000000000" pitchFamily="34" charset="-122"/>
              <a:ea typeface="思源黑体 Normal" panose="020B0400000000000000" pitchFamily="34" charset="-122"/>
            </a:endParaRPr>
          </a:p>
        </p:txBody>
      </p:sp>
      <p:sp>
        <p:nvSpPr>
          <p:cNvPr id="27" name="矩形 26">
            <a:extLst>
              <a:ext uri="{FF2B5EF4-FFF2-40B4-BE49-F238E27FC236}">
                <a16:creationId xmlns:a16="http://schemas.microsoft.com/office/drawing/2014/main" id="{B989DD45-DB9C-4A68-8754-93C6591FE191}"/>
              </a:ext>
            </a:extLst>
          </p:cNvPr>
          <p:cNvSpPr/>
          <p:nvPr/>
        </p:nvSpPr>
        <p:spPr bwMode="auto">
          <a:xfrm>
            <a:off x="6916098" y="2157067"/>
            <a:ext cx="4512789" cy="3615186"/>
          </a:xfrm>
          <a:prstGeom prst="rect">
            <a:avLst/>
          </a:prstGeom>
          <a:solidFill>
            <a:schemeClr val="bg1">
              <a:lumMod val="95000"/>
            </a:schemeClr>
          </a:solidFill>
          <a:ln>
            <a:solidFill>
              <a:srgbClr val="FFFFFF">
                <a:lumMod val="85000"/>
              </a:srgbClr>
            </a:solidFill>
          </a:ln>
        </p:spPr>
        <p:txBody>
          <a:bodyPr vert="horz" wrap="square" lIns="91440" tIns="45720" rIns="91440" bIns="45720"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200" b="0" i="0" u="none" strike="noStrike" kern="0" cap="none" spc="0" normalizeH="0" baseline="0" noProof="0">
              <a:ln>
                <a:noFill/>
              </a:ln>
              <a:solidFill>
                <a:srgbClr val="4D4D4D"/>
              </a:solidFill>
              <a:effectLst/>
              <a:uLnTx/>
              <a:uFillTx/>
              <a:latin typeface="Arial" panose="020B0604020202020204" pitchFamily="34" charset="0"/>
              <a:ea typeface="宋体" panose="02010600030101010101" pitchFamily="2" charset="-122"/>
            </a:endParaRPr>
          </a:p>
        </p:txBody>
      </p:sp>
      <p:sp>
        <p:nvSpPr>
          <p:cNvPr id="28" name="Freeform 6">
            <a:extLst>
              <a:ext uri="{FF2B5EF4-FFF2-40B4-BE49-F238E27FC236}">
                <a16:creationId xmlns:a16="http://schemas.microsoft.com/office/drawing/2014/main" id="{9BA88AD3-368D-4616-966A-8218F1336E29}"/>
              </a:ext>
            </a:extLst>
          </p:cNvPr>
          <p:cNvSpPr/>
          <p:nvPr/>
        </p:nvSpPr>
        <p:spPr bwMode="auto">
          <a:xfrm>
            <a:off x="7174998" y="2028901"/>
            <a:ext cx="3811213" cy="127898"/>
          </a:xfrm>
          <a:custGeom>
            <a:avLst/>
            <a:gdLst>
              <a:gd name="T0" fmla="*/ 285 w 4236"/>
              <a:gd name="T1" fmla="*/ 0 h 186"/>
              <a:gd name="T2" fmla="*/ 3967 w 4236"/>
              <a:gd name="T3" fmla="*/ 0 h 186"/>
              <a:gd name="T4" fmla="*/ 4236 w 4236"/>
              <a:gd name="T5" fmla="*/ 186 h 186"/>
              <a:gd name="T6" fmla="*/ 0 w 4236"/>
              <a:gd name="T7" fmla="*/ 186 h 186"/>
              <a:gd name="T8" fmla="*/ 285 w 4236"/>
              <a:gd name="T9" fmla="*/ 0 h 186"/>
            </a:gdLst>
            <a:ahLst/>
            <a:cxnLst>
              <a:cxn ang="0">
                <a:pos x="T0" y="T1"/>
              </a:cxn>
              <a:cxn ang="0">
                <a:pos x="T2" y="T3"/>
              </a:cxn>
              <a:cxn ang="0">
                <a:pos x="T4" y="T5"/>
              </a:cxn>
              <a:cxn ang="0">
                <a:pos x="T6" y="T7"/>
              </a:cxn>
              <a:cxn ang="0">
                <a:pos x="T8" y="T9"/>
              </a:cxn>
            </a:cxnLst>
            <a:rect l="0" t="0" r="r" b="b"/>
            <a:pathLst>
              <a:path w="4236" h="186">
                <a:moveTo>
                  <a:pt x="285" y="0"/>
                </a:moveTo>
                <a:lnTo>
                  <a:pt x="3967" y="0"/>
                </a:lnTo>
                <a:lnTo>
                  <a:pt x="4236" y="186"/>
                </a:lnTo>
                <a:lnTo>
                  <a:pt x="0" y="186"/>
                </a:lnTo>
                <a:lnTo>
                  <a:pt x="285" y="0"/>
                </a:lnTo>
                <a:close/>
              </a:path>
            </a:pathLst>
          </a:custGeom>
          <a:solidFill>
            <a:schemeClr val="tx1">
              <a:lumMod val="50000"/>
              <a:lumOff val="50000"/>
            </a:schemeClr>
          </a:solidFill>
          <a:ln>
            <a:noFill/>
          </a:ln>
        </p:spPr>
        <p:txBody>
          <a:bodyPr vert="horz" wrap="square" lIns="91440" tIns="45720" rIns="91440" bIns="45720"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4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9" name="Freeform 7">
            <a:extLst>
              <a:ext uri="{FF2B5EF4-FFF2-40B4-BE49-F238E27FC236}">
                <a16:creationId xmlns:a16="http://schemas.microsoft.com/office/drawing/2014/main" id="{D4A36F76-7A6B-442B-93E4-9590DDDBA5A3}"/>
              </a:ext>
            </a:extLst>
          </p:cNvPr>
          <p:cNvSpPr/>
          <p:nvPr/>
        </p:nvSpPr>
        <p:spPr bwMode="auto">
          <a:xfrm>
            <a:off x="7412915" y="2028901"/>
            <a:ext cx="3313639" cy="745630"/>
          </a:xfrm>
          <a:custGeom>
            <a:avLst/>
            <a:gdLst>
              <a:gd name="T0" fmla="*/ 0 w 3682"/>
              <a:gd name="T1" fmla="*/ 0 h 786"/>
              <a:gd name="T2" fmla="*/ 3682 w 3682"/>
              <a:gd name="T3" fmla="*/ 0 h 786"/>
              <a:gd name="T4" fmla="*/ 3682 w 3682"/>
              <a:gd name="T5" fmla="*/ 637 h 786"/>
              <a:gd name="T6" fmla="*/ 1823 w 3682"/>
              <a:gd name="T7" fmla="*/ 786 h 786"/>
              <a:gd name="T8" fmla="*/ 0 w 3682"/>
              <a:gd name="T9" fmla="*/ 637 h 786"/>
              <a:gd name="T10" fmla="*/ 0 w 3682"/>
              <a:gd name="T11" fmla="*/ 0 h 786"/>
            </a:gdLst>
            <a:ahLst/>
            <a:cxnLst>
              <a:cxn ang="0">
                <a:pos x="T0" y="T1"/>
              </a:cxn>
              <a:cxn ang="0">
                <a:pos x="T2" y="T3"/>
              </a:cxn>
              <a:cxn ang="0">
                <a:pos x="T4" y="T5"/>
              </a:cxn>
              <a:cxn ang="0">
                <a:pos x="T6" y="T7"/>
              </a:cxn>
              <a:cxn ang="0">
                <a:pos x="T8" y="T9"/>
              </a:cxn>
              <a:cxn ang="0">
                <a:pos x="T10" y="T11"/>
              </a:cxn>
            </a:cxnLst>
            <a:rect l="0" t="0" r="r" b="b"/>
            <a:pathLst>
              <a:path w="3682" h="786">
                <a:moveTo>
                  <a:pt x="0" y="0"/>
                </a:moveTo>
                <a:lnTo>
                  <a:pt x="3682" y="0"/>
                </a:lnTo>
                <a:lnTo>
                  <a:pt x="3682" y="637"/>
                </a:lnTo>
                <a:lnTo>
                  <a:pt x="1823" y="786"/>
                </a:lnTo>
                <a:lnTo>
                  <a:pt x="0" y="637"/>
                </a:lnTo>
                <a:lnTo>
                  <a:pt x="0" y="0"/>
                </a:lnTo>
                <a:close/>
              </a:path>
            </a:pathLst>
          </a:custGeom>
          <a:solidFill>
            <a:srgbClr val="044BC9"/>
          </a:solidFill>
          <a:ln>
            <a:noFill/>
          </a:ln>
        </p:spPr>
        <p:txBody>
          <a:bodyPr vert="horz" wrap="square" lIns="91440" tIns="45720" rIns="91440" bIns="45720" numCol="1" anchor="t" anchorCtr="0" compatLnSpc="1"/>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1400" b="0" i="0" u="none" strike="noStrike" kern="0" cap="none" spc="0" normalizeH="0" baseline="0" noProof="0">
              <a:ln>
                <a:noFill/>
              </a:ln>
              <a:solidFill>
                <a:srgbClr val="54A0D8"/>
              </a:solidFill>
              <a:effectLst/>
              <a:uLnTx/>
              <a:uFillTx/>
              <a:latin typeface="Arial" panose="020B0604020202020204" pitchFamily="34" charset="0"/>
              <a:ea typeface="宋体" panose="02010600030101010101" pitchFamily="2" charset="-122"/>
            </a:endParaRPr>
          </a:p>
        </p:txBody>
      </p:sp>
      <p:sp>
        <p:nvSpPr>
          <p:cNvPr id="30" name="矩形 29">
            <a:extLst>
              <a:ext uri="{FF2B5EF4-FFF2-40B4-BE49-F238E27FC236}">
                <a16:creationId xmlns:a16="http://schemas.microsoft.com/office/drawing/2014/main" id="{F89C1542-3CB1-4509-87B1-3012BBA63BD4}"/>
              </a:ext>
            </a:extLst>
          </p:cNvPr>
          <p:cNvSpPr/>
          <p:nvPr/>
        </p:nvSpPr>
        <p:spPr>
          <a:xfrm>
            <a:off x="8140250" y="2209177"/>
            <a:ext cx="1885188" cy="400110"/>
          </a:xfrm>
          <a:prstGeom prst="rect">
            <a:avLst/>
          </a:prstGeom>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lang="zh-CN" altLang="en-US" sz="2000" b="1" kern="0" dirty="0">
                <a:solidFill>
                  <a:srgbClr val="FFFFFF"/>
                </a:solidFill>
                <a:latin typeface="思源黑体 Normal" panose="020B0400000000000000" pitchFamily="34" charset="-122"/>
                <a:ea typeface="思源黑体 Normal" panose="020B0400000000000000" pitchFamily="34" charset="-122"/>
              </a:rPr>
              <a:t>添加标题文本</a:t>
            </a:r>
            <a:endParaRPr kumimoji="0" lang="zh-CN" altLang="en-US" sz="2000" b="1" i="0" u="none" strike="noStrike" kern="0" cap="none" spc="0" normalizeH="0" baseline="0" noProof="0" dirty="0">
              <a:ln>
                <a:noFill/>
              </a:ln>
              <a:solidFill>
                <a:srgbClr val="FFFFFF"/>
              </a:solidFill>
              <a:effectLst/>
              <a:uLnTx/>
              <a:uFillTx/>
              <a:latin typeface="思源黑体 Normal" panose="020B0400000000000000" pitchFamily="34" charset="-122"/>
              <a:ea typeface="思源黑体 Normal" panose="020B0400000000000000" pitchFamily="34" charset="-122"/>
            </a:endParaRPr>
          </a:p>
        </p:txBody>
      </p:sp>
      <p:sp>
        <p:nvSpPr>
          <p:cNvPr id="32" name="Content Placeholder 2"/>
          <p:cNvSpPr txBox="1">
            <a:spLocks/>
          </p:cNvSpPr>
          <p:nvPr/>
        </p:nvSpPr>
        <p:spPr>
          <a:xfrm>
            <a:off x="7222368" y="3096146"/>
            <a:ext cx="3903584" cy="2354491"/>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ü"/>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添加所需文本添加所需文本添加文本添加所需文本添加所需文本添加所需文本添加所需文本添加所需文本添加所需文本</a:t>
            </a:r>
            <a:endParaRPr lang="en-US" altLang="zh-CN" dirty="0">
              <a:solidFill>
                <a:schemeClr val="tx1">
                  <a:lumMod val="75000"/>
                  <a:lumOff val="25000"/>
                </a:schemeClr>
              </a:solidFill>
              <a:latin typeface="思源黑体 Light" panose="020B0300000000000000" pitchFamily="34" charset="-122"/>
              <a:ea typeface="思源黑体 Light" panose="020B0300000000000000" pitchFamily="34" charset="-122"/>
            </a:endParaRPr>
          </a:p>
          <a:p>
            <a:pPr>
              <a:lnSpc>
                <a:spcPct val="150000"/>
              </a:lnSpc>
              <a:spcBef>
                <a:spcPts val="0"/>
              </a:spcBef>
              <a:buFont typeface="Wingdings" panose="05000000000000000000" pitchFamily="2" charset="2"/>
              <a:buChar char="ü"/>
            </a:pPr>
            <a:endParaRPr lang="en-US" altLang="zh-CN" dirty="0">
              <a:solidFill>
                <a:schemeClr val="tx1">
                  <a:lumMod val="75000"/>
                  <a:lumOff val="25000"/>
                </a:schemeClr>
              </a:solidFill>
              <a:latin typeface="思源黑体 Light" panose="020B0300000000000000" pitchFamily="34" charset="-122"/>
              <a:ea typeface="思源黑体 Light" panose="020B0300000000000000" pitchFamily="34" charset="-122"/>
            </a:endParaRPr>
          </a:p>
          <a:p>
            <a:pPr>
              <a:lnSpc>
                <a:spcPct val="150000"/>
              </a:lnSpc>
              <a:spcBef>
                <a:spcPts val="0"/>
              </a:spcBef>
              <a:buFont typeface="Wingdings" panose="05000000000000000000" pitchFamily="2" charset="2"/>
              <a:buChar char="ü"/>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添加所需文本添加所需文本添加文本添加所需文本添加所需文本添加所需文本添加所需文本添加所需文本添加所需文本</a:t>
            </a:r>
          </a:p>
        </p:txBody>
      </p:sp>
    </p:spTree>
    <p:extLst>
      <p:ext uri="{BB962C8B-B14F-4D97-AF65-F5344CB8AC3E}">
        <p14:creationId xmlns:p14="http://schemas.microsoft.com/office/powerpoint/2010/main" val="860148838"/>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randombar(horizontal)">
                                      <p:cBhvr>
                                        <p:cTn id="7" dur="500"/>
                                        <p:tgtEl>
                                          <p:spTgt spid="27"/>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randombar(horizontal)">
                                      <p:cBhvr>
                                        <p:cTn id="10" dur="500"/>
                                        <p:tgtEl>
                                          <p:spTgt spid="28"/>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randombar(horizontal)">
                                      <p:cBhvr>
                                        <p:cTn id="13" dur="500"/>
                                        <p:tgtEl>
                                          <p:spTgt spid="29"/>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randombar(horizontal)">
                                      <p:cBhvr>
                                        <p:cTn id="16" dur="500"/>
                                        <p:tgtEl>
                                          <p:spTgt spid="30"/>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randombar(horizontal)">
                                      <p:cBhvr>
                                        <p:cTn id="19" dur="500"/>
                                        <p:tgtEl>
                                          <p:spTgt spid="32"/>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500" fill="hold"/>
                                        <p:tgtEl>
                                          <p:spTgt spid="6"/>
                                        </p:tgtEl>
                                        <p:attrNameLst>
                                          <p:attrName>ppt_w</p:attrName>
                                        </p:attrNameLst>
                                      </p:cBhvr>
                                      <p:tavLst>
                                        <p:tav tm="0">
                                          <p:val>
                                            <p:fltVal val="0"/>
                                          </p:val>
                                        </p:tav>
                                        <p:tav tm="100000">
                                          <p:val>
                                            <p:strVal val="#ppt_w"/>
                                          </p:val>
                                        </p:tav>
                                      </p:tavLst>
                                    </p:anim>
                                    <p:anim calcmode="lin" valueType="num">
                                      <p:cBhvr>
                                        <p:cTn id="25" dur="500" fill="hold"/>
                                        <p:tgtEl>
                                          <p:spTgt spid="6"/>
                                        </p:tgtEl>
                                        <p:attrNameLst>
                                          <p:attrName>ppt_h</p:attrName>
                                        </p:attrNameLst>
                                      </p:cBhvr>
                                      <p:tavLst>
                                        <p:tav tm="0">
                                          <p:val>
                                            <p:fltVal val="0"/>
                                          </p:val>
                                        </p:tav>
                                        <p:tav tm="100000">
                                          <p:val>
                                            <p:strVal val="#ppt_h"/>
                                          </p:val>
                                        </p:tav>
                                      </p:tavLst>
                                    </p:anim>
                                    <p:animEffect transition="in" filter="fade">
                                      <p:cBhvr>
                                        <p:cTn id="26" dur="500"/>
                                        <p:tgtEl>
                                          <p:spTgt spid="6"/>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500" fill="hold"/>
                                        <p:tgtEl>
                                          <p:spTgt spid="7"/>
                                        </p:tgtEl>
                                        <p:attrNameLst>
                                          <p:attrName>ppt_w</p:attrName>
                                        </p:attrNameLst>
                                      </p:cBhvr>
                                      <p:tavLst>
                                        <p:tav tm="0">
                                          <p:val>
                                            <p:fltVal val="0"/>
                                          </p:val>
                                        </p:tav>
                                        <p:tav tm="100000">
                                          <p:val>
                                            <p:strVal val="#ppt_w"/>
                                          </p:val>
                                        </p:tav>
                                      </p:tavLst>
                                    </p:anim>
                                    <p:anim calcmode="lin" valueType="num">
                                      <p:cBhvr>
                                        <p:cTn id="30" dur="500" fill="hold"/>
                                        <p:tgtEl>
                                          <p:spTgt spid="7"/>
                                        </p:tgtEl>
                                        <p:attrNameLst>
                                          <p:attrName>ppt_h</p:attrName>
                                        </p:attrNameLst>
                                      </p:cBhvr>
                                      <p:tavLst>
                                        <p:tav tm="0">
                                          <p:val>
                                            <p:fltVal val="0"/>
                                          </p:val>
                                        </p:tav>
                                        <p:tav tm="100000">
                                          <p:val>
                                            <p:strVal val="#ppt_h"/>
                                          </p:val>
                                        </p:tav>
                                      </p:tavLst>
                                    </p:anim>
                                    <p:animEffect transition="in" filter="fade">
                                      <p:cBhvr>
                                        <p:cTn id="31" dur="500"/>
                                        <p:tgtEl>
                                          <p:spTgt spid="7"/>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p:cTn id="34" dur="500" fill="hold"/>
                                        <p:tgtEl>
                                          <p:spTgt spid="8"/>
                                        </p:tgtEl>
                                        <p:attrNameLst>
                                          <p:attrName>ppt_w</p:attrName>
                                        </p:attrNameLst>
                                      </p:cBhvr>
                                      <p:tavLst>
                                        <p:tav tm="0">
                                          <p:val>
                                            <p:fltVal val="0"/>
                                          </p:val>
                                        </p:tav>
                                        <p:tav tm="100000">
                                          <p:val>
                                            <p:strVal val="#ppt_w"/>
                                          </p:val>
                                        </p:tav>
                                      </p:tavLst>
                                    </p:anim>
                                    <p:anim calcmode="lin" valueType="num">
                                      <p:cBhvr>
                                        <p:cTn id="35" dur="500" fill="hold"/>
                                        <p:tgtEl>
                                          <p:spTgt spid="8"/>
                                        </p:tgtEl>
                                        <p:attrNameLst>
                                          <p:attrName>ppt_h</p:attrName>
                                        </p:attrNameLst>
                                      </p:cBhvr>
                                      <p:tavLst>
                                        <p:tav tm="0">
                                          <p:val>
                                            <p:fltVal val="0"/>
                                          </p:val>
                                        </p:tav>
                                        <p:tav tm="100000">
                                          <p:val>
                                            <p:strVal val="#ppt_h"/>
                                          </p:val>
                                        </p:tav>
                                      </p:tavLst>
                                    </p:anim>
                                    <p:animEffect transition="in" filter="fade">
                                      <p:cBhvr>
                                        <p:cTn id="36" dur="500"/>
                                        <p:tgtEl>
                                          <p:spTgt spid="8"/>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p:cTn id="39" dur="500" fill="hold"/>
                                        <p:tgtEl>
                                          <p:spTgt spid="9"/>
                                        </p:tgtEl>
                                        <p:attrNameLst>
                                          <p:attrName>ppt_w</p:attrName>
                                        </p:attrNameLst>
                                      </p:cBhvr>
                                      <p:tavLst>
                                        <p:tav tm="0">
                                          <p:val>
                                            <p:fltVal val="0"/>
                                          </p:val>
                                        </p:tav>
                                        <p:tav tm="100000">
                                          <p:val>
                                            <p:strVal val="#ppt_w"/>
                                          </p:val>
                                        </p:tav>
                                      </p:tavLst>
                                    </p:anim>
                                    <p:anim calcmode="lin" valueType="num">
                                      <p:cBhvr>
                                        <p:cTn id="40" dur="500" fill="hold"/>
                                        <p:tgtEl>
                                          <p:spTgt spid="9"/>
                                        </p:tgtEl>
                                        <p:attrNameLst>
                                          <p:attrName>ppt_h</p:attrName>
                                        </p:attrNameLst>
                                      </p:cBhvr>
                                      <p:tavLst>
                                        <p:tav tm="0">
                                          <p:val>
                                            <p:fltVal val="0"/>
                                          </p:val>
                                        </p:tav>
                                        <p:tav tm="100000">
                                          <p:val>
                                            <p:strVal val="#ppt_h"/>
                                          </p:val>
                                        </p:tav>
                                      </p:tavLst>
                                    </p:anim>
                                    <p:animEffect transition="in" filter="fade">
                                      <p:cBhvr>
                                        <p:cTn id="41" dur="500"/>
                                        <p:tgtEl>
                                          <p:spTgt spid="9"/>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p:cTn id="44" dur="500" fill="hold"/>
                                        <p:tgtEl>
                                          <p:spTgt spid="10"/>
                                        </p:tgtEl>
                                        <p:attrNameLst>
                                          <p:attrName>ppt_w</p:attrName>
                                        </p:attrNameLst>
                                      </p:cBhvr>
                                      <p:tavLst>
                                        <p:tav tm="0">
                                          <p:val>
                                            <p:fltVal val="0"/>
                                          </p:val>
                                        </p:tav>
                                        <p:tav tm="100000">
                                          <p:val>
                                            <p:strVal val="#ppt_w"/>
                                          </p:val>
                                        </p:tav>
                                      </p:tavLst>
                                    </p:anim>
                                    <p:anim calcmode="lin" valueType="num">
                                      <p:cBhvr>
                                        <p:cTn id="45" dur="500" fill="hold"/>
                                        <p:tgtEl>
                                          <p:spTgt spid="10"/>
                                        </p:tgtEl>
                                        <p:attrNameLst>
                                          <p:attrName>ppt_h</p:attrName>
                                        </p:attrNameLst>
                                      </p:cBhvr>
                                      <p:tavLst>
                                        <p:tav tm="0">
                                          <p:val>
                                            <p:fltVal val="0"/>
                                          </p:val>
                                        </p:tav>
                                        <p:tav tm="100000">
                                          <p:val>
                                            <p:strVal val="#ppt_h"/>
                                          </p:val>
                                        </p:tav>
                                      </p:tavLst>
                                    </p:anim>
                                    <p:animEffect transition="in" filter="fade">
                                      <p:cBhvr>
                                        <p:cTn id="46" dur="500"/>
                                        <p:tgtEl>
                                          <p:spTgt spid="10"/>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p:cTn id="49" dur="500" fill="hold"/>
                                        <p:tgtEl>
                                          <p:spTgt spid="11"/>
                                        </p:tgtEl>
                                        <p:attrNameLst>
                                          <p:attrName>ppt_w</p:attrName>
                                        </p:attrNameLst>
                                      </p:cBhvr>
                                      <p:tavLst>
                                        <p:tav tm="0">
                                          <p:val>
                                            <p:fltVal val="0"/>
                                          </p:val>
                                        </p:tav>
                                        <p:tav tm="100000">
                                          <p:val>
                                            <p:strVal val="#ppt_w"/>
                                          </p:val>
                                        </p:tav>
                                      </p:tavLst>
                                    </p:anim>
                                    <p:anim calcmode="lin" valueType="num">
                                      <p:cBhvr>
                                        <p:cTn id="50" dur="500" fill="hold"/>
                                        <p:tgtEl>
                                          <p:spTgt spid="11"/>
                                        </p:tgtEl>
                                        <p:attrNameLst>
                                          <p:attrName>ppt_h</p:attrName>
                                        </p:attrNameLst>
                                      </p:cBhvr>
                                      <p:tavLst>
                                        <p:tav tm="0">
                                          <p:val>
                                            <p:fltVal val="0"/>
                                          </p:val>
                                        </p:tav>
                                        <p:tav tm="100000">
                                          <p:val>
                                            <p:strVal val="#ppt_h"/>
                                          </p:val>
                                        </p:tav>
                                      </p:tavLst>
                                    </p:anim>
                                    <p:animEffect transition="in" filter="fade">
                                      <p:cBhvr>
                                        <p:cTn id="51" dur="500"/>
                                        <p:tgtEl>
                                          <p:spTgt spid="11"/>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 calcmode="lin" valueType="num">
                                      <p:cBhvr>
                                        <p:cTn id="54" dur="500" fill="hold"/>
                                        <p:tgtEl>
                                          <p:spTgt spid="15"/>
                                        </p:tgtEl>
                                        <p:attrNameLst>
                                          <p:attrName>ppt_w</p:attrName>
                                        </p:attrNameLst>
                                      </p:cBhvr>
                                      <p:tavLst>
                                        <p:tav tm="0">
                                          <p:val>
                                            <p:fltVal val="0"/>
                                          </p:val>
                                        </p:tav>
                                        <p:tav tm="100000">
                                          <p:val>
                                            <p:strVal val="#ppt_w"/>
                                          </p:val>
                                        </p:tav>
                                      </p:tavLst>
                                    </p:anim>
                                    <p:anim calcmode="lin" valueType="num">
                                      <p:cBhvr>
                                        <p:cTn id="55" dur="500" fill="hold"/>
                                        <p:tgtEl>
                                          <p:spTgt spid="15"/>
                                        </p:tgtEl>
                                        <p:attrNameLst>
                                          <p:attrName>ppt_h</p:attrName>
                                        </p:attrNameLst>
                                      </p:cBhvr>
                                      <p:tavLst>
                                        <p:tav tm="0">
                                          <p:val>
                                            <p:fltVal val="0"/>
                                          </p:val>
                                        </p:tav>
                                        <p:tav tm="100000">
                                          <p:val>
                                            <p:strVal val="#ppt_h"/>
                                          </p:val>
                                        </p:tav>
                                      </p:tavLst>
                                    </p:anim>
                                    <p:animEffect transition="in" filter="fade">
                                      <p:cBhvr>
                                        <p:cTn id="56" dur="500"/>
                                        <p:tgtEl>
                                          <p:spTgt spid="15"/>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p:cTn id="59" dur="500" fill="hold"/>
                                        <p:tgtEl>
                                          <p:spTgt spid="16"/>
                                        </p:tgtEl>
                                        <p:attrNameLst>
                                          <p:attrName>ppt_w</p:attrName>
                                        </p:attrNameLst>
                                      </p:cBhvr>
                                      <p:tavLst>
                                        <p:tav tm="0">
                                          <p:val>
                                            <p:fltVal val="0"/>
                                          </p:val>
                                        </p:tav>
                                        <p:tav tm="100000">
                                          <p:val>
                                            <p:strVal val="#ppt_w"/>
                                          </p:val>
                                        </p:tav>
                                      </p:tavLst>
                                    </p:anim>
                                    <p:anim calcmode="lin" valueType="num">
                                      <p:cBhvr>
                                        <p:cTn id="60" dur="500" fill="hold"/>
                                        <p:tgtEl>
                                          <p:spTgt spid="16"/>
                                        </p:tgtEl>
                                        <p:attrNameLst>
                                          <p:attrName>ppt_h</p:attrName>
                                        </p:attrNameLst>
                                      </p:cBhvr>
                                      <p:tavLst>
                                        <p:tav tm="0">
                                          <p:val>
                                            <p:fltVal val="0"/>
                                          </p:val>
                                        </p:tav>
                                        <p:tav tm="100000">
                                          <p:val>
                                            <p:strVal val="#ppt_h"/>
                                          </p:val>
                                        </p:tav>
                                      </p:tavLst>
                                    </p:anim>
                                    <p:animEffect transition="in" filter="fade">
                                      <p:cBhvr>
                                        <p:cTn id="61" dur="500"/>
                                        <p:tgtEl>
                                          <p:spTgt spid="16"/>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18"/>
                                        </p:tgtEl>
                                        <p:attrNameLst>
                                          <p:attrName>style.visibility</p:attrName>
                                        </p:attrNameLst>
                                      </p:cBhvr>
                                      <p:to>
                                        <p:strVal val="visible"/>
                                      </p:to>
                                    </p:set>
                                    <p:anim calcmode="lin" valueType="num">
                                      <p:cBhvr>
                                        <p:cTn id="64" dur="500" fill="hold"/>
                                        <p:tgtEl>
                                          <p:spTgt spid="18"/>
                                        </p:tgtEl>
                                        <p:attrNameLst>
                                          <p:attrName>ppt_w</p:attrName>
                                        </p:attrNameLst>
                                      </p:cBhvr>
                                      <p:tavLst>
                                        <p:tav tm="0">
                                          <p:val>
                                            <p:fltVal val="0"/>
                                          </p:val>
                                        </p:tav>
                                        <p:tav tm="100000">
                                          <p:val>
                                            <p:strVal val="#ppt_w"/>
                                          </p:val>
                                        </p:tav>
                                      </p:tavLst>
                                    </p:anim>
                                    <p:anim calcmode="lin" valueType="num">
                                      <p:cBhvr>
                                        <p:cTn id="65" dur="500" fill="hold"/>
                                        <p:tgtEl>
                                          <p:spTgt spid="18"/>
                                        </p:tgtEl>
                                        <p:attrNameLst>
                                          <p:attrName>ppt_h</p:attrName>
                                        </p:attrNameLst>
                                      </p:cBhvr>
                                      <p:tavLst>
                                        <p:tav tm="0">
                                          <p:val>
                                            <p:fltVal val="0"/>
                                          </p:val>
                                        </p:tav>
                                        <p:tav tm="100000">
                                          <p:val>
                                            <p:strVal val="#ppt_h"/>
                                          </p:val>
                                        </p:tav>
                                      </p:tavLst>
                                    </p:anim>
                                    <p:animEffect transition="in" filter="fade">
                                      <p:cBhvr>
                                        <p:cTn id="66" dur="500"/>
                                        <p:tgtEl>
                                          <p:spTgt spid="18"/>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19"/>
                                        </p:tgtEl>
                                        <p:attrNameLst>
                                          <p:attrName>style.visibility</p:attrName>
                                        </p:attrNameLst>
                                      </p:cBhvr>
                                      <p:to>
                                        <p:strVal val="visible"/>
                                      </p:to>
                                    </p:set>
                                    <p:anim calcmode="lin" valueType="num">
                                      <p:cBhvr>
                                        <p:cTn id="69" dur="500" fill="hold"/>
                                        <p:tgtEl>
                                          <p:spTgt spid="19"/>
                                        </p:tgtEl>
                                        <p:attrNameLst>
                                          <p:attrName>ppt_w</p:attrName>
                                        </p:attrNameLst>
                                      </p:cBhvr>
                                      <p:tavLst>
                                        <p:tav tm="0">
                                          <p:val>
                                            <p:fltVal val="0"/>
                                          </p:val>
                                        </p:tav>
                                        <p:tav tm="100000">
                                          <p:val>
                                            <p:strVal val="#ppt_w"/>
                                          </p:val>
                                        </p:tav>
                                      </p:tavLst>
                                    </p:anim>
                                    <p:anim calcmode="lin" valueType="num">
                                      <p:cBhvr>
                                        <p:cTn id="70" dur="500" fill="hold"/>
                                        <p:tgtEl>
                                          <p:spTgt spid="19"/>
                                        </p:tgtEl>
                                        <p:attrNameLst>
                                          <p:attrName>ppt_h</p:attrName>
                                        </p:attrNameLst>
                                      </p:cBhvr>
                                      <p:tavLst>
                                        <p:tav tm="0">
                                          <p:val>
                                            <p:fltVal val="0"/>
                                          </p:val>
                                        </p:tav>
                                        <p:tav tm="100000">
                                          <p:val>
                                            <p:strVal val="#ppt_h"/>
                                          </p:val>
                                        </p:tav>
                                      </p:tavLst>
                                    </p:anim>
                                    <p:animEffect transition="in" filter="fade">
                                      <p:cBhvr>
                                        <p:cTn id="71" dur="500"/>
                                        <p:tgtEl>
                                          <p:spTgt spid="19"/>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20"/>
                                        </p:tgtEl>
                                        <p:attrNameLst>
                                          <p:attrName>style.visibility</p:attrName>
                                        </p:attrNameLst>
                                      </p:cBhvr>
                                      <p:to>
                                        <p:strVal val="visible"/>
                                      </p:to>
                                    </p:set>
                                    <p:anim calcmode="lin" valueType="num">
                                      <p:cBhvr>
                                        <p:cTn id="74" dur="500" fill="hold"/>
                                        <p:tgtEl>
                                          <p:spTgt spid="20"/>
                                        </p:tgtEl>
                                        <p:attrNameLst>
                                          <p:attrName>ppt_w</p:attrName>
                                        </p:attrNameLst>
                                      </p:cBhvr>
                                      <p:tavLst>
                                        <p:tav tm="0">
                                          <p:val>
                                            <p:fltVal val="0"/>
                                          </p:val>
                                        </p:tav>
                                        <p:tav tm="100000">
                                          <p:val>
                                            <p:strVal val="#ppt_w"/>
                                          </p:val>
                                        </p:tav>
                                      </p:tavLst>
                                    </p:anim>
                                    <p:anim calcmode="lin" valueType="num">
                                      <p:cBhvr>
                                        <p:cTn id="75" dur="500" fill="hold"/>
                                        <p:tgtEl>
                                          <p:spTgt spid="20"/>
                                        </p:tgtEl>
                                        <p:attrNameLst>
                                          <p:attrName>ppt_h</p:attrName>
                                        </p:attrNameLst>
                                      </p:cBhvr>
                                      <p:tavLst>
                                        <p:tav tm="0">
                                          <p:val>
                                            <p:fltVal val="0"/>
                                          </p:val>
                                        </p:tav>
                                        <p:tav tm="100000">
                                          <p:val>
                                            <p:strVal val="#ppt_h"/>
                                          </p:val>
                                        </p:tav>
                                      </p:tavLst>
                                    </p:anim>
                                    <p:animEffect transition="in" filter="fade">
                                      <p:cBhvr>
                                        <p:cTn id="76" dur="500"/>
                                        <p:tgtEl>
                                          <p:spTgt spid="20"/>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anim calcmode="lin" valueType="num">
                                      <p:cBhvr>
                                        <p:cTn id="79" dur="500" fill="hold"/>
                                        <p:tgtEl>
                                          <p:spTgt spid="21"/>
                                        </p:tgtEl>
                                        <p:attrNameLst>
                                          <p:attrName>ppt_w</p:attrName>
                                        </p:attrNameLst>
                                      </p:cBhvr>
                                      <p:tavLst>
                                        <p:tav tm="0">
                                          <p:val>
                                            <p:fltVal val="0"/>
                                          </p:val>
                                        </p:tav>
                                        <p:tav tm="100000">
                                          <p:val>
                                            <p:strVal val="#ppt_w"/>
                                          </p:val>
                                        </p:tav>
                                      </p:tavLst>
                                    </p:anim>
                                    <p:anim calcmode="lin" valueType="num">
                                      <p:cBhvr>
                                        <p:cTn id="80" dur="500" fill="hold"/>
                                        <p:tgtEl>
                                          <p:spTgt spid="21"/>
                                        </p:tgtEl>
                                        <p:attrNameLst>
                                          <p:attrName>ppt_h</p:attrName>
                                        </p:attrNameLst>
                                      </p:cBhvr>
                                      <p:tavLst>
                                        <p:tav tm="0">
                                          <p:val>
                                            <p:fltVal val="0"/>
                                          </p:val>
                                        </p:tav>
                                        <p:tav tm="100000">
                                          <p:val>
                                            <p:strVal val="#ppt_h"/>
                                          </p:val>
                                        </p:tav>
                                      </p:tavLst>
                                    </p:anim>
                                    <p:animEffect transition="in" filter="fade">
                                      <p:cBhvr>
                                        <p:cTn id="81" dur="500"/>
                                        <p:tgtEl>
                                          <p:spTgt spid="21"/>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22"/>
                                        </p:tgtEl>
                                        <p:attrNameLst>
                                          <p:attrName>style.visibility</p:attrName>
                                        </p:attrNameLst>
                                      </p:cBhvr>
                                      <p:to>
                                        <p:strVal val="visible"/>
                                      </p:to>
                                    </p:set>
                                    <p:anim calcmode="lin" valueType="num">
                                      <p:cBhvr>
                                        <p:cTn id="84" dur="500" fill="hold"/>
                                        <p:tgtEl>
                                          <p:spTgt spid="22"/>
                                        </p:tgtEl>
                                        <p:attrNameLst>
                                          <p:attrName>ppt_w</p:attrName>
                                        </p:attrNameLst>
                                      </p:cBhvr>
                                      <p:tavLst>
                                        <p:tav tm="0">
                                          <p:val>
                                            <p:fltVal val="0"/>
                                          </p:val>
                                        </p:tav>
                                        <p:tav tm="100000">
                                          <p:val>
                                            <p:strVal val="#ppt_w"/>
                                          </p:val>
                                        </p:tav>
                                      </p:tavLst>
                                    </p:anim>
                                    <p:anim calcmode="lin" valueType="num">
                                      <p:cBhvr>
                                        <p:cTn id="85" dur="500" fill="hold"/>
                                        <p:tgtEl>
                                          <p:spTgt spid="22"/>
                                        </p:tgtEl>
                                        <p:attrNameLst>
                                          <p:attrName>ppt_h</p:attrName>
                                        </p:attrNameLst>
                                      </p:cBhvr>
                                      <p:tavLst>
                                        <p:tav tm="0">
                                          <p:val>
                                            <p:fltVal val="0"/>
                                          </p:val>
                                        </p:tav>
                                        <p:tav tm="100000">
                                          <p:val>
                                            <p:strVal val="#ppt_h"/>
                                          </p:val>
                                        </p:tav>
                                      </p:tavLst>
                                    </p:anim>
                                    <p:animEffect transition="in" filter="fade">
                                      <p:cBhvr>
                                        <p:cTn id="86" dur="500"/>
                                        <p:tgtEl>
                                          <p:spTgt spid="22"/>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23"/>
                                        </p:tgtEl>
                                        <p:attrNameLst>
                                          <p:attrName>style.visibility</p:attrName>
                                        </p:attrNameLst>
                                      </p:cBhvr>
                                      <p:to>
                                        <p:strVal val="visible"/>
                                      </p:to>
                                    </p:set>
                                    <p:anim calcmode="lin" valueType="num">
                                      <p:cBhvr>
                                        <p:cTn id="89" dur="500" fill="hold"/>
                                        <p:tgtEl>
                                          <p:spTgt spid="23"/>
                                        </p:tgtEl>
                                        <p:attrNameLst>
                                          <p:attrName>ppt_w</p:attrName>
                                        </p:attrNameLst>
                                      </p:cBhvr>
                                      <p:tavLst>
                                        <p:tav tm="0">
                                          <p:val>
                                            <p:fltVal val="0"/>
                                          </p:val>
                                        </p:tav>
                                        <p:tav tm="100000">
                                          <p:val>
                                            <p:strVal val="#ppt_w"/>
                                          </p:val>
                                        </p:tav>
                                      </p:tavLst>
                                    </p:anim>
                                    <p:anim calcmode="lin" valueType="num">
                                      <p:cBhvr>
                                        <p:cTn id="90" dur="500" fill="hold"/>
                                        <p:tgtEl>
                                          <p:spTgt spid="23"/>
                                        </p:tgtEl>
                                        <p:attrNameLst>
                                          <p:attrName>ppt_h</p:attrName>
                                        </p:attrNameLst>
                                      </p:cBhvr>
                                      <p:tavLst>
                                        <p:tav tm="0">
                                          <p:val>
                                            <p:fltVal val="0"/>
                                          </p:val>
                                        </p:tav>
                                        <p:tav tm="100000">
                                          <p:val>
                                            <p:strVal val="#ppt_h"/>
                                          </p:val>
                                        </p:tav>
                                      </p:tavLst>
                                    </p:anim>
                                    <p:animEffect transition="in" filter="fade">
                                      <p:cBhvr>
                                        <p:cTn id="91" dur="500"/>
                                        <p:tgtEl>
                                          <p:spTgt spid="23"/>
                                        </p:tgtEl>
                                      </p:cBhvr>
                                    </p:animEffect>
                                  </p:childTnLst>
                                </p:cTn>
                              </p:par>
                              <p:par>
                                <p:cTn id="92" presetID="53" presetClass="entr" presetSubtype="16" fill="hold" grpId="0" nodeType="withEffect">
                                  <p:stCondLst>
                                    <p:cond delay="0"/>
                                  </p:stCondLst>
                                  <p:childTnLst>
                                    <p:set>
                                      <p:cBhvr>
                                        <p:cTn id="93" dur="1" fill="hold">
                                          <p:stCondLst>
                                            <p:cond delay="0"/>
                                          </p:stCondLst>
                                        </p:cTn>
                                        <p:tgtEl>
                                          <p:spTgt spid="24"/>
                                        </p:tgtEl>
                                        <p:attrNameLst>
                                          <p:attrName>style.visibility</p:attrName>
                                        </p:attrNameLst>
                                      </p:cBhvr>
                                      <p:to>
                                        <p:strVal val="visible"/>
                                      </p:to>
                                    </p:set>
                                    <p:anim calcmode="lin" valueType="num">
                                      <p:cBhvr>
                                        <p:cTn id="94" dur="500" fill="hold"/>
                                        <p:tgtEl>
                                          <p:spTgt spid="24"/>
                                        </p:tgtEl>
                                        <p:attrNameLst>
                                          <p:attrName>ppt_w</p:attrName>
                                        </p:attrNameLst>
                                      </p:cBhvr>
                                      <p:tavLst>
                                        <p:tav tm="0">
                                          <p:val>
                                            <p:fltVal val="0"/>
                                          </p:val>
                                        </p:tav>
                                        <p:tav tm="100000">
                                          <p:val>
                                            <p:strVal val="#ppt_w"/>
                                          </p:val>
                                        </p:tav>
                                      </p:tavLst>
                                    </p:anim>
                                    <p:anim calcmode="lin" valueType="num">
                                      <p:cBhvr>
                                        <p:cTn id="95" dur="500" fill="hold"/>
                                        <p:tgtEl>
                                          <p:spTgt spid="24"/>
                                        </p:tgtEl>
                                        <p:attrNameLst>
                                          <p:attrName>ppt_h</p:attrName>
                                        </p:attrNameLst>
                                      </p:cBhvr>
                                      <p:tavLst>
                                        <p:tav tm="0">
                                          <p:val>
                                            <p:fltVal val="0"/>
                                          </p:val>
                                        </p:tav>
                                        <p:tav tm="100000">
                                          <p:val>
                                            <p:strVal val="#ppt_h"/>
                                          </p:val>
                                        </p:tav>
                                      </p:tavLst>
                                    </p:anim>
                                    <p:animEffect transition="in" filter="fade">
                                      <p:cBhvr>
                                        <p:cTn id="96" dur="500"/>
                                        <p:tgtEl>
                                          <p:spTgt spid="24"/>
                                        </p:tgtEl>
                                      </p:cBhvr>
                                    </p:animEffect>
                                  </p:childTnLst>
                                </p:cTn>
                              </p:par>
                              <p:par>
                                <p:cTn id="97" presetID="53" presetClass="entr" presetSubtype="16" fill="hold" grpId="0" nodeType="withEffect">
                                  <p:stCondLst>
                                    <p:cond delay="0"/>
                                  </p:stCondLst>
                                  <p:childTnLst>
                                    <p:set>
                                      <p:cBhvr>
                                        <p:cTn id="98" dur="1" fill="hold">
                                          <p:stCondLst>
                                            <p:cond delay="0"/>
                                          </p:stCondLst>
                                        </p:cTn>
                                        <p:tgtEl>
                                          <p:spTgt spid="25"/>
                                        </p:tgtEl>
                                        <p:attrNameLst>
                                          <p:attrName>style.visibility</p:attrName>
                                        </p:attrNameLst>
                                      </p:cBhvr>
                                      <p:to>
                                        <p:strVal val="visible"/>
                                      </p:to>
                                    </p:set>
                                    <p:anim calcmode="lin" valueType="num">
                                      <p:cBhvr>
                                        <p:cTn id="99" dur="500" fill="hold"/>
                                        <p:tgtEl>
                                          <p:spTgt spid="25"/>
                                        </p:tgtEl>
                                        <p:attrNameLst>
                                          <p:attrName>ppt_w</p:attrName>
                                        </p:attrNameLst>
                                      </p:cBhvr>
                                      <p:tavLst>
                                        <p:tav tm="0">
                                          <p:val>
                                            <p:fltVal val="0"/>
                                          </p:val>
                                        </p:tav>
                                        <p:tav tm="100000">
                                          <p:val>
                                            <p:strVal val="#ppt_w"/>
                                          </p:val>
                                        </p:tav>
                                      </p:tavLst>
                                    </p:anim>
                                    <p:anim calcmode="lin" valueType="num">
                                      <p:cBhvr>
                                        <p:cTn id="100" dur="500" fill="hold"/>
                                        <p:tgtEl>
                                          <p:spTgt spid="25"/>
                                        </p:tgtEl>
                                        <p:attrNameLst>
                                          <p:attrName>ppt_h</p:attrName>
                                        </p:attrNameLst>
                                      </p:cBhvr>
                                      <p:tavLst>
                                        <p:tav tm="0">
                                          <p:val>
                                            <p:fltVal val="0"/>
                                          </p:val>
                                        </p:tav>
                                        <p:tav tm="100000">
                                          <p:val>
                                            <p:strVal val="#ppt_h"/>
                                          </p:val>
                                        </p:tav>
                                      </p:tavLst>
                                    </p:anim>
                                    <p:animEffect transition="in" filter="fade">
                                      <p:cBhvr>
                                        <p:cTn id="101" dur="500"/>
                                        <p:tgtEl>
                                          <p:spTgt spid="25"/>
                                        </p:tgtEl>
                                      </p:cBhvr>
                                    </p:animEffect>
                                  </p:childTnLst>
                                </p:cTn>
                              </p:par>
                              <p:par>
                                <p:cTn id="102" presetID="53" presetClass="entr" presetSubtype="16" fill="hold" grpId="0" nodeType="withEffect">
                                  <p:stCondLst>
                                    <p:cond delay="0"/>
                                  </p:stCondLst>
                                  <p:childTnLst>
                                    <p:set>
                                      <p:cBhvr>
                                        <p:cTn id="103" dur="1" fill="hold">
                                          <p:stCondLst>
                                            <p:cond delay="0"/>
                                          </p:stCondLst>
                                        </p:cTn>
                                        <p:tgtEl>
                                          <p:spTgt spid="26"/>
                                        </p:tgtEl>
                                        <p:attrNameLst>
                                          <p:attrName>style.visibility</p:attrName>
                                        </p:attrNameLst>
                                      </p:cBhvr>
                                      <p:to>
                                        <p:strVal val="visible"/>
                                      </p:to>
                                    </p:set>
                                    <p:anim calcmode="lin" valueType="num">
                                      <p:cBhvr>
                                        <p:cTn id="104" dur="500" fill="hold"/>
                                        <p:tgtEl>
                                          <p:spTgt spid="26"/>
                                        </p:tgtEl>
                                        <p:attrNameLst>
                                          <p:attrName>ppt_w</p:attrName>
                                        </p:attrNameLst>
                                      </p:cBhvr>
                                      <p:tavLst>
                                        <p:tav tm="0">
                                          <p:val>
                                            <p:fltVal val="0"/>
                                          </p:val>
                                        </p:tav>
                                        <p:tav tm="100000">
                                          <p:val>
                                            <p:strVal val="#ppt_w"/>
                                          </p:val>
                                        </p:tav>
                                      </p:tavLst>
                                    </p:anim>
                                    <p:anim calcmode="lin" valueType="num">
                                      <p:cBhvr>
                                        <p:cTn id="105" dur="500" fill="hold"/>
                                        <p:tgtEl>
                                          <p:spTgt spid="26"/>
                                        </p:tgtEl>
                                        <p:attrNameLst>
                                          <p:attrName>ppt_h</p:attrName>
                                        </p:attrNameLst>
                                      </p:cBhvr>
                                      <p:tavLst>
                                        <p:tav tm="0">
                                          <p:val>
                                            <p:fltVal val="0"/>
                                          </p:val>
                                        </p:tav>
                                        <p:tav tm="100000">
                                          <p:val>
                                            <p:strVal val="#ppt_h"/>
                                          </p:val>
                                        </p:tav>
                                      </p:tavLst>
                                    </p:anim>
                                    <p:animEffect transition="in" filter="fade">
                                      <p:cBhvr>
                                        <p:cTn id="10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animBg="1"/>
      <p:bldP spid="15" grpId="0" animBg="1"/>
      <p:bldP spid="16"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p:bldP spid="3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3423744"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改进措施</a:t>
            </a:r>
          </a:p>
        </p:txBody>
      </p:sp>
      <p:sp>
        <p:nvSpPr>
          <p:cNvPr id="6" name="Oval 14"/>
          <p:cNvSpPr>
            <a:spLocks noChangeArrowheads="1"/>
          </p:cNvSpPr>
          <p:nvPr/>
        </p:nvSpPr>
        <p:spPr bwMode="auto">
          <a:xfrm>
            <a:off x="697606" y="2605378"/>
            <a:ext cx="527592" cy="520055"/>
          </a:xfrm>
          <a:prstGeom prst="ellipse">
            <a:avLst/>
          </a:prstGeom>
          <a:gradFill>
            <a:gsLst>
              <a:gs pos="0">
                <a:srgbClr val="044BC9"/>
              </a:gs>
              <a:gs pos="100000">
                <a:srgbClr val="23A2E4"/>
              </a:gs>
            </a:gsLst>
            <a:lin ang="2700000" scaled="0"/>
          </a:gradFill>
          <a:ln>
            <a:noFill/>
          </a:ln>
        </p:spPr>
        <p:txBody>
          <a:bodyPr lIns="0" tIns="0" rIns="0" bIns="0"/>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buFont typeface="Arial" pitchFamily="34" charset="0"/>
              <a:buNone/>
            </a:pPr>
            <a:r>
              <a:rPr lang="en-US" altLang="zh-CN" sz="2800" dirty="0">
                <a:solidFill>
                  <a:schemeClr val="bg1"/>
                </a:solidFill>
                <a:latin typeface="Microsoft JhengHei UI" panose="020B0604030504040204" pitchFamily="34" charset="-120"/>
                <a:ea typeface="微软雅黑" panose="020B0503020204020204" pitchFamily="34" charset="-122"/>
                <a:sym typeface="Microsoft JhengHei UI" panose="020B0604030504040204" pitchFamily="34" charset="-120"/>
              </a:rPr>
              <a:t>1</a:t>
            </a:r>
            <a:endParaRPr lang="zh-CN" altLang="zh-CN" sz="2800" dirty="0">
              <a:solidFill>
                <a:schemeClr val="bg1"/>
              </a:solidFill>
              <a:latin typeface="Microsoft JhengHei UI" panose="020B0604030504040204" pitchFamily="34" charset="-120"/>
              <a:ea typeface="微软雅黑" panose="020B0503020204020204" pitchFamily="34" charset="-122"/>
              <a:sym typeface="Microsoft JhengHei UI" panose="020B0604030504040204" pitchFamily="34" charset="-120"/>
            </a:endParaRPr>
          </a:p>
        </p:txBody>
      </p:sp>
      <p:grpSp>
        <p:nvGrpSpPr>
          <p:cNvPr id="7" name="Group 4"/>
          <p:cNvGrpSpPr>
            <a:grpSpLocks/>
          </p:cNvGrpSpPr>
          <p:nvPr/>
        </p:nvGrpSpPr>
        <p:grpSpPr bwMode="auto">
          <a:xfrm>
            <a:off x="528023" y="1968500"/>
            <a:ext cx="11120880" cy="318440"/>
            <a:chOff x="0" y="0"/>
            <a:chExt cx="7344815" cy="213386"/>
          </a:xfrm>
          <a:solidFill>
            <a:schemeClr val="tx1"/>
          </a:solidFill>
        </p:grpSpPr>
        <p:sp>
          <p:nvSpPr>
            <p:cNvPr id="8" name="Rectangle 61"/>
            <p:cNvSpPr>
              <a:spLocks noChangeArrowheads="1"/>
            </p:cNvSpPr>
            <p:nvPr/>
          </p:nvSpPr>
          <p:spPr bwMode="auto">
            <a:xfrm>
              <a:off x="0" y="0"/>
              <a:ext cx="7344815" cy="32031"/>
            </a:xfrm>
            <a:prstGeom prst="rect">
              <a:avLst/>
            </a:prstGeom>
            <a:solidFill>
              <a:srgbClr val="044B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buFont typeface="Arial" pitchFamily="34" charset="0"/>
                <a:buNone/>
                <a:defRPr/>
              </a:pPr>
              <a:endParaRPr lang="zh-CN" altLang="zh-CN" sz="7600">
                <a:solidFill>
                  <a:srgbClr val="000000"/>
                </a:solidFill>
                <a:latin typeface="Microsoft JhengHei UI" panose="020B0604030504040204" pitchFamily="34" charset="-120"/>
                <a:ea typeface="微软雅黑" panose="020B0503020204020204" pitchFamily="34" charset="-122"/>
                <a:sym typeface="Microsoft JhengHei UI" panose="020B0604030504040204" pitchFamily="34" charset="-120"/>
              </a:endParaRPr>
            </a:p>
          </p:txBody>
        </p:sp>
        <p:sp>
          <p:nvSpPr>
            <p:cNvPr id="9" name="Flowchart: Merge 3"/>
            <p:cNvSpPr>
              <a:spLocks noChangeArrowheads="1"/>
            </p:cNvSpPr>
            <p:nvPr/>
          </p:nvSpPr>
          <p:spPr bwMode="auto">
            <a:xfrm>
              <a:off x="199435" y="21985"/>
              <a:ext cx="210541" cy="191401"/>
            </a:xfrm>
            <a:prstGeom prst="flowChartMerge">
              <a:avLst/>
            </a:prstGeom>
            <a:solidFill>
              <a:srgbClr val="044B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buFont typeface="Arial" pitchFamily="34" charset="0"/>
                <a:buNone/>
                <a:defRPr/>
              </a:pPr>
              <a:endParaRPr lang="zh-CN" altLang="zh-CN" sz="7600">
                <a:solidFill>
                  <a:srgbClr val="000000"/>
                </a:solidFill>
                <a:latin typeface="Microsoft JhengHei UI" panose="020B0604030504040204" pitchFamily="34" charset="-120"/>
                <a:ea typeface="微软雅黑" panose="020B0503020204020204" pitchFamily="34" charset="-122"/>
                <a:sym typeface="Microsoft JhengHei UI" panose="020B0604030504040204" pitchFamily="34" charset="-120"/>
              </a:endParaRPr>
            </a:p>
          </p:txBody>
        </p:sp>
        <p:sp>
          <p:nvSpPr>
            <p:cNvPr id="10" name="Flowchart: Merge 64"/>
            <p:cNvSpPr>
              <a:spLocks noChangeArrowheads="1"/>
            </p:cNvSpPr>
            <p:nvPr/>
          </p:nvSpPr>
          <p:spPr bwMode="auto">
            <a:xfrm>
              <a:off x="2809071" y="21985"/>
              <a:ext cx="210541" cy="191401"/>
            </a:xfrm>
            <a:prstGeom prst="flowChartMerge">
              <a:avLst/>
            </a:prstGeom>
            <a:solidFill>
              <a:srgbClr val="044B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buFont typeface="Arial" pitchFamily="34" charset="0"/>
                <a:buNone/>
                <a:defRPr/>
              </a:pPr>
              <a:endParaRPr lang="zh-CN" altLang="zh-CN" sz="7600">
                <a:solidFill>
                  <a:srgbClr val="000000"/>
                </a:solidFill>
                <a:latin typeface="Microsoft JhengHei UI" panose="020B0604030504040204" pitchFamily="34" charset="-120"/>
                <a:ea typeface="微软雅黑" panose="020B0503020204020204" pitchFamily="34" charset="-122"/>
                <a:sym typeface="Microsoft JhengHei UI" panose="020B0604030504040204" pitchFamily="34" charset="-120"/>
              </a:endParaRPr>
            </a:p>
          </p:txBody>
        </p:sp>
        <p:sp>
          <p:nvSpPr>
            <p:cNvPr id="11" name="Flowchart: Merge 65"/>
            <p:cNvSpPr>
              <a:spLocks noChangeArrowheads="1"/>
            </p:cNvSpPr>
            <p:nvPr/>
          </p:nvSpPr>
          <p:spPr bwMode="auto">
            <a:xfrm>
              <a:off x="5274869" y="21985"/>
              <a:ext cx="210541" cy="191401"/>
            </a:xfrm>
            <a:prstGeom prst="flowChartMerge">
              <a:avLst/>
            </a:prstGeom>
            <a:solidFill>
              <a:srgbClr val="044B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buFont typeface="Arial" pitchFamily="34" charset="0"/>
                <a:buNone/>
                <a:defRPr/>
              </a:pPr>
              <a:endParaRPr lang="zh-CN" altLang="zh-CN" sz="7600">
                <a:solidFill>
                  <a:srgbClr val="000000"/>
                </a:solidFill>
                <a:latin typeface="Microsoft JhengHei UI" panose="020B0604030504040204" pitchFamily="34" charset="-120"/>
                <a:ea typeface="微软雅黑" panose="020B0503020204020204" pitchFamily="34" charset="-122"/>
                <a:sym typeface="Microsoft JhengHei UI" panose="020B0604030504040204" pitchFamily="34" charset="-120"/>
              </a:endParaRPr>
            </a:p>
          </p:txBody>
        </p:sp>
      </p:grpSp>
      <p:sp>
        <p:nvSpPr>
          <p:cNvPr id="15" name="Oval 14"/>
          <p:cNvSpPr>
            <a:spLocks noChangeArrowheads="1"/>
          </p:cNvSpPr>
          <p:nvPr/>
        </p:nvSpPr>
        <p:spPr bwMode="auto">
          <a:xfrm>
            <a:off x="4677036" y="2605378"/>
            <a:ext cx="527711" cy="520055"/>
          </a:xfrm>
          <a:prstGeom prst="ellipse">
            <a:avLst/>
          </a:prstGeom>
          <a:gradFill>
            <a:gsLst>
              <a:gs pos="0">
                <a:srgbClr val="044BC9"/>
              </a:gs>
              <a:gs pos="100000">
                <a:srgbClr val="23A2E4"/>
              </a:gs>
            </a:gsLst>
            <a:lin ang="2700000" scaled="0"/>
          </a:gradFill>
          <a:ln>
            <a:noFill/>
          </a:ln>
        </p:spPr>
        <p:txBody>
          <a:bodyPr lIns="0" tIns="0" rIns="0" bIns="0"/>
          <a:lstStyle/>
          <a:p>
            <a:pPr algn="ctr">
              <a:buFont typeface="Arial" pitchFamily="34" charset="0"/>
              <a:buNone/>
            </a:pPr>
            <a:r>
              <a:rPr lang="en-US" altLang="zh-CN" sz="2800" dirty="0">
                <a:solidFill>
                  <a:schemeClr val="bg1"/>
                </a:solidFill>
                <a:latin typeface="Microsoft JhengHei UI" panose="020B0604030504040204" pitchFamily="34" charset="-120"/>
                <a:ea typeface="微软雅黑" panose="020B0503020204020204" pitchFamily="34" charset="-122"/>
                <a:sym typeface="Microsoft JhengHei UI" panose="020B0604030504040204" pitchFamily="34" charset="-120"/>
              </a:rPr>
              <a:t>2</a:t>
            </a:r>
            <a:endParaRPr lang="zh-CN" altLang="zh-CN" sz="2800" dirty="0">
              <a:solidFill>
                <a:schemeClr val="bg1"/>
              </a:solidFill>
              <a:latin typeface="Microsoft JhengHei UI" panose="020B0604030504040204" pitchFamily="34" charset="-120"/>
              <a:ea typeface="微软雅黑" panose="020B0503020204020204" pitchFamily="34" charset="-122"/>
              <a:sym typeface="Microsoft JhengHei UI" panose="020B0604030504040204" pitchFamily="34" charset="-120"/>
            </a:endParaRPr>
          </a:p>
        </p:txBody>
      </p:sp>
      <p:sp>
        <p:nvSpPr>
          <p:cNvPr id="16" name="Oval 14"/>
          <p:cNvSpPr>
            <a:spLocks noChangeArrowheads="1"/>
          </p:cNvSpPr>
          <p:nvPr/>
        </p:nvSpPr>
        <p:spPr bwMode="auto">
          <a:xfrm>
            <a:off x="8443783" y="2605378"/>
            <a:ext cx="527592" cy="520055"/>
          </a:xfrm>
          <a:prstGeom prst="ellipse">
            <a:avLst/>
          </a:prstGeom>
          <a:gradFill>
            <a:gsLst>
              <a:gs pos="0">
                <a:srgbClr val="044BC9"/>
              </a:gs>
              <a:gs pos="100000">
                <a:srgbClr val="23A2E4"/>
              </a:gs>
            </a:gsLst>
            <a:lin ang="2700000" scaled="0"/>
          </a:gradFill>
          <a:ln>
            <a:noFill/>
          </a:ln>
        </p:spPr>
        <p:txBody>
          <a:bodyPr lIns="0" tIns="0" rIns="0" bIns="0"/>
          <a:lstStyle/>
          <a:p>
            <a:pPr algn="ctr">
              <a:buFont typeface="Arial" pitchFamily="34" charset="0"/>
              <a:buNone/>
            </a:pPr>
            <a:r>
              <a:rPr lang="en-US" altLang="zh-CN" sz="2800" dirty="0">
                <a:solidFill>
                  <a:schemeClr val="bg1"/>
                </a:solidFill>
                <a:latin typeface="Microsoft JhengHei UI" panose="020B0604030504040204" pitchFamily="34" charset="-120"/>
                <a:ea typeface="微软雅黑" panose="020B0503020204020204" pitchFamily="34" charset="-122"/>
                <a:sym typeface="Microsoft JhengHei UI" panose="020B0604030504040204" pitchFamily="34" charset="-120"/>
              </a:rPr>
              <a:t>3</a:t>
            </a:r>
            <a:endParaRPr lang="zh-CN" altLang="zh-CN" sz="2800" dirty="0">
              <a:solidFill>
                <a:schemeClr val="bg1"/>
              </a:solidFill>
              <a:latin typeface="Microsoft JhengHei UI" panose="020B0604030504040204" pitchFamily="34" charset="-120"/>
              <a:ea typeface="微软雅黑" panose="020B0503020204020204" pitchFamily="34" charset="-122"/>
              <a:sym typeface="Microsoft JhengHei UI" panose="020B0604030504040204" pitchFamily="34" charset="-120"/>
            </a:endParaRPr>
          </a:p>
        </p:txBody>
      </p:sp>
      <p:sp>
        <p:nvSpPr>
          <p:cNvPr id="22" name="Content Placeholder 2"/>
          <p:cNvSpPr txBox="1">
            <a:spLocks/>
          </p:cNvSpPr>
          <p:nvPr/>
        </p:nvSpPr>
        <p:spPr>
          <a:xfrm>
            <a:off x="1225198" y="2525268"/>
            <a:ext cx="2701315"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a:t>
            </a:r>
          </a:p>
        </p:txBody>
      </p:sp>
      <p:sp>
        <p:nvSpPr>
          <p:cNvPr id="25" name="Content Placeholder 2"/>
          <p:cNvSpPr txBox="1">
            <a:spLocks/>
          </p:cNvSpPr>
          <p:nvPr/>
        </p:nvSpPr>
        <p:spPr>
          <a:xfrm>
            <a:off x="5204747" y="2525268"/>
            <a:ext cx="2701315"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a:t>
            </a:r>
          </a:p>
        </p:txBody>
      </p:sp>
      <p:sp>
        <p:nvSpPr>
          <p:cNvPr id="26" name="Content Placeholder 2"/>
          <p:cNvSpPr txBox="1">
            <a:spLocks/>
          </p:cNvSpPr>
          <p:nvPr/>
        </p:nvSpPr>
        <p:spPr>
          <a:xfrm>
            <a:off x="8971375" y="2525268"/>
            <a:ext cx="2701315"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a:t>
            </a:r>
          </a:p>
        </p:txBody>
      </p:sp>
      <p:sp>
        <p:nvSpPr>
          <p:cNvPr id="27" name="Content Placeholder 2"/>
          <p:cNvSpPr txBox="1">
            <a:spLocks/>
          </p:cNvSpPr>
          <p:nvPr/>
        </p:nvSpPr>
        <p:spPr>
          <a:xfrm>
            <a:off x="721393" y="4403575"/>
            <a:ext cx="10951297"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添加所需文本添加所需文本添加文本添加所需文本添加所需文本添加所需文本添加所需文本添加文本添加所需文本添加所需文本添加所需文本添加所需文本添加文本</a:t>
            </a:r>
          </a:p>
        </p:txBody>
      </p:sp>
    </p:spTree>
    <p:extLst>
      <p:ext uri="{BB962C8B-B14F-4D97-AF65-F5344CB8AC3E}">
        <p14:creationId xmlns:p14="http://schemas.microsoft.com/office/powerpoint/2010/main" val="1310958541"/>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0-#ppt_w/2"/>
                                          </p:val>
                                        </p:tav>
                                        <p:tav tm="100000">
                                          <p:val>
                                            <p:strVal val="#ppt_x"/>
                                          </p:val>
                                        </p:tav>
                                      </p:tavLst>
                                    </p:anim>
                                    <p:anim calcmode="lin" valueType="num">
                                      <p:cBhvr additive="base">
                                        <p:cTn id="12" dur="500" fill="hold"/>
                                        <p:tgtEl>
                                          <p:spTgt spid="25"/>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500" fill="hold"/>
                                        <p:tgtEl>
                                          <p:spTgt spid="27"/>
                                        </p:tgtEl>
                                        <p:attrNameLst>
                                          <p:attrName>ppt_x</p:attrName>
                                        </p:attrNameLst>
                                      </p:cBhvr>
                                      <p:tavLst>
                                        <p:tav tm="0">
                                          <p:val>
                                            <p:strVal val="0-#ppt_w/2"/>
                                          </p:val>
                                        </p:tav>
                                        <p:tav tm="100000">
                                          <p:val>
                                            <p:strVal val="#ppt_x"/>
                                          </p:val>
                                        </p:tav>
                                      </p:tavLst>
                                    </p:anim>
                                    <p:anim calcmode="lin" valueType="num">
                                      <p:cBhvr additive="base">
                                        <p:cTn id="20" dur="500" fill="hold"/>
                                        <p:tgtEl>
                                          <p:spTgt spid="27"/>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0-#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0-#ppt_w/2"/>
                                          </p:val>
                                        </p:tav>
                                        <p:tav tm="100000">
                                          <p:val>
                                            <p:strVal val="#ppt_x"/>
                                          </p:val>
                                        </p:tav>
                                      </p:tavLst>
                                    </p:anim>
                                    <p:anim calcmode="lin" valueType="num">
                                      <p:cBhvr additive="base">
                                        <p:cTn id="28" dur="500" fill="hold"/>
                                        <p:tgtEl>
                                          <p:spTgt spid="7"/>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0-#ppt_w/2"/>
                                          </p:val>
                                        </p:tav>
                                        <p:tav tm="100000">
                                          <p:val>
                                            <p:strVal val="#ppt_x"/>
                                          </p:val>
                                        </p:tav>
                                      </p:tavLst>
                                    </p:anim>
                                    <p:anim calcmode="lin" valueType="num">
                                      <p:cBhvr additive="base">
                                        <p:cTn id="32" dur="500" fill="hold"/>
                                        <p:tgtEl>
                                          <p:spTgt spid="15"/>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500" fill="hold"/>
                                        <p:tgtEl>
                                          <p:spTgt spid="16"/>
                                        </p:tgtEl>
                                        <p:attrNameLst>
                                          <p:attrName>ppt_x</p:attrName>
                                        </p:attrNameLst>
                                      </p:cBhvr>
                                      <p:tavLst>
                                        <p:tav tm="0">
                                          <p:val>
                                            <p:strVal val="0-#ppt_w/2"/>
                                          </p:val>
                                        </p:tav>
                                        <p:tav tm="100000">
                                          <p:val>
                                            <p:strVal val="#ppt_x"/>
                                          </p:val>
                                        </p:tav>
                                      </p:tavLst>
                                    </p:anim>
                                    <p:anim calcmode="lin" valueType="num">
                                      <p:cBhvr additive="base">
                                        <p:cTn id="36"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5" grpId="0" animBg="1"/>
      <p:bldP spid="16" grpId="0" animBg="1"/>
      <p:bldP spid="22" grpId="0"/>
      <p:bldP spid="25" grpId="0"/>
      <p:bldP spid="26" grpId="0"/>
      <p:bldP spid="2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3423744"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改进措施</a:t>
            </a:r>
          </a:p>
        </p:txBody>
      </p:sp>
      <p:pic>
        <p:nvPicPr>
          <p:cNvPr id="6" name="公众号：陈西设计之家。微信搜索即可" descr="图片包含 游戏机, 建筑&#10;&#10;描述已自动生成">
            <a:extLst>
              <a:ext uri="{FF2B5EF4-FFF2-40B4-BE49-F238E27FC236}">
                <a16:creationId xmlns:a16="http://schemas.microsoft.com/office/drawing/2014/main" id="{45C78EF6-5BD5-4A3E-A281-CEB605970895}"/>
              </a:ext>
            </a:extLst>
          </p:cNvPr>
          <p:cNvPicPr>
            <a:picLocks noChangeAspect="1"/>
          </p:cNvPicPr>
          <p:nvPr/>
        </p:nvPicPr>
        <p:blipFill rotWithShape="1">
          <a:blip r:embed="Rab0e8004456d4262" cstate="print">
            <a:extLst>
              <a:ext uri="{28A0092B-C50C-407E-A947-70E740481C1C}">
                <a14:useLocalDpi xmlns:a14="http://schemas.microsoft.com/office/drawing/2010/main" val="0"/>
              </a:ext>
            </a:extLst>
          </a:blip>
          <a:srcRect l="628" t="45309" r="984" b="22583"/>
          <a:stretch/>
        </p:blipFill>
        <p:spPr>
          <a:xfrm>
            <a:off x="1026860" y="1244994"/>
            <a:ext cx="10138280" cy="2206098"/>
          </a:xfrm>
          <a:custGeom>
            <a:avLst/>
            <a:gdLst>
              <a:gd name="connsiteX0" fmla="*/ 0 w 9769682"/>
              <a:gd name="connsiteY0" fmla="*/ 0 h 2599765"/>
              <a:gd name="connsiteX1" fmla="*/ 9769682 w 9769682"/>
              <a:gd name="connsiteY1" fmla="*/ 0 h 2599765"/>
              <a:gd name="connsiteX2" fmla="*/ 9769682 w 9769682"/>
              <a:gd name="connsiteY2" fmla="*/ 2599765 h 2599765"/>
              <a:gd name="connsiteX3" fmla="*/ 0 w 9769682"/>
              <a:gd name="connsiteY3" fmla="*/ 2599765 h 2599765"/>
            </a:gdLst>
            <a:ahLst/>
            <a:cxnLst>
              <a:cxn ang="0">
                <a:pos x="connsiteX0" y="connsiteY0"/>
              </a:cxn>
              <a:cxn ang="0">
                <a:pos x="connsiteX1" y="connsiteY1"/>
              </a:cxn>
              <a:cxn ang="0">
                <a:pos x="connsiteX2" y="connsiteY2"/>
              </a:cxn>
              <a:cxn ang="0">
                <a:pos x="connsiteX3" y="connsiteY3"/>
              </a:cxn>
            </a:cxnLst>
            <a:rect l="l" t="t" r="r" b="b"/>
            <a:pathLst>
              <a:path w="9769682" h="2599765">
                <a:moveTo>
                  <a:pt x="0" y="0"/>
                </a:moveTo>
                <a:lnTo>
                  <a:pt x="9769682" y="0"/>
                </a:lnTo>
                <a:lnTo>
                  <a:pt x="9769682" y="2599765"/>
                </a:lnTo>
                <a:lnTo>
                  <a:pt x="0" y="2599765"/>
                </a:lnTo>
                <a:close/>
              </a:path>
            </a:pathLst>
          </a:custGeom>
        </p:spPr>
      </p:pic>
      <p:sp>
        <p:nvSpPr>
          <p:cNvPr id="7" name="矩形 6">
            <a:extLst>
              <a:ext uri="{FF2B5EF4-FFF2-40B4-BE49-F238E27FC236}">
                <a16:creationId xmlns:a16="http://schemas.microsoft.com/office/drawing/2014/main" id="{C698D03B-4754-470C-8F4B-DCF43C107CA1}"/>
              </a:ext>
            </a:extLst>
          </p:cNvPr>
          <p:cNvSpPr/>
          <p:nvPr/>
        </p:nvSpPr>
        <p:spPr>
          <a:xfrm>
            <a:off x="1232771" y="1477750"/>
            <a:ext cx="9726459" cy="1740586"/>
          </a:xfrm>
          <a:prstGeom prst="rect">
            <a:avLst/>
          </a:prstGeom>
          <a:solidFill>
            <a:srgbClr val="044BC9">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7A53EBC7-6F32-4ABE-AD61-405504A178BC}"/>
              </a:ext>
            </a:extLst>
          </p:cNvPr>
          <p:cNvSpPr/>
          <p:nvPr/>
        </p:nvSpPr>
        <p:spPr>
          <a:xfrm>
            <a:off x="1027017" y="3805096"/>
            <a:ext cx="4889690" cy="2290904"/>
          </a:xfrm>
          <a:prstGeom prst="rect">
            <a:avLst/>
          </a:prstGeom>
          <a:noFill/>
          <a:ln>
            <a:solidFill>
              <a:srgbClr val="232A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A5805378-FF04-4162-9A48-183987072816}"/>
              </a:ext>
            </a:extLst>
          </p:cNvPr>
          <p:cNvGrpSpPr/>
          <p:nvPr/>
        </p:nvGrpSpPr>
        <p:grpSpPr>
          <a:xfrm>
            <a:off x="782310" y="5020704"/>
            <a:ext cx="372720" cy="592302"/>
            <a:chOff x="782310" y="5020704"/>
            <a:chExt cx="372720" cy="592302"/>
          </a:xfrm>
        </p:grpSpPr>
        <p:sp useBgFill="1">
          <p:nvSpPr>
            <p:cNvPr id="10" name="矩形 9">
              <a:extLst>
                <a:ext uri="{FF2B5EF4-FFF2-40B4-BE49-F238E27FC236}">
                  <a16:creationId xmlns:a16="http://schemas.microsoft.com/office/drawing/2014/main" id="{A1C2AA12-22A4-46D0-80E8-C2A301426CD3}"/>
                </a:ext>
              </a:extLst>
            </p:cNvPr>
            <p:cNvSpPr/>
            <p:nvPr/>
          </p:nvSpPr>
          <p:spPr>
            <a:xfrm>
              <a:off x="782310" y="5020704"/>
              <a:ext cx="372720" cy="592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7097500B-F13A-4DBA-90E4-09B237D1C523}"/>
                </a:ext>
              </a:extLst>
            </p:cNvPr>
            <p:cNvCxnSpPr>
              <a:cxnSpLocks/>
            </p:cNvCxnSpPr>
            <p:nvPr/>
          </p:nvCxnSpPr>
          <p:spPr>
            <a:xfrm>
              <a:off x="933680" y="5187597"/>
              <a:ext cx="186360" cy="148642"/>
            </a:xfrm>
            <a:prstGeom prst="line">
              <a:avLst/>
            </a:prstGeom>
            <a:ln w="12700">
              <a:solidFill>
                <a:srgbClr val="232A32"/>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ED6C4758-A779-4809-832D-C8420AE99DF8}"/>
                </a:ext>
              </a:extLst>
            </p:cNvPr>
            <p:cNvCxnSpPr>
              <a:cxnSpLocks/>
            </p:cNvCxnSpPr>
            <p:nvPr/>
          </p:nvCxnSpPr>
          <p:spPr>
            <a:xfrm>
              <a:off x="933680" y="5284882"/>
              <a:ext cx="186360" cy="148642"/>
            </a:xfrm>
            <a:prstGeom prst="line">
              <a:avLst/>
            </a:prstGeom>
            <a:ln w="12700">
              <a:solidFill>
                <a:srgbClr val="232A32"/>
              </a:solidFill>
            </a:ln>
          </p:spPr>
          <p:style>
            <a:lnRef idx="1">
              <a:schemeClr val="accent1"/>
            </a:lnRef>
            <a:fillRef idx="0">
              <a:schemeClr val="accent1"/>
            </a:fillRef>
            <a:effectRef idx="0">
              <a:schemeClr val="accent1"/>
            </a:effectRef>
            <a:fontRef idx="minor">
              <a:schemeClr val="tx1"/>
            </a:fontRef>
          </p:style>
        </p:cxnSp>
      </p:grpSp>
      <p:sp>
        <p:nvSpPr>
          <p:cNvPr id="16" name="矩形 15">
            <a:extLst>
              <a:ext uri="{FF2B5EF4-FFF2-40B4-BE49-F238E27FC236}">
                <a16:creationId xmlns:a16="http://schemas.microsoft.com/office/drawing/2014/main" id="{A20AE9E3-9157-4713-9C69-A9DBF2B92C74}"/>
              </a:ext>
            </a:extLst>
          </p:cNvPr>
          <p:cNvSpPr/>
          <p:nvPr/>
        </p:nvSpPr>
        <p:spPr>
          <a:xfrm>
            <a:off x="6275295" y="3805096"/>
            <a:ext cx="4889690" cy="2290904"/>
          </a:xfrm>
          <a:prstGeom prst="rect">
            <a:avLst/>
          </a:prstGeom>
          <a:noFill/>
          <a:ln>
            <a:solidFill>
              <a:srgbClr val="232A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a:extLst>
              <a:ext uri="{FF2B5EF4-FFF2-40B4-BE49-F238E27FC236}">
                <a16:creationId xmlns:a16="http://schemas.microsoft.com/office/drawing/2014/main" id="{E5E6E3BC-AB6E-477B-94A3-B3C645DF7B01}"/>
              </a:ext>
            </a:extLst>
          </p:cNvPr>
          <p:cNvGrpSpPr/>
          <p:nvPr/>
        </p:nvGrpSpPr>
        <p:grpSpPr>
          <a:xfrm>
            <a:off x="10911128" y="5020704"/>
            <a:ext cx="372720" cy="592302"/>
            <a:chOff x="10911128" y="5020704"/>
            <a:chExt cx="372720" cy="592302"/>
          </a:xfrm>
        </p:grpSpPr>
        <p:sp useBgFill="1">
          <p:nvSpPr>
            <p:cNvPr id="19" name="矩形 18">
              <a:extLst>
                <a:ext uri="{FF2B5EF4-FFF2-40B4-BE49-F238E27FC236}">
                  <a16:creationId xmlns:a16="http://schemas.microsoft.com/office/drawing/2014/main" id="{987C65B0-3038-4093-BF2D-C7934D31C7D4}"/>
                </a:ext>
              </a:extLst>
            </p:cNvPr>
            <p:cNvSpPr/>
            <p:nvPr/>
          </p:nvSpPr>
          <p:spPr>
            <a:xfrm>
              <a:off x="10911128" y="5020704"/>
              <a:ext cx="372720" cy="592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a:extLst>
                <a:ext uri="{FF2B5EF4-FFF2-40B4-BE49-F238E27FC236}">
                  <a16:creationId xmlns:a16="http://schemas.microsoft.com/office/drawing/2014/main" id="{3D3BD22B-9A4E-4F6A-AA1A-9F8D04554FB1}"/>
                </a:ext>
              </a:extLst>
            </p:cNvPr>
            <p:cNvGrpSpPr/>
            <p:nvPr/>
          </p:nvGrpSpPr>
          <p:grpSpPr>
            <a:xfrm flipH="1">
              <a:off x="11062498" y="5187597"/>
              <a:ext cx="186360" cy="245927"/>
              <a:chOff x="11062498" y="5187597"/>
              <a:chExt cx="186360" cy="245927"/>
            </a:xfrm>
          </p:grpSpPr>
          <p:cxnSp>
            <p:nvCxnSpPr>
              <p:cNvPr id="21" name="直接连接符 20">
                <a:extLst>
                  <a:ext uri="{FF2B5EF4-FFF2-40B4-BE49-F238E27FC236}">
                    <a16:creationId xmlns:a16="http://schemas.microsoft.com/office/drawing/2014/main" id="{8716F94F-3C5A-4E52-8116-FF458A9A490E}"/>
                  </a:ext>
                </a:extLst>
              </p:cNvPr>
              <p:cNvCxnSpPr>
                <a:cxnSpLocks/>
              </p:cNvCxnSpPr>
              <p:nvPr/>
            </p:nvCxnSpPr>
            <p:spPr>
              <a:xfrm>
                <a:off x="11062498" y="5187597"/>
                <a:ext cx="186360" cy="148642"/>
              </a:xfrm>
              <a:prstGeom prst="line">
                <a:avLst/>
              </a:prstGeom>
              <a:ln w="12700">
                <a:solidFill>
                  <a:srgbClr val="232A32"/>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01AA7742-A744-475D-805D-73BBC8217A73}"/>
                  </a:ext>
                </a:extLst>
              </p:cNvPr>
              <p:cNvCxnSpPr>
                <a:cxnSpLocks/>
              </p:cNvCxnSpPr>
              <p:nvPr/>
            </p:nvCxnSpPr>
            <p:spPr>
              <a:xfrm>
                <a:off x="11062498" y="5284882"/>
                <a:ext cx="186360" cy="148642"/>
              </a:xfrm>
              <a:prstGeom prst="line">
                <a:avLst/>
              </a:prstGeom>
              <a:ln w="12700">
                <a:solidFill>
                  <a:srgbClr val="232A32"/>
                </a:solidFill>
              </a:ln>
            </p:spPr>
            <p:style>
              <a:lnRef idx="1">
                <a:schemeClr val="accent1"/>
              </a:lnRef>
              <a:fillRef idx="0">
                <a:schemeClr val="accent1"/>
              </a:fillRef>
              <a:effectRef idx="0">
                <a:schemeClr val="accent1"/>
              </a:effectRef>
              <a:fontRef idx="minor">
                <a:schemeClr val="tx1"/>
              </a:fontRef>
            </p:style>
          </p:cxnSp>
        </p:grpSp>
      </p:grpSp>
      <p:sp>
        <p:nvSpPr>
          <p:cNvPr id="31" name="Content Placeholder 2"/>
          <p:cNvSpPr txBox="1">
            <a:spLocks/>
          </p:cNvSpPr>
          <p:nvPr/>
        </p:nvSpPr>
        <p:spPr>
          <a:xfrm>
            <a:off x="1536777" y="4188801"/>
            <a:ext cx="3998182" cy="1523494"/>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ct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添加所需文本添加所需文本添加文本添加所需文本添加所需文本添加所需文本添加所需文本添加所需文本添加所需文本添加所需文本添加文本</a:t>
            </a:r>
          </a:p>
        </p:txBody>
      </p:sp>
      <p:sp>
        <p:nvSpPr>
          <p:cNvPr id="32" name="Content Placeholder 2"/>
          <p:cNvSpPr txBox="1">
            <a:spLocks/>
          </p:cNvSpPr>
          <p:nvPr/>
        </p:nvSpPr>
        <p:spPr>
          <a:xfrm>
            <a:off x="6721049" y="4188801"/>
            <a:ext cx="3998182" cy="1523494"/>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ct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添加所需文本添加所需文本添加文本添加所需文本添加所需文本添加所需文本添加所需文本添加所需文本添加所需文本添加所需文本添加文本</a:t>
            </a:r>
          </a:p>
        </p:txBody>
      </p:sp>
      <p:sp>
        <p:nvSpPr>
          <p:cNvPr id="33" name="Content Placeholder 2"/>
          <p:cNvSpPr txBox="1">
            <a:spLocks/>
          </p:cNvSpPr>
          <p:nvPr/>
        </p:nvSpPr>
        <p:spPr>
          <a:xfrm>
            <a:off x="1788104" y="1741590"/>
            <a:ext cx="8615792"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50000"/>
              </a:lnSpc>
              <a:spcBef>
                <a:spcPts val="0"/>
              </a:spcBef>
              <a:buNone/>
            </a:pPr>
            <a:r>
              <a:rPr lang="zh-CN" altLang="en-US" sz="2000" b="1" dirty="0">
                <a:solidFill>
                  <a:schemeClr val="bg1"/>
                </a:solidFill>
                <a:latin typeface="思源黑体 Light" panose="020B0300000000000000" pitchFamily="34" charset="-122"/>
                <a:ea typeface="思源黑体 Light" panose="020B0300000000000000" pitchFamily="34" charset="-122"/>
              </a:rPr>
              <a:t>请添加标题</a:t>
            </a:r>
            <a:endParaRPr lang="en-US" altLang="zh-CN" sz="2000" b="1" dirty="0">
              <a:solidFill>
                <a:schemeClr val="bg1"/>
              </a:solidFill>
              <a:latin typeface="思源黑体 Light" panose="020B0300000000000000" pitchFamily="34" charset="-122"/>
              <a:ea typeface="思源黑体 Light" panose="020B0300000000000000" pitchFamily="34" charset="-122"/>
            </a:endParaRPr>
          </a:p>
          <a:p>
            <a:pPr marL="0" indent="0" algn="ctr">
              <a:lnSpc>
                <a:spcPct val="150000"/>
              </a:lnSpc>
              <a:spcBef>
                <a:spcPts val="0"/>
              </a:spcBef>
              <a:buNone/>
            </a:pPr>
            <a:r>
              <a:rPr lang="zh-CN" altLang="en-US" dirty="0">
                <a:solidFill>
                  <a:schemeClr val="bg1"/>
                </a:solidFill>
                <a:latin typeface="思源黑体 Light" panose="020B0300000000000000" pitchFamily="34" charset="-122"/>
                <a:ea typeface="思源黑体 Light" panose="020B0300000000000000" pitchFamily="34" charset="-122"/>
              </a:rPr>
              <a:t>添加所需文本添加所需文本添加文本添加所需文本添加所需文本添加所需文本添加所需文本添加所需文本添加所需文本添加所需文本添加文本添加所需文本添加所需文本添加文本添加所需文本添加所需文本</a:t>
            </a:r>
          </a:p>
        </p:txBody>
      </p:sp>
    </p:spTree>
    <p:extLst>
      <p:ext uri="{BB962C8B-B14F-4D97-AF65-F5344CB8AC3E}">
        <p14:creationId xmlns:p14="http://schemas.microsoft.com/office/powerpoint/2010/main" val="1979059845"/>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additive="base">
                                        <p:cTn id="11" dur="500" fill="hold"/>
                                        <p:tgtEl>
                                          <p:spTgt spid="32"/>
                                        </p:tgtEl>
                                        <p:attrNameLst>
                                          <p:attrName>ppt_x</p:attrName>
                                        </p:attrNameLst>
                                      </p:cBhvr>
                                      <p:tavLst>
                                        <p:tav tm="0">
                                          <p:val>
                                            <p:strVal val="#ppt_x"/>
                                          </p:val>
                                        </p:tav>
                                        <p:tav tm="100000">
                                          <p:val>
                                            <p:strVal val="#ppt_x"/>
                                          </p:val>
                                        </p:tav>
                                      </p:tavLst>
                                    </p:anim>
                                    <p:anim calcmode="lin" valueType="num">
                                      <p:cBhvr additive="base">
                                        <p:cTn id="12" dur="500" fill="hold"/>
                                        <p:tgtEl>
                                          <p:spTgt spid="3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ppt_x"/>
                                          </p:val>
                                        </p:tav>
                                        <p:tav tm="100000">
                                          <p:val>
                                            <p:strVal val="#ppt_x"/>
                                          </p:val>
                                        </p:tav>
                                      </p:tavLst>
                                    </p:anim>
                                    <p:anim calcmode="lin" valueType="num">
                                      <p:cBhvr additive="base">
                                        <p:cTn id="16" dur="500" fill="hold"/>
                                        <p:tgtEl>
                                          <p:spTgt spid="33"/>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500" fill="hold"/>
                                        <p:tgtEl>
                                          <p:spTgt spid="16"/>
                                        </p:tgtEl>
                                        <p:attrNameLst>
                                          <p:attrName>ppt_x</p:attrName>
                                        </p:attrNameLst>
                                      </p:cBhvr>
                                      <p:tavLst>
                                        <p:tav tm="0">
                                          <p:val>
                                            <p:strVal val="#ppt_x"/>
                                          </p:val>
                                        </p:tav>
                                        <p:tav tm="100000">
                                          <p:val>
                                            <p:strVal val="#ppt_x"/>
                                          </p:val>
                                        </p:tav>
                                      </p:tavLst>
                                    </p:anim>
                                    <p:anim calcmode="lin" valueType="num">
                                      <p:cBhvr additive="base">
                                        <p:cTn id="36" dur="500" fill="hold"/>
                                        <p:tgtEl>
                                          <p:spTgt spid="16"/>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500" fill="hold"/>
                                        <p:tgtEl>
                                          <p:spTgt spid="18"/>
                                        </p:tgtEl>
                                        <p:attrNameLst>
                                          <p:attrName>ppt_x</p:attrName>
                                        </p:attrNameLst>
                                      </p:cBhvr>
                                      <p:tavLst>
                                        <p:tav tm="0">
                                          <p:val>
                                            <p:strVal val="#ppt_x"/>
                                          </p:val>
                                        </p:tav>
                                        <p:tav tm="100000">
                                          <p:val>
                                            <p:strVal val="#ppt_x"/>
                                          </p:val>
                                        </p:tav>
                                      </p:tavLst>
                                    </p:anim>
                                    <p:anim calcmode="lin" valueType="num">
                                      <p:cBhvr additive="base">
                                        <p:cTn id="4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6" grpId="0" animBg="1"/>
      <p:bldP spid="31" grpId="0"/>
      <p:bldP spid="32" grpId="0"/>
      <p:bldP spid="3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A07F046-C67C-4029-A9C7-475312ACB55C}"/>
              </a:ext>
            </a:extLst>
          </p:cNvPr>
          <p:cNvGrpSpPr/>
          <p:nvPr/>
        </p:nvGrpSpPr>
        <p:grpSpPr>
          <a:xfrm>
            <a:off x="37346" y="460375"/>
            <a:ext cx="404558" cy="312858"/>
            <a:chOff x="1467073" y="4995308"/>
            <a:chExt cx="216018" cy="167054"/>
          </a:xfrm>
        </p:grpSpPr>
        <p:sp>
          <p:nvSpPr>
            <p:cNvPr id="13" name="等腰三角形 1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14" name="等腰三角形 1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
        <p:nvSpPr>
          <p:cNvPr id="17" name="文本框 16"/>
          <p:cNvSpPr txBox="1"/>
          <p:nvPr/>
        </p:nvSpPr>
        <p:spPr>
          <a:xfrm>
            <a:off x="576756" y="355193"/>
            <a:ext cx="3423744" cy="523220"/>
          </a:xfrm>
          <a:prstGeom prst="rect">
            <a:avLst/>
          </a:prstGeom>
          <a:noFill/>
        </p:spPr>
        <p:txBody>
          <a:bodyPr vert="horz" wrap="square" rtlCol="0">
            <a:spAutoFit/>
          </a:bodyPr>
          <a:lstStyle>
            <a:defPPr>
              <a:defRPr lang="zh-CN"/>
            </a:defPPr>
            <a:lvl1pPr>
              <a:defRPr sz="2800" b="1">
                <a:solidFill>
                  <a:srgbClr val="13324A"/>
                </a:solidFill>
                <a:latin typeface="Aa黑体 (非商业使用)" panose="02010600010101010101" pitchFamily="2" charset="-122"/>
                <a:ea typeface="Aa黑体 (非商业使用)" panose="02010600010101010101" pitchFamily="2" charset="-122"/>
              </a:defRPr>
            </a:lvl1pPr>
          </a:lstStyle>
          <a:p>
            <a:r>
              <a:rPr lang="zh-CN" altLang="en-US" dirty="0">
                <a:solidFill>
                  <a:srgbClr val="044BC9"/>
                </a:solidFill>
              </a:rPr>
              <a:t>改进措施</a:t>
            </a:r>
          </a:p>
        </p:txBody>
      </p:sp>
      <p:cxnSp>
        <p:nvCxnSpPr>
          <p:cNvPr id="6" name="直接连接符 5"/>
          <p:cNvCxnSpPr/>
          <p:nvPr/>
        </p:nvCxnSpPr>
        <p:spPr>
          <a:xfrm flipV="1">
            <a:off x="3319917" y="2522510"/>
            <a:ext cx="1025312" cy="697566"/>
          </a:xfrm>
          <a:prstGeom prst="line">
            <a:avLst/>
          </a:prstGeom>
          <a:ln w="12700">
            <a:solidFill>
              <a:srgbClr val="1B2F47"/>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5252818" y="3466386"/>
            <a:ext cx="1592655" cy="1083555"/>
          </a:xfrm>
          <a:prstGeom prst="line">
            <a:avLst/>
          </a:prstGeom>
          <a:ln w="12700">
            <a:solidFill>
              <a:srgbClr val="1B2F47"/>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3266903" y="3815169"/>
            <a:ext cx="1176252" cy="782590"/>
          </a:xfrm>
          <a:prstGeom prst="line">
            <a:avLst/>
          </a:prstGeom>
          <a:ln w="12700">
            <a:solidFill>
              <a:srgbClr val="1B2F47"/>
            </a:solidFill>
            <a:prstDash val="sys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7542667" y="3527996"/>
            <a:ext cx="494874" cy="474670"/>
          </a:xfrm>
          <a:prstGeom prst="line">
            <a:avLst/>
          </a:prstGeom>
          <a:ln w="12700">
            <a:solidFill>
              <a:srgbClr val="1B2F47"/>
            </a:solidFill>
            <a:prstDash val="sysDash"/>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2467533" y="1852999"/>
            <a:ext cx="6400802" cy="3441509"/>
            <a:chOff x="2438400" y="1609725"/>
            <a:chExt cx="7543800" cy="4056063"/>
          </a:xfrm>
        </p:grpSpPr>
        <p:grpSp>
          <p:nvGrpSpPr>
            <p:cNvPr id="11" name="组合 10"/>
            <p:cNvGrpSpPr/>
            <p:nvPr/>
          </p:nvGrpSpPr>
          <p:grpSpPr>
            <a:xfrm>
              <a:off x="4514850" y="1609725"/>
              <a:ext cx="1162050" cy="1162050"/>
              <a:chOff x="2838450" y="1838325"/>
              <a:chExt cx="1295400" cy="1295400"/>
            </a:xfrm>
          </p:grpSpPr>
          <p:sp>
            <p:nvSpPr>
              <p:cNvPr id="28" name="椭圆 27"/>
              <p:cNvSpPr/>
              <p:nvPr/>
            </p:nvSpPr>
            <p:spPr>
              <a:xfrm>
                <a:off x="2838450" y="1838325"/>
                <a:ext cx="1295400" cy="1295400"/>
              </a:xfrm>
              <a:prstGeom prst="ellipse">
                <a:avLst/>
              </a:prstGeom>
              <a:solidFill>
                <a:srgbClr val="044BC9"/>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bg1"/>
                  </a:solidFill>
                  <a:latin typeface="+mn-ea"/>
                  <a:cs typeface="+mn-ea"/>
                </a:endParaRPr>
              </a:p>
            </p:txBody>
          </p:sp>
          <p:sp>
            <p:nvSpPr>
              <p:cNvPr id="29" name="椭圆 2"/>
              <p:cNvSpPr/>
              <p:nvPr/>
            </p:nvSpPr>
            <p:spPr>
              <a:xfrm>
                <a:off x="3210976" y="2162175"/>
                <a:ext cx="550348" cy="647700"/>
              </a:xfrm>
              <a:custGeom>
                <a:avLst/>
                <a:gdLst>
                  <a:gd name="connsiteX0" fmla="*/ 119379 w 281919"/>
                  <a:gd name="connsiteY0" fmla="*/ 73025 h 331788"/>
                  <a:gd name="connsiteX1" fmla="*/ 144779 w 281919"/>
                  <a:gd name="connsiteY1" fmla="*/ 98425 h 331788"/>
                  <a:gd name="connsiteX2" fmla="*/ 119379 w 281919"/>
                  <a:gd name="connsiteY2" fmla="*/ 123825 h 331788"/>
                  <a:gd name="connsiteX3" fmla="*/ 93979 w 281919"/>
                  <a:gd name="connsiteY3" fmla="*/ 98425 h 331788"/>
                  <a:gd name="connsiteX4" fmla="*/ 119379 w 281919"/>
                  <a:gd name="connsiteY4" fmla="*/ 73025 h 331788"/>
                  <a:gd name="connsiteX5" fmla="*/ 114848 w 281919"/>
                  <a:gd name="connsiteY5" fmla="*/ 31750 h 331788"/>
                  <a:gd name="connsiteX6" fmla="*/ 109669 w 281919"/>
                  <a:gd name="connsiteY6" fmla="*/ 35634 h 331788"/>
                  <a:gd name="connsiteX7" fmla="*/ 103196 w 281919"/>
                  <a:gd name="connsiteY7" fmla="*/ 48581 h 331788"/>
                  <a:gd name="connsiteX8" fmla="*/ 100607 w 281919"/>
                  <a:gd name="connsiteY8" fmla="*/ 52465 h 331788"/>
                  <a:gd name="connsiteX9" fmla="*/ 95428 w 281919"/>
                  <a:gd name="connsiteY9" fmla="*/ 52465 h 331788"/>
                  <a:gd name="connsiteX10" fmla="*/ 82481 w 281919"/>
                  <a:gd name="connsiteY10" fmla="*/ 47286 h 331788"/>
                  <a:gd name="connsiteX11" fmla="*/ 76008 w 281919"/>
                  <a:gd name="connsiteY11" fmla="*/ 48581 h 331788"/>
                  <a:gd name="connsiteX12" fmla="*/ 69535 w 281919"/>
                  <a:gd name="connsiteY12" fmla="*/ 55054 h 331788"/>
                  <a:gd name="connsiteX13" fmla="*/ 68240 w 281919"/>
                  <a:gd name="connsiteY13" fmla="*/ 60233 h 331788"/>
                  <a:gd name="connsiteX14" fmla="*/ 73419 w 281919"/>
                  <a:gd name="connsiteY14" fmla="*/ 74474 h 331788"/>
                  <a:gd name="connsiteX15" fmla="*/ 73419 w 281919"/>
                  <a:gd name="connsiteY15" fmla="*/ 78358 h 331788"/>
                  <a:gd name="connsiteX16" fmla="*/ 73419 w 281919"/>
                  <a:gd name="connsiteY16" fmla="*/ 79652 h 331788"/>
                  <a:gd name="connsiteX17" fmla="*/ 70829 w 281919"/>
                  <a:gd name="connsiteY17" fmla="*/ 82242 h 331788"/>
                  <a:gd name="connsiteX18" fmla="*/ 56588 w 281919"/>
                  <a:gd name="connsiteY18" fmla="*/ 88715 h 331788"/>
                  <a:gd name="connsiteX19" fmla="*/ 52704 w 281919"/>
                  <a:gd name="connsiteY19" fmla="*/ 93894 h 331788"/>
                  <a:gd name="connsiteX20" fmla="*/ 52704 w 281919"/>
                  <a:gd name="connsiteY20" fmla="*/ 102956 h 331788"/>
                  <a:gd name="connsiteX21" fmla="*/ 56588 w 281919"/>
                  <a:gd name="connsiteY21" fmla="*/ 108135 h 331788"/>
                  <a:gd name="connsiteX22" fmla="*/ 70829 w 281919"/>
                  <a:gd name="connsiteY22" fmla="*/ 113314 h 331788"/>
                  <a:gd name="connsiteX23" fmla="*/ 73419 w 281919"/>
                  <a:gd name="connsiteY23" fmla="*/ 117198 h 331788"/>
                  <a:gd name="connsiteX24" fmla="*/ 73419 w 281919"/>
                  <a:gd name="connsiteY24" fmla="*/ 122376 h 331788"/>
                  <a:gd name="connsiteX25" fmla="*/ 68240 w 281919"/>
                  <a:gd name="connsiteY25" fmla="*/ 135323 h 331788"/>
                  <a:gd name="connsiteX26" fmla="*/ 69535 w 281919"/>
                  <a:gd name="connsiteY26" fmla="*/ 141796 h 331788"/>
                  <a:gd name="connsiteX27" fmla="*/ 76008 w 281919"/>
                  <a:gd name="connsiteY27" fmla="*/ 148269 h 331788"/>
                  <a:gd name="connsiteX28" fmla="*/ 82481 w 281919"/>
                  <a:gd name="connsiteY28" fmla="*/ 149564 h 331788"/>
                  <a:gd name="connsiteX29" fmla="*/ 95428 w 281919"/>
                  <a:gd name="connsiteY29" fmla="*/ 144386 h 331788"/>
                  <a:gd name="connsiteX30" fmla="*/ 100607 w 281919"/>
                  <a:gd name="connsiteY30" fmla="*/ 144386 h 331788"/>
                  <a:gd name="connsiteX31" fmla="*/ 104491 w 281919"/>
                  <a:gd name="connsiteY31" fmla="*/ 146975 h 331788"/>
                  <a:gd name="connsiteX32" fmla="*/ 109669 w 281919"/>
                  <a:gd name="connsiteY32" fmla="*/ 161216 h 331788"/>
                  <a:gd name="connsiteX33" fmla="*/ 114848 w 281919"/>
                  <a:gd name="connsiteY33" fmla="*/ 165100 h 331788"/>
                  <a:gd name="connsiteX34" fmla="*/ 123911 w 281919"/>
                  <a:gd name="connsiteY34" fmla="*/ 165100 h 331788"/>
                  <a:gd name="connsiteX35" fmla="*/ 129089 w 281919"/>
                  <a:gd name="connsiteY35" fmla="*/ 161216 h 331788"/>
                  <a:gd name="connsiteX36" fmla="*/ 135562 w 281919"/>
                  <a:gd name="connsiteY36" fmla="*/ 146975 h 331788"/>
                  <a:gd name="connsiteX37" fmla="*/ 138152 w 281919"/>
                  <a:gd name="connsiteY37" fmla="*/ 144386 h 331788"/>
                  <a:gd name="connsiteX38" fmla="*/ 143330 w 281919"/>
                  <a:gd name="connsiteY38" fmla="*/ 144386 h 331788"/>
                  <a:gd name="connsiteX39" fmla="*/ 157572 w 281919"/>
                  <a:gd name="connsiteY39" fmla="*/ 149564 h 331788"/>
                  <a:gd name="connsiteX40" fmla="*/ 162750 w 281919"/>
                  <a:gd name="connsiteY40" fmla="*/ 148269 h 331788"/>
                  <a:gd name="connsiteX41" fmla="*/ 169224 w 281919"/>
                  <a:gd name="connsiteY41" fmla="*/ 141796 h 331788"/>
                  <a:gd name="connsiteX42" fmla="*/ 170518 w 281919"/>
                  <a:gd name="connsiteY42" fmla="*/ 135323 h 331788"/>
                  <a:gd name="connsiteX43" fmla="*/ 165340 w 281919"/>
                  <a:gd name="connsiteY43" fmla="*/ 121082 h 331788"/>
                  <a:gd name="connsiteX44" fmla="*/ 165340 w 281919"/>
                  <a:gd name="connsiteY44" fmla="*/ 117198 h 331788"/>
                  <a:gd name="connsiteX45" fmla="*/ 167929 w 281919"/>
                  <a:gd name="connsiteY45" fmla="*/ 113314 h 331788"/>
                  <a:gd name="connsiteX46" fmla="*/ 182170 w 281919"/>
                  <a:gd name="connsiteY46" fmla="*/ 108135 h 331788"/>
                  <a:gd name="connsiteX47" fmla="*/ 186054 w 281919"/>
                  <a:gd name="connsiteY47" fmla="*/ 102956 h 331788"/>
                  <a:gd name="connsiteX48" fmla="*/ 186054 w 281919"/>
                  <a:gd name="connsiteY48" fmla="*/ 93894 h 331788"/>
                  <a:gd name="connsiteX49" fmla="*/ 182170 w 281919"/>
                  <a:gd name="connsiteY49" fmla="*/ 88715 h 331788"/>
                  <a:gd name="connsiteX50" fmla="*/ 167929 w 281919"/>
                  <a:gd name="connsiteY50" fmla="*/ 82242 h 331788"/>
                  <a:gd name="connsiteX51" fmla="*/ 165340 w 281919"/>
                  <a:gd name="connsiteY51" fmla="*/ 79652 h 331788"/>
                  <a:gd name="connsiteX52" fmla="*/ 165340 w 281919"/>
                  <a:gd name="connsiteY52" fmla="*/ 74474 h 331788"/>
                  <a:gd name="connsiteX53" fmla="*/ 170518 w 281919"/>
                  <a:gd name="connsiteY53" fmla="*/ 60233 h 331788"/>
                  <a:gd name="connsiteX54" fmla="*/ 169224 w 281919"/>
                  <a:gd name="connsiteY54" fmla="*/ 53759 h 331788"/>
                  <a:gd name="connsiteX55" fmla="*/ 162750 w 281919"/>
                  <a:gd name="connsiteY55" fmla="*/ 48581 h 331788"/>
                  <a:gd name="connsiteX56" fmla="*/ 156277 w 281919"/>
                  <a:gd name="connsiteY56" fmla="*/ 47286 h 331788"/>
                  <a:gd name="connsiteX57" fmla="*/ 143330 w 281919"/>
                  <a:gd name="connsiteY57" fmla="*/ 52465 h 331788"/>
                  <a:gd name="connsiteX58" fmla="*/ 138152 w 281919"/>
                  <a:gd name="connsiteY58" fmla="*/ 52465 h 331788"/>
                  <a:gd name="connsiteX59" fmla="*/ 135562 w 281919"/>
                  <a:gd name="connsiteY59" fmla="*/ 49875 h 331788"/>
                  <a:gd name="connsiteX60" fmla="*/ 129089 w 281919"/>
                  <a:gd name="connsiteY60" fmla="*/ 35634 h 331788"/>
                  <a:gd name="connsiteX61" fmla="*/ 123911 w 281919"/>
                  <a:gd name="connsiteY61" fmla="*/ 31750 h 331788"/>
                  <a:gd name="connsiteX62" fmla="*/ 114848 w 281919"/>
                  <a:gd name="connsiteY62" fmla="*/ 31750 h 331788"/>
                  <a:gd name="connsiteX63" fmla="*/ 124149 w 281919"/>
                  <a:gd name="connsiteY63" fmla="*/ 0 h 331788"/>
                  <a:gd name="connsiteX64" fmla="*/ 249569 w 281919"/>
                  <a:gd name="connsiteY64" fmla="*/ 125717 h 331788"/>
                  <a:gd name="connsiteX65" fmla="*/ 257327 w 281919"/>
                  <a:gd name="connsiteY65" fmla="*/ 156822 h 331788"/>
                  <a:gd name="connsiteX66" fmla="*/ 280600 w 281919"/>
                  <a:gd name="connsiteY66" fmla="*/ 200887 h 331788"/>
                  <a:gd name="connsiteX67" fmla="*/ 271549 w 281919"/>
                  <a:gd name="connsiteY67" fmla="*/ 217736 h 331788"/>
                  <a:gd name="connsiteX68" fmla="*/ 249569 w 281919"/>
                  <a:gd name="connsiteY68" fmla="*/ 217736 h 331788"/>
                  <a:gd name="connsiteX69" fmla="*/ 249569 w 281919"/>
                  <a:gd name="connsiteY69" fmla="*/ 263098 h 331788"/>
                  <a:gd name="connsiteX70" fmla="*/ 223709 w 281919"/>
                  <a:gd name="connsiteY70" fmla="*/ 290315 h 331788"/>
                  <a:gd name="connsiteX71" fmla="*/ 187505 w 281919"/>
                  <a:gd name="connsiteY71" fmla="*/ 290315 h 331788"/>
                  <a:gd name="connsiteX72" fmla="*/ 187505 w 281919"/>
                  <a:gd name="connsiteY72" fmla="*/ 322716 h 331788"/>
                  <a:gd name="connsiteX73" fmla="*/ 178454 w 281919"/>
                  <a:gd name="connsiteY73" fmla="*/ 331788 h 331788"/>
                  <a:gd name="connsiteX74" fmla="*/ 49155 w 281919"/>
                  <a:gd name="connsiteY74" fmla="*/ 331788 h 331788"/>
                  <a:gd name="connsiteX75" fmla="*/ 38811 w 281919"/>
                  <a:gd name="connsiteY75" fmla="*/ 322716 h 331788"/>
                  <a:gd name="connsiteX76" fmla="*/ 38811 w 281919"/>
                  <a:gd name="connsiteY76" fmla="*/ 289019 h 331788"/>
                  <a:gd name="connsiteX77" fmla="*/ 12952 w 281919"/>
                  <a:gd name="connsiteY77" fmla="*/ 182743 h 331788"/>
                  <a:gd name="connsiteX78" fmla="*/ 22 w 281919"/>
                  <a:gd name="connsiteY78" fmla="*/ 127013 h 331788"/>
                  <a:gd name="connsiteX79" fmla="*/ 124149 w 281919"/>
                  <a:gd name="connsiteY79"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81919" h="331788">
                    <a:moveTo>
                      <a:pt x="119379" y="73025"/>
                    </a:moveTo>
                    <a:cubicBezTo>
                      <a:pt x="133407" y="73025"/>
                      <a:pt x="144779" y="84397"/>
                      <a:pt x="144779" y="98425"/>
                    </a:cubicBezTo>
                    <a:cubicBezTo>
                      <a:pt x="144779" y="112453"/>
                      <a:pt x="133407" y="123825"/>
                      <a:pt x="119379" y="123825"/>
                    </a:cubicBezTo>
                    <a:cubicBezTo>
                      <a:pt x="105351" y="123825"/>
                      <a:pt x="93979" y="112453"/>
                      <a:pt x="93979" y="98425"/>
                    </a:cubicBezTo>
                    <a:cubicBezTo>
                      <a:pt x="93979" y="84397"/>
                      <a:pt x="105351" y="73025"/>
                      <a:pt x="119379" y="73025"/>
                    </a:cubicBezTo>
                    <a:close/>
                    <a:moveTo>
                      <a:pt x="114848" y="31750"/>
                    </a:moveTo>
                    <a:cubicBezTo>
                      <a:pt x="112259" y="31750"/>
                      <a:pt x="110964" y="33045"/>
                      <a:pt x="109669" y="35634"/>
                    </a:cubicBezTo>
                    <a:cubicBezTo>
                      <a:pt x="109669" y="35634"/>
                      <a:pt x="109669" y="35634"/>
                      <a:pt x="103196" y="48581"/>
                    </a:cubicBezTo>
                    <a:cubicBezTo>
                      <a:pt x="103196" y="51170"/>
                      <a:pt x="101901" y="51170"/>
                      <a:pt x="100607" y="52465"/>
                    </a:cubicBezTo>
                    <a:cubicBezTo>
                      <a:pt x="99312" y="52465"/>
                      <a:pt x="96723" y="52465"/>
                      <a:pt x="95428" y="52465"/>
                    </a:cubicBezTo>
                    <a:cubicBezTo>
                      <a:pt x="95428" y="52465"/>
                      <a:pt x="95428" y="52465"/>
                      <a:pt x="82481" y="47286"/>
                    </a:cubicBezTo>
                    <a:cubicBezTo>
                      <a:pt x="79892" y="45991"/>
                      <a:pt x="77303" y="45991"/>
                      <a:pt x="76008" y="48581"/>
                    </a:cubicBezTo>
                    <a:cubicBezTo>
                      <a:pt x="76008" y="48581"/>
                      <a:pt x="76008" y="48581"/>
                      <a:pt x="69535" y="55054"/>
                    </a:cubicBezTo>
                    <a:cubicBezTo>
                      <a:pt x="68240" y="56349"/>
                      <a:pt x="66946" y="58938"/>
                      <a:pt x="68240" y="60233"/>
                    </a:cubicBezTo>
                    <a:cubicBezTo>
                      <a:pt x="68240" y="60233"/>
                      <a:pt x="68240" y="60233"/>
                      <a:pt x="73419" y="74474"/>
                    </a:cubicBezTo>
                    <a:cubicBezTo>
                      <a:pt x="74713" y="75769"/>
                      <a:pt x="74713" y="77063"/>
                      <a:pt x="73419" y="78358"/>
                    </a:cubicBezTo>
                    <a:cubicBezTo>
                      <a:pt x="73419" y="79652"/>
                      <a:pt x="73419" y="79652"/>
                      <a:pt x="73419" y="79652"/>
                    </a:cubicBezTo>
                    <a:cubicBezTo>
                      <a:pt x="73419" y="80947"/>
                      <a:pt x="72124" y="82242"/>
                      <a:pt x="70829" y="82242"/>
                    </a:cubicBezTo>
                    <a:cubicBezTo>
                      <a:pt x="70829" y="82242"/>
                      <a:pt x="70829" y="82242"/>
                      <a:pt x="56588" y="88715"/>
                    </a:cubicBezTo>
                    <a:cubicBezTo>
                      <a:pt x="53999" y="90010"/>
                      <a:pt x="52704" y="91304"/>
                      <a:pt x="52704" y="93894"/>
                    </a:cubicBezTo>
                    <a:cubicBezTo>
                      <a:pt x="52704" y="93894"/>
                      <a:pt x="52704" y="93894"/>
                      <a:pt x="52704" y="102956"/>
                    </a:cubicBezTo>
                    <a:cubicBezTo>
                      <a:pt x="52704" y="105546"/>
                      <a:pt x="53999" y="106840"/>
                      <a:pt x="56588" y="108135"/>
                    </a:cubicBezTo>
                    <a:cubicBezTo>
                      <a:pt x="56588" y="108135"/>
                      <a:pt x="56588" y="108135"/>
                      <a:pt x="70829" y="113314"/>
                    </a:cubicBezTo>
                    <a:cubicBezTo>
                      <a:pt x="72124" y="114608"/>
                      <a:pt x="73419" y="115903"/>
                      <a:pt x="73419" y="117198"/>
                    </a:cubicBezTo>
                    <a:cubicBezTo>
                      <a:pt x="74713" y="118492"/>
                      <a:pt x="74713" y="121082"/>
                      <a:pt x="73419" y="122376"/>
                    </a:cubicBezTo>
                    <a:cubicBezTo>
                      <a:pt x="73419" y="122376"/>
                      <a:pt x="73419" y="122376"/>
                      <a:pt x="68240" y="135323"/>
                    </a:cubicBezTo>
                    <a:cubicBezTo>
                      <a:pt x="66946" y="137912"/>
                      <a:pt x="68240" y="140502"/>
                      <a:pt x="69535" y="141796"/>
                    </a:cubicBezTo>
                    <a:cubicBezTo>
                      <a:pt x="69535" y="141796"/>
                      <a:pt x="69535" y="141796"/>
                      <a:pt x="76008" y="148269"/>
                    </a:cubicBezTo>
                    <a:cubicBezTo>
                      <a:pt x="77303" y="149564"/>
                      <a:pt x="79892" y="150859"/>
                      <a:pt x="82481" y="149564"/>
                    </a:cubicBezTo>
                    <a:cubicBezTo>
                      <a:pt x="82481" y="149564"/>
                      <a:pt x="82481" y="149564"/>
                      <a:pt x="95428" y="144386"/>
                    </a:cubicBezTo>
                    <a:cubicBezTo>
                      <a:pt x="96723" y="143091"/>
                      <a:pt x="99312" y="143091"/>
                      <a:pt x="100607" y="144386"/>
                    </a:cubicBezTo>
                    <a:cubicBezTo>
                      <a:pt x="101901" y="144386"/>
                      <a:pt x="103196" y="145680"/>
                      <a:pt x="104491" y="146975"/>
                    </a:cubicBezTo>
                    <a:cubicBezTo>
                      <a:pt x="104491" y="146975"/>
                      <a:pt x="104491" y="146975"/>
                      <a:pt x="109669" y="161216"/>
                    </a:cubicBezTo>
                    <a:cubicBezTo>
                      <a:pt x="110964" y="163805"/>
                      <a:pt x="112259" y="165100"/>
                      <a:pt x="114848" y="165100"/>
                    </a:cubicBezTo>
                    <a:cubicBezTo>
                      <a:pt x="114848" y="165100"/>
                      <a:pt x="114848" y="165100"/>
                      <a:pt x="123911" y="165100"/>
                    </a:cubicBezTo>
                    <a:cubicBezTo>
                      <a:pt x="126500" y="165100"/>
                      <a:pt x="129089" y="163805"/>
                      <a:pt x="129089" y="161216"/>
                    </a:cubicBezTo>
                    <a:cubicBezTo>
                      <a:pt x="129089" y="161216"/>
                      <a:pt x="129089" y="161216"/>
                      <a:pt x="135562" y="146975"/>
                    </a:cubicBezTo>
                    <a:cubicBezTo>
                      <a:pt x="135562" y="145680"/>
                      <a:pt x="136857" y="144386"/>
                      <a:pt x="138152" y="144386"/>
                    </a:cubicBezTo>
                    <a:cubicBezTo>
                      <a:pt x="139446" y="143091"/>
                      <a:pt x="142036" y="143091"/>
                      <a:pt x="143330" y="144386"/>
                    </a:cubicBezTo>
                    <a:cubicBezTo>
                      <a:pt x="143330" y="144386"/>
                      <a:pt x="143330" y="144386"/>
                      <a:pt x="157572" y="149564"/>
                    </a:cubicBezTo>
                    <a:cubicBezTo>
                      <a:pt x="158866" y="150859"/>
                      <a:pt x="161456" y="149564"/>
                      <a:pt x="162750" y="148269"/>
                    </a:cubicBezTo>
                    <a:cubicBezTo>
                      <a:pt x="162750" y="148269"/>
                      <a:pt x="162750" y="148269"/>
                      <a:pt x="169224" y="141796"/>
                    </a:cubicBezTo>
                    <a:cubicBezTo>
                      <a:pt x="171813" y="140502"/>
                      <a:pt x="171813" y="137912"/>
                      <a:pt x="170518" y="135323"/>
                    </a:cubicBezTo>
                    <a:cubicBezTo>
                      <a:pt x="170518" y="135323"/>
                      <a:pt x="170518" y="135323"/>
                      <a:pt x="165340" y="121082"/>
                    </a:cubicBezTo>
                    <a:cubicBezTo>
                      <a:pt x="164045" y="119787"/>
                      <a:pt x="164045" y="118492"/>
                      <a:pt x="165340" y="117198"/>
                    </a:cubicBezTo>
                    <a:cubicBezTo>
                      <a:pt x="165340" y="115903"/>
                      <a:pt x="166634" y="114608"/>
                      <a:pt x="167929" y="113314"/>
                    </a:cubicBezTo>
                    <a:cubicBezTo>
                      <a:pt x="167929" y="113314"/>
                      <a:pt x="167929" y="113314"/>
                      <a:pt x="182170" y="108135"/>
                    </a:cubicBezTo>
                    <a:cubicBezTo>
                      <a:pt x="184760" y="106840"/>
                      <a:pt x="186054" y="105546"/>
                      <a:pt x="186054" y="102956"/>
                    </a:cubicBezTo>
                    <a:cubicBezTo>
                      <a:pt x="186054" y="102956"/>
                      <a:pt x="186054" y="102956"/>
                      <a:pt x="186054" y="93894"/>
                    </a:cubicBezTo>
                    <a:cubicBezTo>
                      <a:pt x="186054" y="91304"/>
                      <a:pt x="184760" y="88715"/>
                      <a:pt x="182170" y="88715"/>
                    </a:cubicBezTo>
                    <a:cubicBezTo>
                      <a:pt x="182170" y="88715"/>
                      <a:pt x="182170" y="88715"/>
                      <a:pt x="167929" y="82242"/>
                    </a:cubicBezTo>
                    <a:cubicBezTo>
                      <a:pt x="166634" y="82242"/>
                      <a:pt x="165340" y="80947"/>
                      <a:pt x="165340" y="79652"/>
                    </a:cubicBezTo>
                    <a:cubicBezTo>
                      <a:pt x="164045" y="78358"/>
                      <a:pt x="164045" y="75769"/>
                      <a:pt x="165340" y="74474"/>
                    </a:cubicBezTo>
                    <a:cubicBezTo>
                      <a:pt x="165340" y="74474"/>
                      <a:pt x="165340" y="74474"/>
                      <a:pt x="170518" y="60233"/>
                    </a:cubicBezTo>
                    <a:cubicBezTo>
                      <a:pt x="171813" y="58938"/>
                      <a:pt x="170518" y="56349"/>
                      <a:pt x="169224" y="53759"/>
                    </a:cubicBezTo>
                    <a:cubicBezTo>
                      <a:pt x="169224" y="53759"/>
                      <a:pt x="169224" y="53759"/>
                      <a:pt x="162750" y="48581"/>
                    </a:cubicBezTo>
                    <a:cubicBezTo>
                      <a:pt x="161456" y="45991"/>
                      <a:pt x="158866" y="45991"/>
                      <a:pt x="156277" y="47286"/>
                    </a:cubicBezTo>
                    <a:cubicBezTo>
                      <a:pt x="156277" y="47286"/>
                      <a:pt x="156277" y="47286"/>
                      <a:pt x="143330" y="52465"/>
                    </a:cubicBezTo>
                    <a:cubicBezTo>
                      <a:pt x="142036" y="53759"/>
                      <a:pt x="139446" y="52465"/>
                      <a:pt x="138152" y="52465"/>
                    </a:cubicBezTo>
                    <a:cubicBezTo>
                      <a:pt x="136857" y="52465"/>
                      <a:pt x="135562" y="51170"/>
                      <a:pt x="135562" y="49875"/>
                    </a:cubicBezTo>
                    <a:cubicBezTo>
                      <a:pt x="135562" y="49875"/>
                      <a:pt x="135562" y="49875"/>
                      <a:pt x="129089" y="35634"/>
                    </a:cubicBezTo>
                    <a:cubicBezTo>
                      <a:pt x="127795" y="33045"/>
                      <a:pt x="126500" y="31750"/>
                      <a:pt x="123911" y="31750"/>
                    </a:cubicBezTo>
                    <a:cubicBezTo>
                      <a:pt x="123911" y="31750"/>
                      <a:pt x="123911" y="31750"/>
                      <a:pt x="114848" y="31750"/>
                    </a:cubicBezTo>
                    <a:close/>
                    <a:moveTo>
                      <a:pt x="124149" y="0"/>
                    </a:moveTo>
                    <a:cubicBezTo>
                      <a:pt x="192677" y="0"/>
                      <a:pt x="249569" y="55730"/>
                      <a:pt x="249569" y="125717"/>
                    </a:cubicBezTo>
                    <a:cubicBezTo>
                      <a:pt x="249569" y="136085"/>
                      <a:pt x="252155" y="146453"/>
                      <a:pt x="257327" y="156822"/>
                    </a:cubicBezTo>
                    <a:cubicBezTo>
                      <a:pt x="257327" y="156822"/>
                      <a:pt x="257327" y="156822"/>
                      <a:pt x="280600" y="200887"/>
                    </a:cubicBezTo>
                    <a:cubicBezTo>
                      <a:pt x="284479" y="207368"/>
                      <a:pt x="279307" y="216440"/>
                      <a:pt x="271549" y="217736"/>
                    </a:cubicBezTo>
                    <a:cubicBezTo>
                      <a:pt x="271549" y="217736"/>
                      <a:pt x="271549" y="217736"/>
                      <a:pt x="249569" y="217736"/>
                    </a:cubicBezTo>
                    <a:cubicBezTo>
                      <a:pt x="249569" y="217736"/>
                      <a:pt x="249569" y="217736"/>
                      <a:pt x="249569" y="263098"/>
                    </a:cubicBezTo>
                    <a:cubicBezTo>
                      <a:pt x="249569" y="278650"/>
                      <a:pt x="237932" y="290315"/>
                      <a:pt x="223709" y="290315"/>
                    </a:cubicBezTo>
                    <a:cubicBezTo>
                      <a:pt x="223709" y="290315"/>
                      <a:pt x="223709" y="290315"/>
                      <a:pt x="187505" y="290315"/>
                    </a:cubicBezTo>
                    <a:cubicBezTo>
                      <a:pt x="187505" y="290315"/>
                      <a:pt x="187505" y="290315"/>
                      <a:pt x="187505" y="322716"/>
                    </a:cubicBezTo>
                    <a:cubicBezTo>
                      <a:pt x="187505" y="327900"/>
                      <a:pt x="183626" y="331788"/>
                      <a:pt x="178454" y="331788"/>
                    </a:cubicBezTo>
                    <a:cubicBezTo>
                      <a:pt x="178454" y="331788"/>
                      <a:pt x="178454" y="331788"/>
                      <a:pt x="49155" y="331788"/>
                    </a:cubicBezTo>
                    <a:cubicBezTo>
                      <a:pt x="43983" y="331788"/>
                      <a:pt x="38811" y="327900"/>
                      <a:pt x="38811" y="322716"/>
                    </a:cubicBezTo>
                    <a:cubicBezTo>
                      <a:pt x="38811" y="322716"/>
                      <a:pt x="38811" y="322716"/>
                      <a:pt x="38811" y="289019"/>
                    </a:cubicBezTo>
                    <a:cubicBezTo>
                      <a:pt x="38811" y="251433"/>
                      <a:pt x="31053" y="215144"/>
                      <a:pt x="12952" y="182743"/>
                    </a:cubicBezTo>
                    <a:cubicBezTo>
                      <a:pt x="5194" y="165894"/>
                      <a:pt x="22" y="146453"/>
                      <a:pt x="22" y="127013"/>
                    </a:cubicBezTo>
                    <a:cubicBezTo>
                      <a:pt x="-1271" y="57026"/>
                      <a:pt x="54328" y="0"/>
                      <a:pt x="12414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endParaRPr>
              </a:p>
            </p:txBody>
          </p:sp>
        </p:grpSp>
        <p:grpSp>
          <p:nvGrpSpPr>
            <p:cNvPr id="15" name="组合 14"/>
            <p:cNvGrpSpPr/>
            <p:nvPr/>
          </p:nvGrpSpPr>
          <p:grpSpPr>
            <a:xfrm>
              <a:off x="2438400" y="3056731"/>
              <a:ext cx="1162050" cy="1162050"/>
              <a:chOff x="2838450" y="1838325"/>
              <a:chExt cx="1295400" cy="1295400"/>
            </a:xfrm>
          </p:grpSpPr>
          <p:sp>
            <p:nvSpPr>
              <p:cNvPr id="26" name="椭圆 25"/>
              <p:cNvSpPr/>
              <p:nvPr/>
            </p:nvSpPr>
            <p:spPr>
              <a:xfrm>
                <a:off x="2838450" y="1838325"/>
                <a:ext cx="1295400" cy="1295400"/>
              </a:xfrm>
              <a:prstGeom prst="ellipse">
                <a:avLst/>
              </a:prstGeom>
              <a:solidFill>
                <a:srgbClr val="23A2E4"/>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bg1"/>
                  </a:solidFill>
                  <a:latin typeface="+mn-ea"/>
                  <a:cs typeface="+mn-ea"/>
                </a:endParaRPr>
              </a:p>
            </p:txBody>
          </p:sp>
          <p:sp>
            <p:nvSpPr>
              <p:cNvPr id="27" name="椭圆 60"/>
              <p:cNvSpPr/>
              <p:nvPr/>
            </p:nvSpPr>
            <p:spPr>
              <a:xfrm>
                <a:off x="3201118" y="2162175"/>
                <a:ext cx="570064" cy="647700"/>
              </a:xfrm>
              <a:custGeom>
                <a:avLst/>
                <a:gdLst>
                  <a:gd name="connsiteX0" fmla="*/ 112848 w 296210"/>
                  <a:gd name="connsiteY0" fmla="*/ 312737 h 336550"/>
                  <a:gd name="connsiteX1" fmla="*/ 183364 w 296210"/>
                  <a:gd name="connsiteY1" fmla="*/ 312737 h 336550"/>
                  <a:gd name="connsiteX2" fmla="*/ 187281 w 296210"/>
                  <a:gd name="connsiteY2" fmla="*/ 314060 h 336550"/>
                  <a:gd name="connsiteX3" fmla="*/ 188587 w 296210"/>
                  <a:gd name="connsiteY3" fmla="*/ 318029 h 336550"/>
                  <a:gd name="connsiteX4" fmla="*/ 188587 w 296210"/>
                  <a:gd name="connsiteY4" fmla="*/ 331258 h 336550"/>
                  <a:gd name="connsiteX5" fmla="*/ 187281 w 296210"/>
                  <a:gd name="connsiteY5" fmla="*/ 335227 h 336550"/>
                  <a:gd name="connsiteX6" fmla="*/ 183364 w 296210"/>
                  <a:gd name="connsiteY6" fmla="*/ 336550 h 336550"/>
                  <a:gd name="connsiteX7" fmla="*/ 112848 w 296210"/>
                  <a:gd name="connsiteY7" fmla="*/ 336550 h 336550"/>
                  <a:gd name="connsiteX8" fmla="*/ 107624 w 296210"/>
                  <a:gd name="connsiteY8" fmla="*/ 331258 h 336550"/>
                  <a:gd name="connsiteX9" fmla="*/ 107624 w 296210"/>
                  <a:gd name="connsiteY9" fmla="*/ 318029 h 336550"/>
                  <a:gd name="connsiteX10" fmla="*/ 108930 w 296210"/>
                  <a:gd name="connsiteY10" fmla="*/ 314060 h 336550"/>
                  <a:gd name="connsiteX11" fmla="*/ 112848 w 296210"/>
                  <a:gd name="connsiteY11" fmla="*/ 312737 h 336550"/>
                  <a:gd name="connsiteX12" fmla="*/ 112848 w 296210"/>
                  <a:gd name="connsiteY12" fmla="*/ 277812 h 336550"/>
                  <a:gd name="connsiteX13" fmla="*/ 183364 w 296210"/>
                  <a:gd name="connsiteY13" fmla="*/ 277812 h 336550"/>
                  <a:gd name="connsiteX14" fmla="*/ 187281 w 296210"/>
                  <a:gd name="connsiteY14" fmla="*/ 280282 h 336550"/>
                  <a:gd name="connsiteX15" fmla="*/ 188587 w 296210"/>
                  <a:gd name="connsiteY15" fmla="*/ 283986 h 336550"/>
                  <a:gd name="connsiteX16" fmla="*/ 188587 w 296210"/>
                  <a:gd name="connsiteY16" fmla="*/ 295098 h 336550"/>
                  <a:gd name="connsiteX17" fmla="*/ 187281 w 296210"/>
                  <a:gd name="connsiteY17" fmla="*/ 298802 h 336550"/>
                  <a:gd name="connsiteX18" fmla="*/ 183364 w 296210"/>
                  <a:gd name="connsiteY18" fmla="*/ 300037 h 336550"/>
                  <a:gd name="connsiteX19" fmla="*/ 112848 w 296210"/>
                  <a:gd name="connsiteY19" fmla="*/ 300037 h 336550"/>
                  <a:gd name="connsiteX20" fmla="*/ 108930 w 296210"/>
                  <a:gd name="connsiteY20" fmla="*/ 298802 h 336550"/>
                  <a:gd name="connsiteX21" fmla="*/ 107624 w 296210"/>
                  <a:gd name="connsiteY21" fmla="*/ 295098 h 336550"/>
                  <a:gd name="connsiteX22" fmla="*/ 107624 w 296210"/>
                  <a:gd name="connsiteY22" fmla="*/ 283986 h 336550"/>
                  <a:gd name="connsiteX23" fmla="*/ 112848 w 296210"/>
                  <a:gd name="connsiteY23" fmla="*/ 277812 h 336550"/>
                  <a:gd name="connsiteX24" fmla="*/ 255726 w 296210"/>
                  <a:gd name="connsiteY24" fmla="*/ 165100 h 336550"/>
                  <a:gd name="connsiteX25" fmla="*/ 286005 w 296210"/>
                  <a:gd name="connsiteY25" fmla="*/ 170447 h 336550"/>
                  <a:gd name="connsiteX26" fmla="*/ 293903 w 296210"/>
                  <a:gd name="connsiteY26" fmla="*/ 174458 h 336550"/>
                  <a:gd name="connsiteX27" fmla="*/ 295220 w 296210"/>
                  <a:gd name="connsiteY27" fmla="*/ 182479 h 336550"/>
                  <a:gd name="connsiteX28" fmla="*/ 291270 w 296210"/>
                  <a:gd name="connsiteY28" fmla="*/ 189163 h 336550"/>
                  <a:gd name="connsiteX29" fmla="*/ 283372 w 296210"/>
                  <a:gd name="connsiteY29" fmla="*/ 190500 h 336550"/>
                  <a:gd name="connsiteX30" fmla="*/ 253093 w 296210"/>
                  <a:gd name="connsiteY30" fmla="*/ 185153 h 336550"/>
                  <a:gd name="connsiteX31" fmla="*/ 245194 w 296210"/>
                  <a:gd name="connsiteY31" fmla="*/ 181142 h 336550"/>
                  <a:gd name="connsiteX32" fmla="*/ 242561 w 296210"/>
                  <a:gd name="connsiteY32" fmla="*/ 173121 h 336550"/>
                  <a:gd name="connsiteX33" fmla="*/ 247827 w 296210"/>
                  <a:gd name="connsiteY33" fmla="*/ 166437 h 336550"/>
                  <a:gd name="connsiteX34" fmla="*/ 255726 w 296210"/>
                  <a:gd name="connsiteY34" fmla="*/ 165100 h 336550"/>
                  <a:gd name="connsiteX35" fmla="*/ 40484 w 296210"/>
                  <a:gd name="connsiteY35" fmla="*/ 165100 h 336550"/>
                  <a:gd name="connsiteX36" fmla="*/ 49699 w 296210"/>
                  <a:gd name="connsiteY36" fmla="*/ 166437 h 336550"/>
                  <a:gd name="connsiteX37" fmla="*/ 53649 w 296210"/>
                  <a:gd name="connsiteY37" fmla="*/ 173121 h 336550"/>
                  <a:gd name="connsiteX38" fmla="*/ 51016 w 296210"/>
                  <a:gd name="connsiteY38" fmla="*/ 181142 h 336550"/>
                  <a:gd name="connsiteX39" fmla="*/ 43117 w 296210"/>
                  <a:gd name="connsiteY39" fmla="*/ 185153 h 336550"/>
                  <a:gd name="connsiteX40" fmla="*/ 12838 w 296210"/>
                  <a:gd name="connsiteY40" fmla="*/ 190500 h 336550"/>
                  <a:gd name="connsiteX41" fmla="*/ 4940 w 296210"/>
                  <a:gd name="connsiteY41" fmla="*/ 189163 h 336550"/>
                  <a:gd name="connsiteX42" fmla="*/ 990 w 296210"/>
                  <a:gd name="connsiteY42" fmla="*/ 182479 h 336550"/>
                  <a:gd name="connsiteX43" fmla="*/ 2307 w 296210"/>
                  <a:gd name="connsiteY43" fmla="*/ 174458 h 336550"/>
                  <a:gd name="connsiteX44" fmla="*/ 10205 w 296210"/>
                  <a:gd name="connsiteY44" fmla="*/ 170447 h 336550"/>
                  <a:gd name="connsiteX45" fmla="*/ 288721 w 296210"/>
                  <a:gd name="connsiteY45" fmla="*/ 84137 h 336550"/>
                  <a:gd name="connsiteX46" fmla="*/ 295234 w 296210"/>
                  <a:gd name="connsiteY46" fmla="*/ 89217 h 336550"/>
                  <a:gd name="connsiteX47" fmla="*/ 295234 w 296210"/>
                  <a:gd name="connsiteY47" fmla="*/ 96837 h 336550"/>
                  <a:gd name="connsiteX48" fmla="*/ 288721 w 296210"/>
                  <a:gd name="connsiteY48" fmla="*/ 103187 h 336550"/>
                  <a:gd name="connsiteX49" fmla="*/ 261367 w 296210"/>
                  <a:gd name="connsiteY49" fmla="*/ 114617 h 336550"/>
                  <a:gd name="connsiteX50" fmla="*/ 252249 w 296210"/>
                  <a:gd name="connsiteY50" fmla="*/ 115887 h 336550"/>
                  <a:gd name="connsiteX51" fmla="*/ 247039 w 296210"/>
                  <a:gd name="connsiteY51" fmla="*/ 110807 h 336550"/>
                  <a:gd name="connsiteX52" fmla="*/ 247039 w 296210"/>
                  <a:gd name="connsiteY52" fmla="*/ 103187 h 336550"/>
                  <a:gd name="connsiteX53" fmla="*/ 253552 w 296210"/>
                  <a:gd name="connsiteY53" fmla="*/ 96837 h 336550"/>
                  <a:gd name="connsiteX54" fmla="*/ 280905 w 296210"/>
                  <a:gd name="connsiteY54" fmla="*/ 85407 h 336550"/>
                  <a:gd name="connsiteX55" fmla="*/ 288721 w 296210"/>
                  <a:gd name="connsiteY55" fmla="*/ 84137 h 336550"/>
                  <a:gd name="connsiteX56" fmla="*/ 7489 w 296210"/>
                  <a:gd name="connsiteY56" fmla="*/ 84137 h 336550"/>
                  <a:gd name="connsiteX57" fmla="*/ 15305 w 296210"/>
                  <a:gd name="connsiteY57" fmla="*/ 85407 h 336550"/>
                  <a:gd name="connsiteX58" fmla="*/ 43961 w 296210"/>
                  <a:gd name="connsiteY58" fmla="*/ 96837 h 336550"/>
                  <a:gd name="connsiteX59" fmla="*/ 49171 w 296210"/>
                  <a:gd name="connsiteY59" fmla="*/ 103187 h 336550"/>
                  <a:gd name="connsiteX60" fmla="*/ 49171 w 296210"/>
                  <a:gd name="connsiteY60" fmla="*/ 110807 h 336550"/>
                  <a:gd name="connsiteX61" fmla="*/ 43961 w 296210"/>
                  <a:gd name="connsiteY61" fmla="*/ 115887 h 336550"/>
                  <a:gd name="connsiteX62" fmla="*/ 34843 w 296210"/>
                  <a:gd name="connsiteY62" fmla="*/ 114617 h 336550"/>
                  <a:gd name="connsiteX63" fmla="*/ 7489 w 296210"/>
                  <a:gd name="connsiteY63" fmla="*/ 103187 h 336550"/>
                  <a:gd name="connsiteX64" fmla="*/ 976 w 296210"/>
                  <a:gd name="connsiteY64" fmla="*/ 96837 h 336550"/>
                  <a:gd name="connsiteX65" fmla="*/ 976 w 296210"/>
                  <a:gd name="connsiteY65" fmla="*/ 89217 h 336550"/>
                  <a:gd name="connsiteX66" fmla="*/ 7489 w 296210"/>
                  <a:gd name="connsiteY66" fmla="*/ 84137 h 336550"/>
                  <a:gd name="connsiteX67" fmla="*/ 148105 w 296210"/>
                  <a:gd name="connsiteY67" fmla="*/ 68262 h 336550"/>
                  <a:gd name="connsiteX68" fmla="*/ 180961 w 296210"/>
                  <a:gd name="connsiteY68" fmla="*/ 73519 h 336550"/>
                  <a:gd name="connsiteX69" fmla="*/ 205932 w 296210"/>
                  <a:gd name="connsiteY69" fmla="*/ 86660 h 336550"/>
                  <a:gd name="connsiteX70" fmla="*/ 223017 w 296210"/>
                  <a:gd name="connsiteY70" fmla="*/ 109001 h 336550"/>
                  <a:gd name="connsiteX71" fmla="*/ 228274 w 296210"/>
                  <a:gd name="connsiteY71" fmla="*/ 139227 h 336550"/>
                  <a:gd name="connsiteX72" fmla="*/ 228274 w 296210"/>
                  <a:gd name="connsiteY72" fmla="*/ 140541 h 336550"/>
                  <a:gd name="connsiteX73" fmla="*/ 228274 w 296210"/>
                  <a:gd name="connsiteY73" fmla="*/ 141855 h 336550"/>
                  <a:gd name="connsiteX74" fmla="*/ 226960 w 296210"/>
                  <a:gd name="connsiteY74" fmla="*/ 156311 h 336550"/>
                  <a:gd name="connsiteX75" fmla="*/ 216446 w 296210"/>
                  <a:gd name="connsiteY75" fmla="*/ 185222 h 336550"/>
                  <a:gd name="connsiteX76" fmla="*/ 201989 w 296210"/>
                  <a:gd name="connsiteY76" fmla="*/ 216762 h 336550"/>
                  <a:gd name="connsiteX77" fmla="*/ 194104 w 296210"/>
                  <a:gd name="connsiteY77" fmla="*/ 236474 h 336550"/>
                  <a:gd name="connsiteX78" fmla="*/ 190161 w 296210"/>
                  <a:gd name="connsiteY78" fmla="*/ 250930 h 336550"/>
                  <a:gd name="connsiteX79" fmla="*/ 187533 w 296210"/>
                  <a:gd name="connsiteY79" fmla="*/ 261443 h 336550"/>
                  <a:gd name="connsiteX80" fmla="*/ 182276 w 296210"/>
                  <a:gd name="connsiteY80" fmla="*/ 266700 h 336550"/>
                  <a:gd name="connsiteX81" fmla="*/ 113935 w 296210"/>
                  <a:gd name="connsiteY81" fmla="*/ 266700 h 336550"/>
                  <a:gd name="connsiteX82" fmla="*/ 108678 w 296210"/>
                  <a:gd name="connsiteY82" fmla="*/ 261443 h 336550"/>
                  <a:gd name="connsiteX83" fmla="*/ 106049 w 296210"/>
                  <a:gd name="connsiteY83" fmla="*/ 250930 h 336550"/>
                  <a:gd name="connsiteX84" fmla="*/ 102107 w 296210"/>
                  <a:gd name="connsiteY84" fmla="*/ 236474 h 336550"/>
                  <a:gd name="connsiteX85" fmla="*/ 94221 w 296210"/>
                  <a:gd name="connsiteY85" fmla="*/ 216762 h 336550"/>
                  <a:gd name="connsiteX86" fmla="*/ 79764 w 296210"/>
                  <a:gd name="connsiteY86" fmla="*/ 185222 h 336550"/>
                  <a:gd name="connsiteX87" fmla="*/ 69250 w 296210"/>
                  <a:gd name="connsiteY87" fmla="*/ 156311 h 336550"/>
                  <a:gd name="connsiteX88" fmla="*/ 67936 w 296210"/>
                  <a:gd name="connsiteY88" fmla="*/ 149740 h 336550"/>
                  <a:gd name="connsiteX89" fmla="*/ 67936 w 296210"/>
                  <a:gd name="connsiteY89" fmla="*/ 141855 h 336550"/>
                  <a:gd name="connsiteX90" fmla="*/ 67936 w 296210"/>
                  <a:gd name="connsiteY90" fmla="*/ 139227 h 336550"/>
                  <a:gd name="connsiteX91" fmla="*/ 73193 w 296210"/>
                  <a:gd name="connsiteY91" fmla="*/ 109001 h 336550"/>
                  <a:gd name="connsiteX92" fmla="*/ 90278 w 296210"/>
                  <a:gd name="connsiteY92" fmla="*/ 86660 h 336550"/>
                  <a:gd name="connsiteX93" fmla="*/ 115249 w 296210"/>
                  <a:gd name="connsiteY93" fmla="*/ 73519 h 336550"/>
                  <a:gd name="connsiteX94" fmla="*/ 148105 w 296210"/>
                  <a:gd name="connsiteY94" fmla="*/ 68262 h 336550"/>
                  <a:gd name="connsiteX95" fmla="*/ 230737 w 296210"/>
                  <a:gd name="connsiteY95" fmla="*/ 20380 h 336550"/>
                  <a:gd name="connsiteX96" fmla="*/ 238620 w 296210"/>
                  <a:gd name="connsiteY96" fmla="*/ 20380 h 336550"/>
                  <a:gd name="connsiteX97" fmla="*/ 242561 w 296210"/>
                  <a:gd name="connsiteY97" fmla="*/ 27030 h 336550"/>
                  <a:gd name="connsiteX98" fmla="*/ 241247 w 296210"/>
                  <a:gd name="connsiteY98" fmla="*/ 36341 h 336550"/>
                  <a:gd name="connsiteX99" fmla="*/ 224168 w 296210"/>
                  <a:gd name="connsiteY99" fmla="*/ 61613 h 336550"/>
                  <a:gd name="connsiteX100" fmla="*/ 217599 w 296210"/>
                  <a:gd name="connsiteY100" fmla="*/ 66933 h 336550"/>
                  <a:gd name="connsiteX101" fmla="*/ 209716 w 296210"/>
                  <a:gd name="connsiteY101" fmla="*/ 66933 h 336550"/>
                  <a:gd name="connsiteX102" fmla="*/ 204461 w 296210"/>
                  <a:gd name="connsiteY102" fmla="*/ 60282 h 336550"/>
                  <a:gd name="connsiteX103" fmla="*/ 207089 w 296210"/>
                  <a:gd name="connsiteY103" fmla="*/ 50972 h 336550"/>
                  <a:gd name="connsiteX104" fmla="*/ 224168 w 296210"/>
                  <a:gd name="connsiteY104" fmla="*/ 25700 h 336550"/>
                  <a:gd name="connsiteX105" fmla="*/ 230737 w 296210"/>
                  <a:gd name="connsiteY105" fmla="*/ 20380 h 336550"/>
                  <a:gd name="connsiteX106" fmla="*/ 59177 w 296210"/>
                  <a:gd name="connsiteY106" fmla="*/ 20380 h 336550"/>
                  <a:gd name="connsiteX107" fmla="*/ 67060 w 296210"/>
                  <a:gd name="connsiteY107" fmla="*/ 20380 h 336550"/>
                  <a:gd name="connsiteX108" fmla="*/ 73629 w 296210"/>
                  <a:gd name="connsiteY108" fmla="*/ 25700 h 336550"/>
                  <a:gd name="connsiteX109" fmla="*/ 90709 w 296210"/>
                  <a:gd name="connsiteY109" fmla="*/ 50972 h 336550"/>
                  <a:gd name="connsiteX110" fmla="*/ 93336 w 296210"/>
                  <a:gd name="connsiteY110" fmla="*/ 60282 h 336550"/>
                  <a:gd name="connsiteX111" fmla="*/ 88081 w 296210"/>
                  <a:gd name="connsiteY111" fmla="*/ 66933 h 336550"/>
                  <a:gd name="connsiteX112" fmla="*/ 81512 w 296210"/>
                  <a:gd name="connsiteY112" fmla="*/ 66933 h 336550"/>
                  <a:gd name="connsiteX113" fmla="*/ 73629 w 296210"/>
                  <a:gd name="connsiteY113" fmla="*/ 61613 h 336550"/>
                  <a:gd name="connsiteX114" fmla="*/ 57863 w 296210"/>
                  <a:gd name="connsiteY114" fmla="*/ 36341 h 336550"/>
                  <a:gd name="connsiteX115" fmla="*/ 55236 w 296210"/>
                  <a:gd name="connsiteY115" fmla="*/ 27030 h 336550"/>
                  <a:gd name="connsiteX116" fmla="*/ 59177 w 296210"/>
                  <a:gd name="connsiteY116" fmla="*/ 20380 h 336550"/>
                  <a:gd name="connsiteX117" fmla="*/ 148264 w 296210"/>
                  <a:gd name="connsiteY117" fmla="*/ 0 h 336550"/>
                  <a:gd name="connsiteX118" fmla="*/ 155884 w 296210"/>
                  <a:gd name="connsiteY118" fmla="*/ 2633 h 336550"/>
                  <a:gd name="connsiteX119" fmla="*/ 158424 w 296210"/>
                  <a:gd name="connsiteY119" fmla="*/ 11848 h 336550"/>
                  <a:gd name="connsiteX120" fmla="*/ 158424 w 296210"/>
                  <a:gd name="connsiteY120" fmla="*/ 42127 h 336550"/>
                  <a:gd name="connsiteX121" fmla="*/ 155884 w 296210"/>
                  <a:gd name="connsiteY121" fmla="*/ 50026 h 336550"/>
                  <a:gd name="connsiteX122" fmla="*/ 148264 w 296210"/>
                  <a:gd name="connsiteY122" fmla="*/ 53975 h 336550"/>
                  <a:gd name="connsiteX123" fmla="*/ 141914 w 296210"/>
                  <a:gd name="connsiteY123" fmla="*/ 50026 h 336550"/>
                  <a:gd name="connsiteX124" fmla="*/ 139374 w 296210"/>
                  <a:gd name="connsiteY124" fmla="*/ 42127 h 336550"/>
                  <a:gd name="connsiteX125" fmla="*/ 139374 w 296210"/>
                  <a:gd name="connsiteY125" fmla="*/ 11848 h 336550"/>
                  <a:gd name="connsiteX126" fmla="*/ 141914 w 296210"/>
                  <a:gd name="connsiteY126" fmla="*/ 2633 h 336550"/>
                  <a:gd name="connsiteX127" fmla="*/ 148264 w 296210"/>
                  <a:gd name="connsiteY127"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296210" h="336550">
                    <a:moveTo>
                      <a:pt x="112848" y="312737"/>
                    </a:moveTo>
                    <a:lnTo>
                      <a:pt x="183364" y="312737"/>
                    </a:lnTo>
                    <a:cubicBezTo>
                      <a:pt x="184670" y="312737"/>
                      <a:pt x="185976" y="314060"/>
                      <a:pt x="187281" y="314060"/>
                    </a:cubicBezTo>
                    <a:cubicBezTo>
                      <a:pt x="188587" y="315383"/>
                      <a:pt x="188587" y="316706"/>
                      <a:pt x="188587" y="318029"/>
                    </a:cubicBezTo>
                    <a:cubicBezTo>
                      <a:pt x="188587" y="331258"/>
                      <a:pt x="188587" y="331258"/>
                      <a:pt x="188587" y="331258"/>
                    </a:cubicBezTo>
                    <a:cubicBezTo>
                      <a:pt x="188587" y="332581"/>
                      <a:pt x="188587" y="333904"/>
                      <a:pt x="187281" y="335227"/>
                    </a:cubicBezTo>
                    <a:cubicBezTo>
                      <a:pt x="185976" y="336550"/>
                      <a:pt x="184670" y="336550"/>
                      <a:pt x="183364" y="336550"/>
                    </a:cubicBezTo>
                    <a:cubicBezTo>
                      <a:pt x="112848" y="336550"/>
                      <a:pt x="112848" y="336550"/>
                      <a:pt x="112848" y="336550"/>
                    </a:cubicBezTo>
                    <a:cubicBezTo>
                      <a:pt x="108930" y="336550"/>
                      <a:pt x="107624" y="335227"/>
                      <a:pt x="107624" y="331258"/>
                    </a:cubicBezTo>
                    <a:cubicBezTo>
                      <a:pt x="107624" y="318029"/>
                      <a:pt x="107624" y="318029"/>
                      <a:pt x="107624" y="318029"/>
                    </a:cubicBezTo>
                    <a:cubicBezTo>
                      <a:pt x="107624" y="316706"/>
                      <a:pt x="107624" y="315383"/>
                      <a:pt x="108930" y="314060"/>
                    </a:cubicBezTo>
                    <a:cubicBezTo>
                      <a:pt x="110236" y="314060"/>
                      <a:pt x="111542" y="312737"/>
                      <a:pt x="112848" y="312737"/>
                    </a:cubicBezTo>
                    <a:close/>
                    <a:moveTo>
                      <a:pt x="112848" y="277812"/>
                    </a:moveTo>
                    <a:lnTo>
                      <a:pt x="183364" y="277812"/>
                    </a:lnTo>
                    <a:cubicBezTo>
                      <a:pt x="184670" y="277812"/>
                      <a:pt x="185976" y="279047"/>
                      <a:pt x="187281" y="280282"/>
                    </a:cubicBezTo>
                    <a:cubicBezTo>
                      <a:pt x="188587" y="281516"/>
                      <a:pt x="188587" y="282751"/>
                      <a:pt x="188587" y="283986"/>
                    </a:cubicBezTo>
                    <a:cubicBezTo>
                      <a:pt x="188587" y="295098"/>
                      <a:pt x="188587" y="295098"/>
                      <a:pt x="188587" y="295098"/>
                    </a:cubicBezTo>
                    <a:cubicBezTo>
                      <a:pt x="188587" y="296333"/>
                      <a:pt x="188587" y="297568"/>
                      <a:pt x="187281" y="298802"/>
                    </a:cubicBezTo>
                    <a:cubicBezTo>
                      <a:pt x="185976" y="300037"/>
                      <a:pt x="184670" y="300037"/>
                      <a:pt x="183364" y="300037"/>
                    </a:cubicBezTo>
                    <a:cubicBezTo>
                      <a:pt x="112848" y="300037"/>
                      <a:pt x="112848" y="300037"/>
                      <a:pt x="112848" y="300037"/>
                    </a:cubicBezTo>
                    <a:cubicBezTo>
                      <a:pt x="111542" y="300037"/>
                      <a:pt x="110236" y="300037"/>
                      <a:pt x="108930" y="298802"/>
                    </a:cubicBezTo>
                    <a:cubicBezTo>
                      <a:pt x="107624" y="297568"/>
                      <a:pt x="107624" y="296333"/>
                      <a:pt x="107624" y="295098"/>
                    </a:cubicBezTo>
                    <a:cubicBezTo>
                      <a:pt x="107624" y="283986"/>
                      <a:pt x="107624" y="283986"/>
                      <a:pt x="107624" y="283986"/>
                    </a:cubicBezTo>
                    <a:cubicBezTo>
                      <a:pt x="107624" y="280282"/>
                      <a:pt x="108930" y="277812"/>
                      <a:pt x="112848" y="277812"/>
                    </a:cubicBezTo>
                    <a:close/>
                    <a:moveTo>
                      <a:pt x="255726" y="165100"/>
                    </a:moveTo>
                    <a:lnTo>
                      <a:pt x="286005" y="170447"/>
                    </a:lnTo>
                    <a:cubicBezTo>
                      <a:pt x="288637" y="170447"/>
                      <a:pt x="291270" y="171784"/>
                      <a:pt x="293903" y="174458"/>
                    </a:cubicBezTo>
                    <a:cubicBezTo>
                      <a:pt x="295220" y="177132"/>
                      <a:pt x="296536" y="179805"/>
                      <a:pt x="295220" y="182479"/>
                    </a:cubicBezTo>
                    <a:cubicBezTo>
                      <a:pt x="295220" y="185153"/>
                      <a:pt x="293903" y="186490"/>
                      <a:pt x="291270" y="189163"/>
                    </a:cubicBezTo>
                    <a:cubicBezTo>
                      <a:pt x="288637" y="190500"/>
                      <a:pt x="286005" y="190500"/>
                      <a:pt x="283372" y="190500"/>
                    </a:cubicBezTo>
                    <a:cubicBezTo>
                      <a:pt x="283372" y="190500"/>
                      <a:pt x="283372" y="190500"/>
                      <a:pt x="253093" y="185153"/>
                    </a:cubicBezTo>
                    <a:cubicBezTo>
                      <a:pt x="249144" y="185153"/>
                      <a:pt x="246511" y="183816"/>
                      <a:pt x="245194" y="181142"/>
                    </a:cubicBezTo>
                    <a:cubicBezTo>
                      <a:pt x="242561" y="178468"/>
                      <a:pt x="242561" y="175795"/>
                      <a:pt x="242561" y="173121"/>
                    </a:cubicBezTo>
                    <a:cubicBezTo>
                      <a:pt x="243878" y="170447"/>
                      <a:pt x="245194" y="169111"/>
                      <a:pt x="247827" y="166437"/>
                    </a:cubicBezTo>
                    <a:cubicBezTo>
                      <a:pt x="249144" y="165100"/>
                      <a:pt x="253093" y="165100"/>
                      <a:pt x="255726" y="165100"/>
                    </a:cubicBezTo>
                    <a:close/>
                    <a:moveTo>
                      <a:pt x="40484" y="165100"/>
                    </a:moveTo>
                    <a:cubicBezTo>
                      <a:pt x="43117" y="165100"/>
                      <a:pt x="47066" y="165100"/>
                      <a:pt x="49699" y="166437"/>
                    </a:cubicBezTo>
                    <a:cubicBezTo>
                      <a:pt x="51016" y="169111"/>
                      <a:pt x="53649" y="170447"/>
                      <a:pt x="53649" y="173121"/>
                    </a:cubicBezTo>
                    <a:cubicBezTo>
                      <a:pt x="53649" y="175795"/>
                      <a:pt x="53649" y="178468"/>
                      <a:pt x="51016" y="181142"/>
                    </a:cubicBezTo>
                    <a:cubicBezTo>
                      <a:pt x="49699" y="183816"/>
                      <a:pt x="47066" y="185153"/>
                      <a:pt x="43117" y="185153"/>
                    </a:cubicBezTo>
                    <a:cubicBezTo>
                      <a:pt x="12838" y="190500"/>
                      <a:pt x="12838" y="190500"/>
                      <a:pt x="12838" y="190500"/>
                    </a:cubicBezTo>
                    <a:cubicBezTo>
                      <a:pt x="10205" y="190500"/>
                      <a:pt x="7573" y="190500"/>
                      <a:pt x="4940" y="189163"/>
                    </a:cubicBezTo>
                    <a:cubicBezTo>
                      <a:pt x="2307" y="186490"/>
                      <a:pt x="990" y="185153"/>
                      <a:pt x="990" y="182479"/>
                    </a:cubicBezTo>
                    <a:cubicBezTo>
                      <a:pt x="-326" y="179805"/>
                      <a:pt x="990" y="177132"/>
                      <a:pt x="2307" y="174458"/>
                    </a:cubicBezTo>
                    <a:cubicBezTo>
                      <a:pt x="4940" y="171784"/>
                      <a:pt x="7573" y="170447"/>
                      <a:pt x="10205" y="170447"/>
                    </a:cubicBezTo>
                    <a:close/>
                    <a:moveTo>
                      <a:pt x="288721" y="84137"/>
                    </a:moveTo>
                    <a:cubicBezTo>
                      <a:pt x="291326" y="85407"/>
                      <a:pt x="293931" y="86677"/>
                      <a:pt x="295234" y="89217"/>
                    </a:cubicBezTo>
                    <a:cubicBezTo>
                      <a:pt x="296536" y="91757"/>
                      <a:pt x="296536" y="94297"/>
                      <a:pt x="295234" y="96837"/>
                    </a:cubicBezTo>
                    <a:cubicBezTo>
                      <a:pt x="293931" y="99377"/>
                      <a:pt x="291326" y="101917"/>
                      <a:pt x="288721" y="103187"/>
                    </a:cubicBezTo>
                    <a:cubicBezTo>
                      <a:pt x="288721" y="103187"/>
                      <a:pt x="288721" y="103187"/>
                      <a:pt x="261367" y="114617"/>
                    </a:cubicBezTo>
                    <a:cubicBezTo>
                      <a:pt x="258762" y="115887"/>
                      <a:pt x="254854" y="115887"/>
                      <a:pt x="252249" y="115887"/>
                    </a:cubicBezTo>
                    <a:cubicBezTo>
                      <a:pt x="249644" y="114617"/>
                      <a:pt x="248341" y="113347"/>
                      <a:pt x="247039" y="110807"/>
                    </a:cubicBezTo>
                    <a:cubicBezTo>
                      <a:pt x="245736" y="108267"/>
                      <a:pt x="245736" y="105727"/>
                      <a:pt x="247039" y="103187"/>
                    </a:cubicBezTo>
                    <a:cubicBezTo>
                      <a:pt x="248341" y="100647"/>
                      <a:pt x="250947" y="98107"/>
                      <a:pt x="253552" y="96837"/>
                    </a:cubicBezTo>
                    <a:lnTo>
                      <a:pt x="280905" y="85407"/>
                    </a:lnTo>
                    <a:cubicBezTo>
                      <a:pt x="283511" y="84137"/>
                      <a:pt x="286116" y="84137"/>
                      <a:pt x="288721" y="84137"/>
                    </a:cubicBezTo>
                    <a:close/>
                    <a:moveTo>
                      <a:pt x="7489" y="84137"/>
                    </a:moveTo>
                    <a:cubicBezTo>
                      <a:pt x="10094" y="84137"/>
                      <a:pt x="12699" y="84137"/>
                      <a:pt x="15305" y="85407"/>
                    </a:cubicBezTo>
                    <a:lnTo>
                      <a:pt x="43961" y="96837"/>
                    </a:lnTo>
                    <a:cubicBezTo>
                      <a:pt x="46566" y="98107"/>
                      <a:pt x="47869" y="100647"/>
                      <a:pt x="49171" y="103187"/>
                    </a:cubicBezTo>
                    <a:cubicBezTo>
                      <a:pt x="50474" y="105727"/>
                      <a:pt x="50474" y="108267"/>
                      <a:pt x="49171" y="110807"/>
                    </a:cubicBezTo>
                    <a:cubicBezTo>
                      <a:pt x="49171" y="113347"/>
                      <a:pt x="46566" y="114617"/>
                      <a:pt x="43961" y="115887"/>
                    </a:cubicBezTo>
                    <a:cubicBezTo>
                      <a:pt x="41356" y="115887"/>
                      <a:pt x="37448" y="115887"/>
                      <a:pt x="34843" y="114617"/>
                    </a:cubicBezTo>
                    <a:cubicBezTo>
                      <a:pt x="7489" y="103187"/>
                      <a:pt x="7489" y="103187"/>
                      <a:pt x="7489" y="103187"/>
                    </a:cubicBezTo>
                    <a:cubicBezTo>
                      <a:pt x="4884" y="101917"/>
                      <a:pt x="2279" y="99377"/>
                      <a:pt x="976" y="96837"/>
                    </a:cubicBezTo>
                    <a:cubicBezTo>
                      <a:pt x="-326" y="94297"/>
                      <a:pt x="-326" y="91757"/>
                      <a:pt x="976" y="89217"/>
                    </a:cubicBezTo>
                    <a:cubicBezTo>
                      <a:pt x="2279" y="86677"/>
                      <a:pt x="4884" y="85407"/>
                      <a:pt x="7489" y="84137"/>
                    </a:cubicBezTo>
                    <a:close/>
                    <a:moveTo>
                      <a:pt x="148105" y="68262"/>
                    </a:moveTo>
                    <a:cubicBezTo>
                      <a:pt x="159933" y="68262"/>
                      <a:pt x="170447" y="69576"/>
                      <a:pt x="180961" y="73519"/>
                    </a:cubicBezTo>
                    <a:cubicBezTo>
                      <a:pt x="190161" y="76147"/>
                      <a:pt x="198047" y="80089"/>
                      <a:pt x="205932" y="86660"/>
                    </a:cubicBezTo>
                    <a:cubicBezTo>
                      <a:pt x="212503" y="93231"/>
                      <a:pt x="219075" y="99802"/>
                      <a:pt x="223017" y="109001"/>
                    </a:cubicBezTo>
                    <a:cubicBezTo>
                      <a:pt x="226960" y="116886"/>
                      <a:pt x="228274" y="127399"/>
                      <a:pt x="228274" y="139227"/>
                    </a:cubicBezTo>
                    <a:cubicBezTo>
                      <a:pt x="228274" y="139227"/>
                      <a:pt x="228274" y="140541"/>
                      <a:pt x="228274" y="140541"/>
                    </a:cubicBezTo>
                    <a:cubicBezTo>
                      <a:pt x="228274" y="140541"/>
                      <a:pt x="228274" y="140541"/>
                      <a:pt x="228274" y="141855"/>
                    </a:cubicBezTo>
                    <a:cubicBezTo>
                      <a:pt x="228274" y="147112"/>
                      <a:pt x="228274" y="151054"/>
                      <a:pt x="226960" y="156311"/>
                    </a:cubicBezTo>
                    <a:cubicBezTo>
                      <a:pt x="224332" y="165510"/>
                      <a:pt x="221703" y="174709"/>
                      <a:pt x="216446" y="185222"/>
                    </a:cubicBezTo>
                    <a:cubicBezTo>
                      <a:pt x="212503" y="194421"/>
                      <a:pt x="207246" y="204935"/>
                      <a:pt x="201989" y="216762"/>
                    </a:cubicBezTo>
                    <a:cubicBezTo>
                      <a:pt x="198047" y="223333"/>
                      <a:pt x="195418" y="229904"/>
                      <a:pt x="194104" y="236474"/>
                    </a:cubicBezTo>
                    <a:cubicBezTo>
                      <a:pt x="192790" y="241731"/>
                      <a:pt x="191475" y="246988"/>
                      <a:pt x="190161" y="250930"/>
                    </a:cubicBezTo>
                    <a:cubicBezTo>
                      <a:pt x="190161" y="256187"/>
                      <a:pt x="188847" y="258815"/>
                      <a:pt x="187533" y="261443"/>
                    </a:cubicBezTo>
                    <a:cubicBezTo>
                      <a:pt x="186218" y="264072"/>
                      <a:pt x="184904" y="265386"/>
                      <a:pt x="182276" y="266700"/>
                    </a:cubicBezTo>
                    <a:cubicBezTo>
                      <a:pt x="113935" y="266700"/>
                      <a:pt x="113935" y="266700"/>
                      <a:pt x="113935" y="266700"/>
                    </a:cubicBezTo>
                    <a:cubicBezTo>
                      <a:pt x="111306" y="265386"/>
                      <a:pt x="108678" y="264072"/>
                      <a:pt x="108678" y="261443"/>
                    </a:cubicBezTo>
                    <a:cubicBezTo>
                      <a:pt x="107364" y="258815"/>
                      <a:pt x="106049" y="256187"/>
                      <a:pt x="106049" y="250930"/>
                    </a:cubicBezTo>
                    <a:cubicBezTo>
                      <a:pt x="104735" y="246988"/>
                      <a:pt x="103421" y="241731"/>
                      <a:pt x="102107" y="236474"/>
                    </a:cubicBezTo>
                    <a:cubicBezTo>
                      <a:pt x="100792" y="229904"/>
                      <a:pt x="98164" y="223333"/>
                      <a:pt x="94221" y="216762"/>
                    </a:cubicBezTo>
                    <a:cubicBezTo>
                      <a:pt x="88964" y="204935"/>
                      <a:pt x="83707" y="194421"/>
                      <a:pt x="79764" y="185222"/>
                    </a:cubicBezTo>
                    <a:cubicBezTo>
                      <a:pt x="74507" y="174709"/>
                      <a:pt x="71879" y="165510"/>
                      <a:pt x="69250" y="156311"/>
                    </a:cubicBezTo>
                    <a:cubicBezTo>
                      <a:pt x="69250" y="154997"/>
                      <a:pt x="69250" y="152368"/>
                      <a:pt x="67936" y="149740"/>
                    </a:cubicBezTo>
                    <a:cubicBezTo>
                      <a:pt x="67936" y="141855"/>
                      <a:pt x="67936" y="141855"/>
                      <a:pt x="67936" y="141855"/>
                    </a:cubicBezTo>
                    <a:cubicBezTo>
                      <a:pt x="67936" y="139227"/>
                      <a:pt x="67936" y="139227"/>
                      <a:pt x="67936" y="139227"/>
                    </a:cubicBezTo>
                    <a:cubicBezTo>
                      <a:pt x="67936" y="127399"/>
                      <a:pt x="69250" y="116886"/>
                      <a:pt x="73193" y="109001"/>
                    </a:cubicBezTo>
                    <a:cubicBezTo>
                      <a:pt x="78450" y="99802"/>
                      <a:pt x="83707" y="93231"/>
                      <a:pt x="90278" y="86660"/>
                    </a:cubicBezTo>
                    <a:cubicBezTo>
                      <a:pt x="98164" y="80089"/>
                      <a:pt x="106049" y="76147"/>
                      <a:pt x="115249" y="73519"/>
                    </a:cubicBezTo>
                    <a:cubicBezTo>
                      <a:pt x="125763" y="69576"/>
                      <a:pt x="136277" y="68262"/>
                      <a:pt x="148105" y="68262"/>
                    </a:cubicBezTo>
                    <a:close/>
                    <a:moveTo>
                      <a:pt x="230737" y="20380"/>
                    </a:moveTo>
                    <a:cubicBezTo>
                      <a:pt x="233365" y="19050"/>
                      <a:pt x="235992" y="19050"/>
                      <a:pt x="238620" y="20380"/>
                    </a:cubicBezTo>
                    <a:cubicBezTo>
                      <a:pt x="241247" y="23040"/>
                      <a:pt x="242561" y="24370"/>
                      <a:pt x="242561" y="27030"/>
                    </a:cubicBezTo>
                    <a:cubicBezTo>
                      <a:pt x="242561" y="31021"/>
                      <a:pt x="242561" y="33681"/>
                      <a:pt x="241247" y="36341"/>
                    </a:cubicBezTo>
                    <a:cubicBezTo>
                      <a:pt x="241247" y="36341"/>
                      <a:pt x="241247" y="36341"/>
                      <a:pt x="224168" y="61613"/>
                    </a:cubicBezTo>
                    <a:cubicBezTo>
                      <a:pt x="221541" y="64273"/>
                      <a:pt x="220227" y="66933"/>
                      <a:pt x="217599" y="66933"/>
                    </a:cubicBezTo>
                    <a:cubicBezTo>
                      <a:pt x="213658" y="68263"/>
                      <a:pt x="211030" y="68263"/>
                      <a:pt x="209716" y="66933"/>
                    </a:cubicBezTo>
                    <a:cubicBezTo>
                      <a:pt x="207089" y="64273"/>
                      <a:pt x="205775" y="62943"/>
                      <a:pt x="204461" y="60282"/>
                    </a:cubicBezTo>
                    <a:cubicBezTo>
                      <a:pt x="204461" y="56292"/>
                      <a:pt x="205775" y="53632"/>
                      <a:pt x="207089" y="50972"/>
                    </a:cubicBezTo>
                    <a:lnTo>
                      <a:pt x="224168" y="25700"/>
                    </a:lnTo>
                    <a:cubicBezTo>
                      <a:pt x="225482" y="23040"/>
                      <a:pt x="228110" y="20380"/>
                      <a:pt x="230737" y="20380"/>
                    </a:cubicBezTo>
                    <a:close/>
                    <a:moveTo>
                      <a:pt x="59177" y="20380"/>
                    </a:moveTo>
                    <a:cubicBezTo>
                      <a:pt x="61805" y="19050"/>
                      <a:pt x="64432" y="19050"/>
                      <a:pt x="67060" y="20380"/>
                    </a:cubicBezTo>
                    <a:cubicBezTo>
                      <a:pt x="69688" y="20380"/>
                      <a:pt x="72316" y="23040"/>
                      <a:pt x="73629" y="25700"/>
                    </a:cubicBezTo>
                    <a:lnTo>
                      <a:pt x="90709" y="50972"/>
                    </a:lnTo>
                    <a:cubicBezTo>
                      <a:pt x="92022" y="53632"/>
                      <a:pt x="93336" y="56292"/>
                      <a:pt x="93336" y="60282"/>
                    </a:cubicBezTo>
                    <a:cubicBezTo>
                      <a:pt x="92022" y="62943"/>
                      <a:pt x="90709" y="64273"/>
                      <a:pt x="88081" y="66933"/>
                    </a:cubicBezTo>
                    <a:cubicBezTo>
                      <a:pt x="86767" y="68263"/>
                      <a:pt x="84140" y="68263"/>
                      <a:pt x="81512" y="66933"/>
                    </a:cubicBezTo>
                    <a:cubicBezTo>
                      <a:pt x="77571" y="66933"/>
                      <a:pt x="76257" y="64273"/>
                      <a:pt x="73629" y="61613"/>
                    </a:cubicBezTo>
                    <a:cubicBezTo>
                      <a:pt x="57863" y="36341"/>
                      <a:pt x="57863" y="36341"/>
                      <a:pt x="57863" y="36341"/>
                    </a:cubicBezTo>
                    <a:cubicBezTo>
                      <a:pt x="55236" y="33681"/>
                      <a:pt x="55236" y="31021"/>
                      <a:pt x="55236" y="27030"/>
                    </a:cubicBezTo>
                    <a:cubicBezTo>
                      <a:pt x="55236" y="24370"/>
                      <a:pt x="57863" y="23040"/>
                      <a:pt x="59177" y="20380"/>
                    </a:cubicBezTo>
                    <a:close/>
                    <a:moveTo>
                      <a:pt x="148264" y="0"/>
                    </a:moveTo>
                    <a:cubicBezTo>
                      <a:pt x="150804" y="0"/>
                      <a:pt x="153344" y="1316"/>
                      <a:pt x="155884" y="2633"/>
                    </a:cubicBezTo>
                    <a:cubicBezTo>
                      <a:pt x="157154" y="5266"/>
                      <a:pt x="158424" y="7899"/>
                      <a:pt x="158424" y="11848"/>
                    </a:cubicBezTo>
                    <a:lnTo>
                      <a:pt x="158424" y="42127"/>
                    </a:lnTo>
                    <a:cubicBezTo>
                      <a:pt x="158424" y="44760"/>
                      <a:pt x="157154" y="48709"/>
                      <a:pt x="155884" y="50026"/>
                    </a:cubicBezTo>
                    <a:cubicBezTo>
                      <a:pt x="153344" y="52658"/>
                      <a:pt x="150804" y="53975"/>
                      <a:pt x="148264" y="53975"/>
                    </a:cubicBezTo>
                    <a:cubicBezTo>
                      <a:pt x="145724" y="53975"/>
                      <a:pt x="144454" y="52658"/>
                      <a:pt x="141914" y="50026"/>
                    </a:cubicBezTo>
                    <a:cubicBezTo>
                      <a:pt x="140644" y="48709"/>
                      <a:pt x="139374" y="44760"/>
                      <a:pt x="139374" y="42127"/>
                    </a:cubicBezTo>
                    <a:cubicBezTo>
                      <a:pt x="139374" y="11848"/>
                      <a:pt x="139374" y="11848"/>
                      <a:pt x="139374" y="11848"/>
                    </a:cubicBezTo>
                    <a:cubicBezTo>
                      <a:pt x="139374" y="7899"/>
                      <a:pt x="140644" y="5266"/>
                      <a:pt x="141914" y="2633"/>
                    </a:cubicBezTo>
                    <a:cubicBezTo>
                      <a:pt x="144454" y="1316"/>
                      <a:pt x="145724" y="0"/>
                      <a:pt x="14826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endParaRPr>
              </a:p>
            </p:txBody>
          </p:sp>
        </p:grpSp>
        <p:grpSp>
          <p:nvGrpSpPr>
            <p:cNvPr id="16" name="组合 15"/>
            <p:cNvGrpSpPr/>
            <p:nvPr/>
          </p:nvGrpSpPr>
          <p:grpSpPr>
            <a:xfrm>
              <a:off x="4514850" y="4503738"/>
              <a:ext cx="1162050" cy="1162050"/>
              <a:chOff x="2838450" y="1838325"/>
              <a:chExt cx="1295400" cy="1295400"/>
            </a:xfrm>
          </p:grpSpPr>
          <p:sp>
            <p:nvSpPr>
              <p:cNvPr id="24" name="椭圆 23"/>
              <p:cNvSpPr/>
              <p:nvPr/>
            </p:nvSpPr>
            <p:spPr>
              <a:xfrm>
                <a:off x="2838450" y="1838325"/>
                <a:ext cx="1295400" cy="1295400"/>
              </a:xfrm>
              <a:prstGeom prst="ellipse">
                <a:avLst/>
              </a:prstGeom>
              <a:solidFill>
                <a:srgbClr val="044BC9"/>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bg1"/>
                  </a:solidFill>
                  <a:latin typeface="+mn-ea"/>
                  <a:cs typeface="+mn-ea"/>
                </a:endParaRPr>
              </a:p>
            </p:txBody>
          </p:sp>
          <p:sp>
            <p:nvSpPr>
              <p:cNvPr id="25" name="椭圆 74"/>
              <p:cNvSpPr/>
              <p:nvPr/>
            </p:nvSpPr>
            <p:spPr>
              <a:xfrm>
                <a:off x="3162300" y="2265993"/>
                <a:ext cx="647700" cy="440063"/>
              </a:xfrm>
              <a:custGeom>
                <a:avLst/>
                <a:gdLst>
                  <a:gd name="connsiteX0" fmla="*/ 131671 w 331788"/>
                  <a:gd name="connsiteY0" fmla="*/ 111125 h 225425"/>
                  <a:gd name="connsiteX1" fmla="*/ 131671 w 331788"/>
                  <a:gd name="connsiteY1" fmla="*/ 116299 h 225425"/>
                  <a:gd name="connsiteX2" fmla="*/ 125095 w 331788"/>
                  <a:gd name="connsiteY2" fmla="*/ 118886 h 225425"/>
                  <a:gd name="connsiteX3" fmla="*/ 119833 w 331788"/>
                  <a:gd name="connsiteY3" fmla="*/ 122767 h 225425"/>
                  <a:gd name="connsiteX4" fmla="*/ 117202 w 331788"/>
                  <a:gd name="connsiteY4" fmla="*/ 126647 h 225425"/>
                  <a:gd name="connsiteX5" fmla="*/ 115887 w 331788"/>
                  <a:gd name="connsiteY5" fmla="*/ 133115 h 225425"/>
                  <a:gd name="connsiteX6" fmla="*/ 115887 w 331788"/>
                  <a:gd name="connsiteY6" fmla="*/ 138289 h 225425"/>
                  <a:gd name="connsiteX7" fmla="*/ 119833 w 331788"/>
                  <a:gd name="connsiteY7" fmla="*/ 143463 h 225425"/>
                  <a:gd name="connsiteX8" fmla="*/ 126410 w 331788"/>
                  <a:gd name="connsiteY8" fmla="*/ 148637 h 225425"/>
                  <a:gd name="connsiteX9" fmla="*/ 138248 w 331788"/>
                  <a:gd name="connsiteY9" fmla="*/ 152518 h 225425"/>
                  <a:gd name="connsiteX10" fmla="*/ 142194 w 331788"/>
                  <a:gd name="connsiteY10" fmla="*/ 152518 h 225425"/>
                  <a:gd name="connsiteX11" fmla="*/ 146141 w 331788"/>
                  <a:gd name="connsiteY11" fmla="*/ 153811 h 225425"/>
                  <a:gd name="connsiteX12" fmla="*/ 148771 w 331788"/>
                  <a:gd name="connsiteY12" fmla="*/ 156398 h 225425"/>
                  <a:gd name="connsiteX13" fmla="*/ 150087 w 331788"/>
                  <a:gd name="connsiteY13" fmla="*/ 158985 h 225425"/>
                  <a:gd name="connsiteX14" fmla="*/ 147456 w 331788"/>
                  <a:gd name="connsiteY14" fmla="*/ 162866 h 225425"/>
                  <a:gd name="connsiteX15" fmla="*/ 142194 w 331788"/>
                  <a:gd name="connsiteY15" fmla="*/ 164159 h 225425"/>
                  <a:gd name="connsiteX16" fmla="*/ 138248 w 331788"/>
                  <a:gd name="connsiteY16" fmla="*/ 164159 h 225425"/>
                  <a:gd name="connsiteX17" fmla="*/ 134302 w 331788"/>
                  <a:gd name="connsiteY17" fmla="*/ 162866 h 225425"/>
                  <a:gd name="connsiteX18" fmla="*/ 131671 w 331788"/>
                  <a:gd name="connsiteY18" fmla="*/ 160279 h 225425"/>
                  <a:gd name="connsiteX19" fmla="*/ 127725 w 331788"/>
                  <a:gd name="connsiteY19" fmla="*/ 157692 h 225425"/>
                  <a:gd name="connsiteX20" fmla="*/ 115887 w 331788"/>
                  <a:gd name="connsiteY20" fmla="*/ 157692 h 225425"/>
                  <a:gd name="connsiteX21" fmla="*/ 115887 w 331788"/>
                  <a:gd name="connsiteY21" fmla="*/ 175801 h 225425"/>
                  <a:gd name="connsiteX22" fmla="*/ 127725 w 331788"/>
                  <a:gd name="connsiteY22" fmla="*/ 175801 h 225425"/>
                  <a:gd name="connsiteX23" fmla="*/ 127725 w 331788"/>
                  <a:gd name="connsiteY23" fmla="*/ 173214 h 225425"/>
                  <a:gd name="connsiteX24" fmla="*/ 130356 w 331788"/>
                  <a:gd name="connsiteY24" fmla="*/ 173214 h 225425"/>
                  <a:gd name="connsiteX25" fmla="*/ 131671 w 331788"/>
                  <a:gd name="connsiteY25" fmla="*/ 174507 h 225425"/>
                  <a:gd name="connsiteX26" fmla="*/ 131671 w 331788"/>
                  <a:gd name="connsiteY26" fmla="*/ 180975 h 225425"/>
                  <a:gd name="connsiteX27" fmla="*/ 143510 w 331788"/>
                  <a:gd name="connsiteY27" fmla="*/ 180975 h 225425"/>
                  <a:gd name="connsiteX28" fmla="*/ 143510 w 331788"/>
                  <a:gd name="connsiteY28" fmla="*/ 175801 h 225425"/>
                  <a:gd name="connsiteX29" fmla="*/ 151402 w 331788"/>
                  <a:gd name="connsiteY29" fmla="*/ 174507 h 225425"/>
                  <a:gd name="connsiteX30" fmla="*/ 156664 w 331788"/>
                  <a:gd name="connsiteY30" fmla="*/ 170627 h 225425"/>
                  <a:gd name="connsiteX31" fmla="*/ 160610 w 331788"/>
                  <a:gd name="connsiteY31" fmla="*/ 165453 h 225425"/>
                  <a:gd name="connsiteX32" fmla="*/ 161925 w 331788"/>
                  <a:gd name="connsiteY32" fmla="*/ 158985 h 225425"/>
                  <a:gd name="connsiteX33" fmla="*/ 160610 w 331788"/>
                  <a:gd name="connsiteY33" fmla="*/ 155105 h 225425"/>
                  <a:gd name="connsiteX34" fmla="*/ 157979 w 331788"/>
                  <a:gd name="connsiteY34" fmla="*/ 149931 h 225425"/>
                  <a:gd name="connsiteX35" fmla="*/ 151402 w 331788"/>
                  <a:gd name="connsiteY35" fmla="*/ 143463 h 225425"/>
                  <a:gd name="connsiteX36" fmla="*/ 139564 w 331788"/>
                  <a:gd name="connsiteY36" fmla="*/ 140876 h 225425"/>
                  <a:gd name="connsiteX37" fmla="*/ 127725 w 331788"/>
                  <a:gd name="connsiteY37" fmla="*/ 133115 h 225425"/>
                  <a:gd name="connsiteX38" fmla="*/ 129041 w 331788"/>
                  <a:gd name="connsiteY38" fmla="*/ 129234 h 225425"/>
                  <a:gd name="connsiteX39" fmla="*/ 134302 w 331788"/>
                  <a:gd name="connsiteY39" fmla="*/ 127941 h 225425"/>
                  <a:gd name="connsiteX40" fmla="*/ 139564 w 331788"/>
                  <a:gd name="connsiteY40" fmla="*/ 127941 h 225425"/>
                  <a:gd name="connsiteX41" fmla="*/ 142194 w 331788"/>
                  <a:gd name="connsiteY41" fmla="*/ 129234 h 225425"/>
                  <a:gd name="connsiteX42" fmla="*/ 146141 w 331788"/>
                  <a:gd name="connsiteY42" fmla="*/ 131821 h 225425"/>
                  <a:gd name="connsiteX43" fmla="*/ 148771 w 331788"/>
                  <a:gd name="connsiteY43" fmla="*/ 134408 h 225425"/>
                  <a:gd name="connsiteX44" fmla="*/ 160610 w 331788"/>
                  <a:gd name="connsiteY44" fmla="*/ 134408 h 225425"/>
                  <a:gd name="connsiteX45" fmla="*/ 160610 w 331788"/>
                  <a:gd name="connsiteY45" fmla="*/ 116299 h 225425"/>
                  <a:gd name="connsiteX46" fmla="*/ 148771 w 331788"/>
                  <a:gd name="connsiteY46" fmla="*/ 116299 h 225425"/>
                  <a:gd name="connsiteX47" fmla="*/ 148771 w 331788"/>
                  <a:gd name="connsiteY47" fmla="*/ 118886 h 225425"/>
                  <a:gd name="connsiteX48" fmla="*/ 143510 w 331788"/>
                  <a:gd name="connsiteY48" fmla="*/ 117593 h 225425"/>
                  <a:gd name="connsiteX49" fmla="*/ 143510 w 331788"/>
                  <a:gd name="connsiteY49" fmla="*/ 111125 h 225425"/>
                  <a:gd name="connsiteX50" fmla="*/ 131671 w 331788"/>
                  <a:gd name="connsiteY50" fmla="*/ 111125 h 225425"/>
                  <a:gd name="connsiteX51" fmla="*/ 174079 w 331788"/>
                  <a:gd name="connsiteY51" fmla="*/ 84137 h 225425"/>
                  <a:gd name="connsiteX52" fmla="*/ 210890 w 331788"/>
                  <a:gd name="connsiteY52" fmla="*/ 146197 h 225425"/>
                  <a:gd name="connsiteX53" fmla="*/ 171450 w 331788"/>
                  <a:gd name="connsiteY53" fmla="*/ 209550 h 225425"/>
                  <a:gd name="connsiteX54" fmla="*/ 213519 w 331788"/>
                  <a:gd name="connsiteY54" fmla="*/ 209550 h 225425"/>
                  <a:gd name="connsiteX55" fmla="*/ 255588 w 331788"/>
                  <a:gd name="connsiteY55" fmla="*/ 169470 h 225425"/>
                  <a:gd name="connsiteX56" fmla="*/ 255588 w 331788"/>
                  <a:gd name="connsiteY56" fmla="*/ 125510 h 225425"/>
                  <a:gd name="connsiteX57" fmla="*/ 213519 w 331788"/>
                  <a:gd name="connsiteY57" fmla="*/ 84137 h 225425"/>
                  <a:gd name="connsiteX58" fmla="*/ 174079 w 331788"/>
                  <a:gd name="connsiteY58" fmla="*/ 84137 h 225425"/>
                  <a:gd name="connsiteX59" fmla="*/ 56529 w 331788"/>
                  <a:gd name="connsiteY59" fmla="*/ 84137 h 225425"/>
                  <a:gd name="connsiteX60" fmla="*/ 15875 w 331788"/>
                  <a:gd name="connsiteY60" fmla="*/ 124217 h 225425"/>
                  <a:gd name="connsiteX61" fmla="*/ 15875 w 331788"/>
                  <a:gd name="connsiteY61" fmla="*/ 169470 h 225425"/>
                  <a:gd name="connsiteX62" fmla="*/ 56529 w 331788"/>
                  <a:gd name="connsiteY62" fmla="*/ 209550 h 225425"/>
                  <a:gd name="connsiteX63" fmla="*/ 106363 w 331788"/>
                  <a:gd name="connsiteY63" fmla="*/ 209550 h 225425"/>
                  <a:gd name="connsiteX64" fmla="*/ 67020 w 331788"/>
                  <a:gd name="connsiteY64" fmla="*/ 146197 h 225425"/>
                  <a:gd name="connsiteX65" fmla="*/ 103740 w 331788"/>
                  <a:gd name="connsiteY65" fmla="*/ 84137 h 225425"/>
                  <a:gd name="connsiteX66" fmla="*/ 56529 w 331788"/>
                  <a:gd name="connsiteY66" fmla="*/ 84137 h 225425"/>
                  <a:gd name="connsiteX67" fmla="*/ 0 w 331788"/>
                  <a:gd name="connsiteY67" fmla="*/ 66675 h 225425"/>
                  <a:gd name="connsiteX68" fmla="*/ 58737 w 331788"/>
                  <a:gd name="connsiteY68" fmla="*/ 66675 h 225425"/>
                  <a:gd name="connsiteX69" fmla="*/ 269875 w 331788"/>
                  <a:gd name="connsiteY69" fmla="*/ 66675 h 225425"/>
                  <a:gd name="connsiteX70" fmla="*/ 269875 w 331788"/>
                  <a:gd name="connsiteY70" fmla="*/ 225425 h 225425"/>
                  <a:gd name="connsiteX71" fmla="*/ 0 w 331788"/>
                  <a:gd name="connsiteY71" fmla="*/ 225425 h 225425"/>
                  <a:gd name="connsiteX72" fmla="*/ 30162 w 331788"/>
                  <a:gd name="connsiteY72" fmla="*/ 34925 h 225425"/>
                  <a:gd name="connsiteX73" fmla="*/ 88269 w 331788"/>
                  <a:gd name="connsiteY73" fmla="*/ 34925 h 225425"/>
                  <a:gd name="connsiteX74" fmla="*/ 300037 w 331788"/>
                  <a:gd name="connsiteY74" fmla="*/ 34925 h 225425"/>
                  <a:gd name="connsiteX75" fmla="*/ 300037 w 331788"/>
                  <a:gd name="connsiteY75" fmla="*/ 193675 h 225425"/>
                  <a:gd name="connsiteX76" fmla="*/ 280668 w 331788"/>
                  <a:gd name="connsiteY76" fmla="*/ 193675 h 225425"/>
                  <a:gd name="connsiteX77" fmla="*/ 280668 w 331788"/>
                  <a:gd name="connsiteY77" fmla="*/ 136886 h 225425"/>
                  <a:gd name="connsiteX78" fmla="*/ 283251 w 331788"/>
                  <a:gd name="connsiteY78" fmla="*/ 135596 h 225425"/>
                  <a:gd name="connsiteX79" fmla="*/ 283251 w 331788"/>
                  <a:gd name="connsiteY79" fmla="*/ 91714 h 225425"/>
                  <a:gd name="connsiteX80" fmla="*/ 280668 w 331788"/>
                  <a:gd name="connsiteY80" fmla="*/ 91714 h 225425"/>
                  <a:gd name="connsiteX81" fmla="*/ 280668 w 331788"/>
                  <a:gd name="connsiteY81" fmla="*/ 56866 h 225425"/>
                  <a:gd name="connsiteX82" fmla="*/ 244513 w 331788"/>
                  <a:gd name="connsiteY82" fmla="*/ 56866 h 225425"/>
                  <a:gd name="connsiteX83" fmla="*/ 243221 w 331788"/>
                  <a:gd name="connsiteY83" fmla="*/ 51703 h 225425"/>
                  <a:gd name="connsiteX84" fmla="*/ 86978 w 331788"/>
                  <a:gd name="connsiteY84" fmla="*/ 51703 h 225425"/>
                  <a:gd name="connsiteX85" fmla="*/ 84395 w 331788"/>
                  <a:gd name="connsiteY85" fmla="*/ 56866 h 225425"/>
                  <a:gd name="connsiteX86" fmla="*/ 30162 w 331788"/>
                  <a:gd name="connsiteY86" fmla="*/ 56866 h 225425"/>
                  <a:gd name="connsiteX87" fmla="*/ 30162 w 331788"/>
                  <a:gd name="connsiteY87" fmla="*/ 34925 h 225425"/>
                  <a:gd name="connsiteX88" fmla="*/ 60325 w 331788"/>
                  <a:gd name="connsiteY88" fmla="*/ 0 h 225425"/>
                  <a:gd name="connsiteX89" fmla="*/ 272040 w 331788"/>
                  <a:gd name="connsiteY89" fmla="*/ 0 h 225425"/>
                  <a:gd name="connsiteX90" fmla="*/ 331788 w 331788"/>
                  <a:gd name="connsiteY90" fmla="*/ 0 h 225425"/>
                  <a:gd name="connsiteX91" fmla="*/ 331788 w 331788"/>
                  <a:gd name="connsiteY91" fmla="*/ 160338 h 225425"/>
                  <a:gd name="connsiteX92" fmla="*/ 312305 w 331788"/>
                  <a:gd name="connsiteY92" fmla="*/ 160338 h 225425"/>
                  <a:gd name="connsiteX93" fmla="*/ 312305 w 331788"/>
                  <a:gd name="connsiteY93" fmla="*/ 102981 h 225425"/>
                  <a:gd name="connsiteX94" fmla="*/ 314903 w 331788"/>
                  <a:gd name="connsiteY94" fmla="*/ 101678 h 225425"/>
                  <a:gd name="connsiteX95" fmla="*/ 314903 w 331788"/>
                  <a:gd name="connsiteY95" fmla="*/ 57357 h 225425"/>
                  <a:gd name="connsiteX96" fmla="*/ 312305 w 331788"/>
                  <a:gd name="connsiteY96" fmla="*/ 57357 h 225425"/>
                  <a:gd name="connsiteX97" fmla="*/ 312305 w 331788"/>
                  <a:gd name="connsiteY97" fmla="*/ 22161 h 225425"/>
                  <a:gd name="connsiteX98" fmla="*/ 275937 w 331788"/>
                  <a:gd name="connsiteY98" fmla="*/ 22161 h 225425"/>
                  <a:gd name="connsiteX99" fmla="*/ 274638 w 331788"/>
                  <a:gd name="connsiteY99" fmla="*/ 16946 h 225425"/>
                  <a:gd name="connsiteX100" fmla="*/ 116176 w 331788"/>
                  <a:gd name="connsiteY100" fmla="*/ 16946 h 225425"/>
                  <a:gd name="connsiteX101" fmla="*/ 114877 w 331788"/>
                  <a:gd name="connsiteY101" fmla="*/ 22161 h 225425"/>
                  <a:gd name="connsiteX102" fmla="*/ 60325 w 331788"/>
                  <a:gd name="connsiteY102" fmla="*/ 22161 h 225425"/>
                  <a:gd name="connsiteX103" fmla="*/ 60325 w 331788"/>
                  <a:gd name="connsiteY103" fmla="*/ 0 h 225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31788" h="225425">
                    <a:moveTo>
                      <a:pt x="131671" y="111125"/>
                    </a:moveTo>
                    <a:cubicBezTo>
                      <a:pt x="131671" y="111125"/>
                      <a:pt x="131671" y="111125"/>
                      <a:pt x="131671" y="116299"/>
                    </a:cubicBezTo>
                    <a:cubicBezTo>
                      <a:pt x="129041" y="116299"/>
                      <a:pt x="127725" y="117593"/>
                      <a:pt x="125095" y="118886"/>
                    </a:cubicBezTo>
                    <a:cubicBezTo>
                      <a:pt x="123779" y="118886"/>
                      <a:pt x="121149" y="120180"/>
                      <a:pt x="119833" y="122767"/>
                    </a:cubicBezTo>
                    <a:cubicBezTo>
                      <a:pt x="118518" y="124060"/>
                      <a:pt x="117202" y="125354"/>
                      <a:pt x="117202" y="126647"/>
                    </a:cubicBezTo>
                    <a:cubicBezTo>
                      <a:pt x="115887" y="129234"/>
                      <a:pt x="115887" y="130528"/>
                      <a:pt x="115887" y="133115"/>
                    </a:cubicBezTo>
                    <a:cubicBezTo>
                      <a:pt x="115887" y="134408"/>
                      <a:pt x="115887" y="135702"/>
                      <a:pt x="115887" y="138289"/>
                    </a:cubicBezTo>
                    <a:cubicBezTo>
                      <a:pt x="117202" y="139582"/>
                      <a:pt x="118518" y="142169"/>
                      <a:pt x="119833" y="143463"/>
                    </a:cubicBezTo>
                    <a:cubicBezTo>
                      <a:pt x="121149" y="146050"/>
                      <a:pt x="123779" y="147344"/>
                      <a:pt x="126410" y="148637"/>
                    </a:cubicBezTo>
                    <a:cubicBezTo>
                      <a:pt x="129041" y="149931"/>
                      <a:pt x="132987" y="151224"/>
                      <a:pt x="138248" y="152518"/>
                    </a:cubicBezTo>
                    <a:cubicBezTo>
                      <a:pt x="139564" y="152518"/>
                      <a:pt x="140879" y="152518"/>
                      <a:pt x="142194" y="152518"/>
                    </a:cubicBezTo>
                    <a:cubicBezTo>
                      <a:pt x="143510" y="153811"/>
                      <a:pt x="144825" y="153811"/>
                      <a:pt x="146141" y="153811"/>
                    </a:cubicBezTo>
                    <a:cubicBezTo>
                      <a:pt x="147456" y="155105"/>
                      <a:pt x="147456" y="155105"/>
                      <a:pt x="148771" y="156398"/>
                    </a:cubicBezTo>
                    <a:cubicBezTo>
                      <a:pt x="148771" y="157692"/>
                      <a:pt x="150087" y="158985"/>
                      <a:pt x="150087" y="158985"/>
                    </a:cubicBezTo>
                    <a:cubicBezTo>
                      <a:pt x="150087" y="161572"/>
                      <a:pt x="148771" y="161572"/>
                      <a:pt x="147456" y="162866"/>
                    </a:cubicBezTo>
                    <a:cubicBezTo>
                      <a:pt x="146141" y="164159"/>
                      <a:pt x="144825" y="164159"/>
                      <a:pt x="142194" y="164159"/>
                    </a:cubicBezTo>
                    <a:cubicBezTo>
                      <a:pt x="140879" y="164159"/>
                      <a:pt x="139564" y="164159"/>
                      <a:pt x="138248" y="164159"/>
                    </a:cubicBezTo>
                    <a:cubicBezTo>
                      <a:pt x="136933" y="164159"/>
                      <a:pt x="135618" y="162866"/>
                      <a:pt x="134302" y="162866"/>
                    </a:cubicBezTo>
                    <a:cubicBezTo>
                      <a:pt x="132987" y="162866"/>
                      <a:pt x="131671" y="161572"/>
                      <a:pt x="131671" y="160279"/>
                    </a:cubicBezTo>
                    <a:cubicBezTo>
                      <a:pt x="130356" y="160279"/>
                      <a:pt x="129041" y="158985"/>
                      <a:pt x="127725" y="157692"/>
                    </a:cubicBezTo>
                    <a:cubicBezTo>
                      <a:pt x="127725" y="157692"/>
                      <a:pt x="127725" y="157692"/>
                      <a:pt x="115887" y="157692"/>
                    </a:cubicBezTo>
                    <a:cubicBezTo>
                      <a:pt x="115887" y="157692"/>
                      <a:pt x="115887" y="157692"/>
                      <a:pt x="115887" y="175801"/>
                    </a:cubicBezTo>
                    <a:cubicBezTo>
                      <a:pt x="115887" y="175801"/>
                      <a:pt x="115887" y="175801"/>
                      <a:pt x="127725" y="175801"/>
                    </a:cubicBezTo>
                    <a:cubicBezTo>
                      <a:pt x="127725" y="175801"/>
                      <a:pt x="127725" y="175801"/>
                      <a:pt x="127725" y="173214"/>
                    </a:cubicBezTo>
                    <a:cubicBezTo>
                      <a:pt x="129041" y="173214"/>
                      <a:pt x="129041" y="173214"/>
                      <a:pt x="130356" y="173214"/>
                    </a:cubicBezTo>
                    <a:cubicBezTo>
                      <a:pt x="130356" y="174507"/>
                      <a:pt x="131671" y="174507"/>
                      <a:pt x="131671" y="174507"/>
                    </a:cubicBezTo>
                    <a:cubicBezTo>
                      <a:pt x="131671" y="174507"/>
                      <a:pt x="131671" y="174507"/>
                      <a:pt x="131671" y="180975"/>
                    </a:cubicBezTo>
                    <a:cubicBezTo>
                      <a:pt x="131671" y="180975"/>
                      <a:pt x="131671" y="180975"/>
                      <a:pt x="143510" y="180975"/>
                    </a:cubicBezTo>
                    <a:cubicBezTo>
                      <a:pt x="143510" y="180975"/>
                      <a:pt x="143510" y="180975"/>
                      <a:pt x="143510" y="175801"/>
                    </a:cubicBezTo>
                    <a:cubicBezTo>
                      <a:pt x="146141" y="175801"/>
                      <a:pt x="148771" y="175801"/>
                      <a:pt x="151402" y="174507"/>
                    </a:cubicBezTo>
                    <a:cubicBezTo>
                      <a:pt x="152717" y="173214"/>
                      <a:pt x="155348" y="171920"/>
                      <a:pt x="156664" y="170627"/>
                    </a:cubicBezTo>
                    <a:cubicBezTo>
                      <a:pt x="157979" y="169333"/>
                      <a:pt x="159294" y="168040"/>
                      <a:pt x="160610" y="165453"/>
                    </a:cubicBezTo>
                    <a:cubicBezTo>
                      <a:pt x="160610" y="164159"/>
                      <a:pt x="161925" y="161572"/>
                      <a:pt x="161925" y="158985"/>
                    </a:cubicBezTo>
                    <a:cubicBezTo>
                      <a:pt x="161925" y="158985"/>
                      <a:pt x="161925" y="156398"/>
                      <a:pt x="160610" y="155105"/>
                    </a:cubicBezTo>
                    <a:cubicBezTo>
                      <a:pt x="160610" y="153811"/>
                      <a:pt x="159294" y="151224"/>
                      <a:pt x="157979" y="149931"/>
                    </a:cubicBezTo>
                    <a:cubicBezTo>
                      <a:pt x="156664" y="147344"/>
                      <a:pt x="154033" y="146050"/>
                      <a:pt x="151402" y="143463"/>
                    </a:cubicBezTo>
                    <a:cubicBezTo>
                      <a:pt x="148771" y="142169"/>
                      <a:pt x="144825" y="140876"/>
                      <a:pt x="139564" y="140876"/>
                    </a:cubicBezTo>
                    <a:cubicBezTo>
                      <a:pt x="131671" y="139582"/>
                      <a:pt x="127725" y="136995"/>
                      <a:pt x="127725" y="133115"/>
                    </a:cubicBezTo>
                    <a:cubicBezTo>
                      <a:pt x="127725" y="131821"/>
                      <a:pt x="127725" y="130528"/>
                      <a:pt x="129041" y="129234"/>
                    </a:cubicBezTo>
                    <a:cubicBezTo>
                      <a:pt x="130356" y="127941"/>
                      <a:pt x="132987" y="127941"/>
                      <a:pt x="134302" y="127941"/>
                    </a:cubicBezTo>
                    <a:cubicBezTo>
                      <a:pt x="136933" y="127941"/>
                      <a:pt x="138248" y="127941"/>
                      <a:pt x="139564" y="127941"/>
                    </a:cubicBezTo>
                    <a:cubicBezTo>
                      <a:pt x="140879" y="129234"/>
                      <a:pt x="142194" y="129234"/>
                      <a:pt x="142194" y="129234"/>
                    </a:cubicBezTo>
                    <a:cubicBezTo>
                      <a:pt x="143510" y="130528"/>
                      <a:pt x="144825" y="130528"/>
                      <a:pt x="146141" y="131821"/>
                    </a:cubicBezTo>
                    <a:cubicBezTo>
                      <a:pt x="146141" y="131821"/>
                      <a:pt x="147456" y="133115"/>
                      <a:pt x="148771" y="134408"/>
                    </a:cubicBezTo>
                    <a:cubicBezTo>
                      <a:pt x="148771" y="134408"/>
                      <a:pt x="148771" y="134408"/>
                      <a:pt x="160610" y="134408"/>
                    </a:cubicBezTo>
                    <a:cubicBezTo>
                      <a:pt x="160610" y="134408"/>
                      <a:pt x="160610" y="134408"/>
                      <a:pt x="160610" y="116299"/>
                    </a:cubicBezTo>
                    <a:cubicBezTo>
                      <a:pt x="160610" y="116299"/>
                      <a:pt x="160610" y="116299"/>
                      <a:pt x="148771" y="116299"/>
                    </a:cubicBezTo>
                    <a:cubicBezTo>
                      <a:pt x="148771" y="116299"/>
                      <a:pt x="148771" y="116299"/>
                      <a:pt x="148771" y="118886"/>
                    </a:cubicBezTo>
                    <a:cubicBezTo>
                      <a:pt x="147456" y="118886"/>
                      <a:pt x="144825" y="117593"/>
                      <a:pt x="143510" y="117593"/>
                    </a:cubicBezTo>
                    <a:cubicBezTo>
                      <a:pt x="143510" y="117593"/>
                      <a:pt x="143510" y="117593"/>
                      <a:pt x="143510" y="111125"/>
                    </a:cubicBezTo>
                    <a:cubicBezTo>
                      <a:pt x="143510" y="111125"/>
                      <a:pt x="143510" y="111125"/>
                      <a:pt x="131671" y="111125"/>
                    </a:cubicBezTo>
                    <a:close/>
                    <a:moveTo>
                      <a:pt x="174079" y="84137"/>
                    </a:moveTo>
                    <a:cubicBezTo>
                      <a:pt x="196429" y="95773"/>
                      <a:pt x="210890" y="119046"/>
                      <a:pt x="210890" y="146197"/>
                    </a:cubicBezTo>
                    <a:cubicBezTo>
                      <a:pt x="210890" y="174641"/>
                      <a:pt x="195114" y="197914"/>
                      <a:pt x="171450" y="209550"/>
                    </a:cubicBezTo>
                    <a:cubicBezTo>
                      <a:pt x="171450" y="209550"/>
                      <a:pt x="171450" y="209550"/>
                      <a:pt x="213519" y="209550"/>
                    </a:cubicBezTo>
                    <a:cubicBezTo>
                      <a:pt x="218778" y="190156"/>
                      <a:pt x="234554" y="174641"/>
                      <a:pt x="255588" y="169470"/>
                    </a:cubicBezTo>
                    <a:cubicBezTo>
                      <a:pt x="255588" y="169470"/>
                      <a:pt x="255588" y="169470"/>
                      <a:pt x="255588" y="125510"/>
                    </a:cubicBezTo>
                    <a:cubicBezTo>
                      <a:pt x="234554" y="120339"/>
                      <a:pt x="218778" y="103531"/>
                      <a:pt x="213519" y="84137"/>
                    </a:cubicBezTo>
                    <a:cubicBezTo>
                      <a:pt x="213519" y="84137"/>
                      <a:pt x="213519" y="84137"/>
                      <a:pt x="174079" y="84137"/>
                    </a:cubicBezTo>
                    <a:close/>
                    <a:moveTo>
                      <a:pt x="56529" y="84137"/>
                    </a:moveTo>
                    <a:cubicBezTo>
                      <a:pt x="51283" y="103531"/>
                      <a:pt x="35546" y="119046"/>
                      <a:pt x="15875" y="124217"/>
                    </a:cubicBezTo>
                    <a:cubicBezTo>
                      <a:pt x="15875" y="124217"/>
                      <a:pt x="15875" y="124217"/>
                      <a:pt x="15875" y="169470"/>
                    </a:cubicBezTo>
                    <a:cubicBezTo>
                      <a:pt x="35546" y="174641"/>
                      <a:pt x="51283" y="190156"/>
                      <a:pt x="56529" y="209550"/>
                    </a:cubicBezTo>
                    <a:lnTo>
                      <a:pt x="106363" y="209550"/>
                    </a:lnTo>
                    <a:cubicBezTo>
                      <a:pt x="82757" y="197914"/>
                      <a:pt x="67020" y="174641"/>
                      <a:pt x="67020" y="146197"/>
                    </a:cubicBezTo>
                    <a:cubicBezTo>
                      <a:pt x="67020" y="119046"/>
                      <a:pt x="81446" y="95773"/>
                      <a:pt x="103740" y="84137"/>
                    </a:cubicBezTo>
                    <a:cubicBezTo>
                      <a:pt x="103740" y="84137"/>
                      <a:pt x="103740" y="84137"/>
                      <a:pt x="56529" y="84137"/>
                    </a:cubicBezTo>
                    <a:close/>
                    <a:moveTo>
                      <a:pt x="0" y="66675"/>
                    </a:moveTo>
                    <a:lnTo>
                      <a:pt x="58737" y="66675"/>
                    </a:lnTo>
                    <a:lnTo>
                      <a:pt x="269875" y="66675"/>
                    </a:lnTo>
                    <a:lnTo>
                      <a:pt x="269875" y="225425"/>
                    </a:lnTo>
                    <a:lnTo>
                      <a:pt x="0" y="225425"/>
                    </a:lnTo>
                    <a:close/>
                    <a:moveTo>
                      <a:pt x="30162" y="34925"/>
                    </a:moveTo>
                    <a:cubicBezTo>
                      <a:pt x="30162" y="34925"/>
                      <a:pt x="30162" y="34925"/>
                      <a:pt x="88269" y="34925"/>
                    </a:cubicBezTo>
                    <a:lnTo>
                      <a:pt x="300037" y="34925"/>
                    </a:lnTo>
                    <a:cubicBezTo>
                      <a:pt x="300037" y="34925"/>
                      <a:pt x="300037" y="34925"/>
                      <a:pt x="300037" y="193675"/>
                    </a:cubicBezTo>
                    <a:cubicBezTo>
                      <a:pt x="300037" y="193675"/>
                      <a:pt x="300037" y="193675"/>
                      <a:pt x="280668" y="193675"/>
                    </a:cubicBezTo>
                    <a:cubicBezTo>
                      <a:pt x="280668" y="193675"/>
                      <a:pt x="280668" y="193675"/>
                      <a:pt x="280668" y="136886"/>
                    </a:cubicBezTo>
                    <a:cubicBezTo>
                      <a:pt x="281959" y="136886"/>
                      <a:pt x="283251" y="136886"/>
                      <a:pt x="283251" y="135596"/>
                    </a:cubicBezTo>
                    <a:cubicBezTo>
                      <a:pt x="283251" y="135596"/>
                      <a:pt x="283251" y="135596"/>
                      <a:pt x="283251" y="91714"/>
                    </a:cubicBezTo>
                    <a:cubicBezTo>
                      <a:pt x="283251" y="91714"/>
                      <a:pt x="281959" y="91714"/>
                      <a:pt x="280668" y="91714"/>
                    </a:cubicBezTo>
                    <a:cubicBezTo>
                      <a:pt x="280668" y="91714"/>
                      <a:pt x="280668" y="91714"/>
                      <a:pt x="280668" y="56866"/>
                    </a:cubicBezTo>
                    <a:cubicBezTo>
                      <a:pt x="280668" y="56866"/>
                      <a:pt x="280668" y="56866"/>
                      <a:pt x="244513" y="56866"/>
                    </a:cubicBezTo>
                    <a:cubicBezTo>
                      <a:pt x="244513" y="55575"/>
                      <a:pt x="243221" y="52994"/>
                      <a:pt x="243221" y="51703"/>
                    </a:cubicBezTo>
                    <a:cubicBezTo>
                      <a:pt x="243221" y="51703"/>
                      <a:pt x="243221" y="51703"/>
                      <a:pt x="86978" y="51703"/>
                    </a:cubicBezTo>
                    <a:cubicBezTo>
                      <a:pt x="85687" y="52994"/>
                      <a:pt x="85687" y="55575"/>
                      <a:pt x="84395" y="56866"/>
                    </a:cubicBezTo>
                    <a:cubicBezTo>
                      <a:pt x="84395" y="56866"/>
                      <a:pt x="84395" y="56866"/>
                      <a:pt x="30162" y="56866"/>
                    </a:cubicBezTo>
                    <a:cubicBezTo>
                      <a:pt x="30162" y="56866"/>
                      <a:pt x="30162" y="56866"/>
                      <a:pt x="30162" y="34925"/>
                    </a:cubicBezTo>
                    <a:close/>
                    <a:moveTo>
                      <a:pt x="60325" y="0"/>
                    </a:moveTo>
                    <a:cubicBezTo>
                      <a:pt x="60325" y="0"/>
                      <a:pt x="60325" y="0"/>
                      <a:pt x="272040" y="0"/>
                    </a:cubicBezTo>
                    <a:lnTo>
                      <a:pt x="331788" y="0"/>
                    </a:lnTo>
                    <a:cubicBezTo>
                      <a:pt x="331788" y="0"/>
                      <a:pt x="331788" y="0"/>
                      <a:pt x="331788" y="160338"/>
                    </a:cubicBezTo>
                    <a:cubicBezTo>
                      <a:pt x="331788" y="160338"/>
                      <a:pt x="331788" y="160338"/>
                      <a:pt x="312305" y="160338"/>
                    </a:cubicBezTo>
                    <a:cubicBezTo>
                      <a:pt x="312305" y="160338"/>
                      <a:pt x="312305" y="160338"/>
                      <a:pt x="312305" y="102981"/>
                    </a:cubicBezTo>
                    <a:cubicBezTo>
                      <a:pt x="313604" y="102981"/>
                      <a:pt x="313604" y="102981"/>
                      <a:pt x="314903" y="101678"/>
                    </a:cubicBezTo>
                    <a:cubicBezTo>
                      <a:pt x="314903" y="101678"/>
                      <a:pt x="314903" y="101678"/>
                      <a:pt x="314903" y="57357"/>
                    </a:cubicBezTo>
                    <a:cubicBezTo>
                      <a:pt x="313604" y="57357"/>
                      <a:pt x="313604" y="57357"/>
                      <a:pt x="312305" y="57357"/>
                    </a:cubicBezTo>
                    <a:cubicBezTo>
                      <a:pt x="312305" y="57357"/>
                      <a:pt x="312305" y="57357"/>
                      <a:pt x="312305" y="22161"/>
                    </a:cubicBezTo>
                    <a:cubicBezTo>
                      <a:pt x="312305" y="22161"/>
                      <a:pt x="312305" y="22161"/>
                      <a:pt x="275937" y="22161"/>
                    </a:cubicBezTo>
                    <a:cubicBezTo>
                      <a:pt x="275937" y="20857"/>
                      <a:pt x="274638" y="18250"/>
                      <a:pt x="274638" y="16946"/>
                    </a:cubicBezTo>
                    <a:cubicBezTo>
                      <a:pt x="274638" y="16946"/>
                      <a:pt x="274638" y="16946"/>
                      <a:pt x="116176" y="16946"/>
                    </a:cubicBezTo>
                    <a:cubicBezTo>
                      <a:pt x="116176" y="18250"/>
                      <a:pt x="114877" y="20857"/>
                      <a:pt x="114877" y="22161"/>
                    </a:cubicBezTo>
                    <a:cubicBezTo>
                      <a:pt x="114877" y="22161"/>
                      <a:pt x="114877" y="22161"/>
                      <a:pt x="60325" y="22161"/>
                    </a:cubicBezTo>
                    <a:cubicBezTo>
                      <a:pt x="60325" y="22161"/>
                      <a:pt x="60325" y="22161"/>
                      <a:pt x="6032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endParaRPr>
              </a:p>
            </p:txBody>
          </p:sp>
        </p:grpSp>
        <p:grpSp>
          <p:nvGrpSpPr>
            <p:cNvPr id="18" name="组合 17"/>
            <p:cNvGrpSpPr/>
            <p:nvPr/>
          </p:nvGrpSpPr>
          <p:grpSpPr>
            <a:xfrm>
              <a:off x="7415213" y="2597944"/>
              <a:ext cx="1162050" cy="1162050"/>
              <a:chOff x="2838450" y="1838325"/>
              <a:chExt cx="1295400" cy="1295400"/>
            </a:xfrm>
          </p:grpSpPr>
          <p:sp>
            <p:nvSpPr>
              <p:cNvPr id="22" name="椭圆 21"/>
              <p:cNvSpPr/>
              <p:nvPr/>
            </p:nvSpPr>
            <p:spPr>
              <a:xfrm>
                <a:off x="2838450" y="1838325"/>
                <a:ext cx="1295400" cy="1295400"/>
              </a:xfrm>
              <a:prstGeom prst="ellipse">
                <a:avLst/>
              </a:prstGeom>
              <a:solidFill>
                <a:srgbClr val="23A2E4"/>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bg1"/>
                  </a:solidFill>
                  <a:latin typeface="+mn-ea"/>
                  <a:cs typeface="+mn-ea"/>
                </a:endParaRPr>
              </a:p>
            </p:txBody>
          </p:sp>
          <p:sp>
            <p:nvSpPr>
              <p:cNvPr id="23" name="椭圆 88"/>
              <p:cNvSpPr/>
              <p:nvPr/>
            </p:nvSpPr>
            <p:spPr>
              <a:xfrm>
                <a:off x="3200489" y="2162175"/>
                <a:ext cx="571321" cy="647700"/>
              </a:xfrm>
              <a:custGeom>
                <a:avLst/>
                <a:gdLst>
                  <a:gd name="connsiteX0" fmla="*/ 85348 w 296863"/>
                  <a:gd name="connsiteY0" fmla="*/ 236537 h 336550"/>
                  <a:gd name="connsiteX1" fmla="*/ 211516 w 296863"/>
                  <a:gd name="connsiteY1" fmla="*/ 236537 h 336550"/>
                  <a:gd name="connsiteX2" fmla="*/ 228601 w 296863"/>
                  <a:gd name="connsiteY2" fmla="*/ 253206 h 336550"/>
                  <a:gd name="connsiteX3" fmla="*/ 211516 w 296863"/>
                  <a:gd name="connsiteY3" fmla="*/ 269875 h 336550"/>
                  <a:gd name="connsiteX4" fmla="*/ 85348 w 296863"/>
                  <a:gd name="connsiteY4" fmla="*/ 269875 h 336550"/>
                  <a:gd name="connsiteX5" fmla="*/ 68263 w 296863"/>
                  <a:gd name="connsiteY5" fmla="*/ 253206 h 336550"/>
                  <a:gd name="connsiteX6" fmla="*/ 85348 w 296863"/>
                  <a:gd name="connsiteY6" fmla="*/ 236537 h 336550"/>
                  <a:gd name="connsiteX7" fmla="*/ 85348 w 296863"/>
                  <a:gd name="connsiteY7" fmla="*/ 173037 h 336550"/>
                  <a:gd name="connsiteX8" fmla="*/ 211516 w 296863"/>
                  <a:gd name="connsiteY8" fmla="*/ 173037 h 336550"/>
                  <a:gd name="connsiteX9" fmla="*/ 228601 w 296863"/>
                  <a:gd name="connsiteY9" fmla="*/ 190373 h 336550"/>
                  <a:gd name="connsiteX10" fmla="*/ 211516 w 296863"/>
                  <a:gd name="connsiteY10" fmla="*/ 206375 h 336550"/>
                  <a:gd name="connsiteX11" fmla="*/ 85348 w 296863"/>
                  <a:gd name="connsiteY11" fmla="*/ 206375 h 336550"/>
                  <a:gd name="connsiteX12" fmla="*/ 68263 w 296863"/>
                  <a:gd name="connsiteY12" fmla="*/ 190373 h 336550"/>
                  <a:gd name="connsiteX13" fmla="*/ 85348 w 296863"/>
                  <a:gd name="connsiteY13" fmla="*/ 173037 h 336550"/>
                  <a:gd name="connsiteX14" fmla="*/ 164614 w 296863"/>
                  <a:gd name="connsiteY14" fmla="*/ 115887 h 336550"/>
                  <a:gd name="connsiteX15" fmla="*/ 211625 w 296863"/>
                  <a:gd name="connsiteY15" fmla="*/ 115887 h 336550"/>
                  <a:gd name="connsiteX16" fmla="*/ 228601 w 296863"/>
                  <a:gd name="connsiteY16" fmla="*/ 133349 h 336550"/>
                  <a:gd name="connsiteX17" fmla="*/ 211625 w 296863"/>
                  <a:gd name="connsiteY17" fmla="*/ 150812 h 336550"/>
                  <a:gd name="connsiteX18" fmla="*/ 164614 w 296863"/>
                  <a:gd name="connsiteY18" fmla="*/ 150812 h 336550"/>
                  <a:gd name="connsiteX19" fmla="*/ 147638 w 296863"/>
                  <a:gd name="connsiteY19" fmla="*/ 133349 h 336550"/>
                  <a:gd name="connsiteX20" fmla="*/ 164614 w 296863"/>
                  <a:gd name="connsiteY20" fmla="*/ 115887 h 336550"/>
                  <a:gd name="connsiteX21" fmla="*/ 164614 w 296863"/>
                  <a:gd name="connsiteY21" fmla="*/ 61912 h 336550"/>
                  <a:gd name="connsiteX22" fmla="*/ 211625 w 296863"/>
                  <a:gd name="connsiteY22" fmla="*/ 61912 h 336550"/>
                  <a:gd name="connsiteX23" fmla="*/ 228601 w 296863"/>
                  <a:gd name="connsiteY23" fmla="*/ 77152 h 336550"/>
                  <a:gd name="connsiteX24" fmla="*/ 211625 w 296863"/>
                  <a:gd name="connsiteY24" fmla="*/ 93662 h 336550"/>
                  <a:gd name="connsiteX25" fmla="*/ 164614 w 296863"/>
                  <a:gd name="connsiteY25" fmla="*/ 93662 h 336550"/>
                  <a:gd name="connsiteX26" fmla="*/ 147638 w 296863"/>
                  <a:gd name="connsiteY26" fmla="*/ 77152 h 336550"/>
                  <a:gd name="connsiteX27" fmla="*/ 164614 w 296863"/>
                  <a:gd name="connsiteY27" fmla="*/ 61912 h 336550"/>
                  <a:gd name="connsiteX28" fmla="*/ 127397 w 296863"/>
                  <a:gd name="connsiteY28" fmla="*/ 22225 h 336550"/>
                  <a:gd name="connsiteX29" fmla="*/ 127397 w 296863"/>
                  <a:gd name="connsiteY29" fmla="*/ 110381 h 336550"/>
                  <a:gd name="connsiteX30" fmla="*/ 111621 w 296863"/>
                  <a:gd name="connsiteY30" fmla="*/ 124854 h 336550"/>
                  <a:gd name="connsiteX31" fmla="*/ 22225 w 296863"/>
                  <a:gd name="connsiteY31" fmla="*/ 124854 h 336550"/>
                  <a:gd name="connsiteX32" fmla="*/ 22225 w 296863"/>
                  <a:gd name="connsiteY32" fmla="*/ 305115 h 336550"/>
                  <a:gd name="connsiteX33" fmla="*/ 31427 w 296863"/>
                  <a:gd name="connsiteY33" fmla="*/ 314325 h 336550"/>
                  <a:gd name="connsiteX34" fmla="*/ 265436 w 296863"/>
                  <a:gd name="connsiteY34" fmla="*/ 314325 h 336550"/>
                  <a:gd name="connsiteX35" fmla="*/ 274638 w 296863"/>
                  <a:gd name="connsiteY35" fmla="*/ 305115 h 336550"/>
                  <a:gd name="connsiteX36" fmla="*/ 274638 w 296863"/>
                  <a:gd name="connsiteY36" fmla="*/ 31435 h 336550"/>
                  <a:gd name="connsiteX37" fmla="*/ 265436 w 296863"/>
                  <a:gd name="connsiteY37" fmla="*/ 22225 h 336550"/>
                  <a:gd name="connsiteX38" fmla="*/ 127397 w 296863"/>
                  <a:gd name="connsiteY38" fmla="*/ 22225 h 336550"/>
                  <a:gd name="connsiteX39" fmla="*/ 118220 w 296863"/>
                  <a:gd name="connsiteY39" fmla="*/ 0 h 336550"/>
                  <a:gd name="connsiteX40" fmla="*/ 265338 w 296863"/>
                  <a:gd name="connsiteY40" fmla="*/ 0 h 336550"/>
                  <a:gd name="connsiteX41" fmla="*/ 296863 w 296863"/>
                  <a:gd name="connsiteY41" fmla="*/ 31551 h 336550"/>
                  <a:gd name="connsiteX42" fmla="*/ 296863 w 296863"/>
                  <a:gd name="connsiteY42" fmla="*/ 304999 h 336550"/>
                  <a:gd name="connsiteX43" fmla="*/ 265338 w 296863"/>
                  <a:gd name="connsiteY43" fmla="*/ 336550 h 336550"/>
                  <a:gd name="connsiteX44" fmla="*/ 31525 w 296863"/>
                  <a:gd name="connsiteY44" fmla="*/ 336550 h 336550"/>
                  <a:gd name="connsiteX45" fmla="*/ 0 w 296863"/>
                  <a:gd name="connsiteY45" fmla="*/ 304999 h 336550"/>
                  <a:gd name="connsiteX46" fmla="*/ 0 w 296863"/>
                  <a:gd name="connsiteY46" fmla="*/ 119633 h 336550"/>
                  <a:gd name="connsiteX47" fmla="*/ 9195 w 296863"/>
                  <a:gd name="connsiteY47" fmla="*/ 97284 h 336550"/>
                  <a:gd name="connsiteX48" fmla="*/ 95889 w 296863"/>
                  <a:gd name="connsiteY48" fmla="*/ 9202 h 336550"/>
                  <a:gd name="connsiteX49" fmla="*/ 118220 w 296863"/>
                  <a:gd name="connsiteY49"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96863" h="336550">
                    <a:moveTo>
                      <a:pt x="85348" y="236537"/>
                    </a:moveTo>
                    <a:cubicBezTo>
                      <a:pt x="85348" y="236537"/>
                      <a:pt x="85348" y="236537"/>
                      <a:pt x="211516" y="236537"/>
                    </a:cubicBezTo>
                    <a:cubicBezTo>
                      <a:pt x="220716" y="236537"/>
                      <a:pt x="228601" y="244231"/>
                      <a:pt x="228601" y="253206"/>
                    </a:cubicBezTo>
                    <a:cubicBezTo>
                      <a:pt x="228601" y="262182"/>
                      <a:pt x="220716" y="269875"/>
                      <a:pt x="211516" y="269875"/>
                    </a:cubicBezTo>
                    <a:cubicBezTo>
                      <a:pt x="211516" y="269875"/>
                      <a:pt x="211516" y="269875"/>
                      <a:pt x="85348" y="269875"/>
                    </a:cubicBezTo>
                    <a:cubicBezTo>
                      <a:pt x="76149" y="269875"/>
                      <a:pt x="68263" y="262182"/>
                      <a:pt x="68263" y="253206"/>
                    </a:cubicBezTo>
                    <a:cubicBezTo>
                      <a:pt x="68263" y="244231"/>
                      <a:pt x="76149" y="236537"/>
                      <a:pt x="85348" y="236537"/>
                    </a:cubicBezTo>
                    <a:close/>
                    <a:moveTo>
                      <a:pt x="85348" y="173037"/>
                    </a:moveTo>
                    <a:cubicBezTo>
                      <a:pt x="85348" y="173037"/>
                      <a:pt x="85348" y="173037"/>
                      <a:pt x="211516" y="173037"/>
                    </a:cubicBezTo>
                    <a:cubicBezTo>
                      <a:pt x="220716" y="173037"/>
                      <a:pt x="228601" y="181038"/>
                      <a:pt x="228601" y="190373"/>
                    </a:cubicBezTo>
                    <a:cubicBezTo>
                      <a:pt x="228601" y="199707"/>
                      <a:pt x="220716" y="206375"/>
                      <a:pt x="211516" y="206375"/>
                    </a:cubicBezTo>
                    <a:cubicBezTo>
                      <a:pt x="211516" y="206375"/>
                      <a:pt x="211516" y="206375"/>
                      <a:pt x="85348" y="206375"/>
                    </a:cubicBezTo>
                    <a:cubicBezTo>
                      <a:pt x="76149" y="206375"/>
                      <a:pt x="68263" y="199707"/>
                      <a:pt x="68263" y="190373"/>
                    </a:cubicBezTo>
                    <a:cubicBezTo>
                      <a:pt x="68263" y="181038"/>
                      <a:pt x="76149" y="173037"/>
                      <a:pt x="85348" y="173037"/>
                    </a:cubicBezTo>
                    <a:close/>
                    <a:moveTo>
                      <a:pt x="164614" y="115887"/>
                    </a:moveTo>
                    <a:cubicBezTo>
                      <a:pt x="164614" y="115887"/>
                      <a:pt x="164614" y="115887"/>
                      <a:pt x="211625" y="115887"/>
                    </a:cubicBezTo>
                    <a:cubicBezTo>
                      <a:pt x="220766" y="115887"/>
                      <a:pt x="228601" y="123946"/>
                      <a:pt x="228601" y="133349"/>
                    </a:cubicBezTo>
                    <a:cubicBezTo>
                      <a:pt x="228601" y="142752"/>
                      <a:pt x="220766" y="150812"/>
                      <a:pt x="211625" y="150812"/>
                    </a:cubicBezTo>
                    <a:cubicBezTo>
                      <a:pt x="211625" y="150812"/>
                      <a:pt x="211625" y="150812"/>
                      <a:pt x="164614" y="150812"/>
                    </a:cubicBezTo>
                    <a:cubicBezTo>
                      <a:pt x="155473" y="150812"/>
                      <a:pt x="147638" y="142752"/>
                      <a:pt x="147638" y="133349"/>
                    </a:cubicBezTo>
                    <a:cubicBezTo>
                      <a:pt x="147638" y="123946"/>
                      <a:pt x="155473" y="115887"/>
                      <a:pt x="164614" y="115887"/>
                    </a:cubicBezTo>
                    <a:close/>
                    <a:moveTo>
                      <a:pt x="164614" y="61912"/>
                    </a:moveTo>
                    <a:cubicBezTo>
                      <a:pt x="164614" y="61912"/>
                      <a:pt x="164614" y="61912"/>
                      <a:pt x="211625" y="61912"/>
                    </a:cubicBezTo>
                    <a:cubicBezTo>
                      <a:pt x="220766" y="61912"/>
                      <a:pt x="228601" y="68262"/>
                      <a:pt x="228601" y="77152"/>
                    </a:cubicBezTo>
                    <a:cubicBezTo>
                      <a:pt x="228601" y="86042"/>
                      <a:pt x="220766" y="93662"/>
                      <a:pt x="211625" y="93662"/>
                    </a:cubicBezTo>
                    <a:cubicBezTo>
                      <a:pt x="211625" y="93662"/>
                      <a:pt x="211625" y="93662"/>
                      <a:pt x="164614" y="93662"/>
                    </a:cubicBezTo>
                    <a:cubicBezTo>
                      <a:pt x="155473" y="93662"/>
                      <a:pt x="147638" y="86042"/>
                      <a:pt x="147638" y="77152"/>
                    </a:cubicBezTo>
                    <a:cubicBezTo>
                      <a:pt x="147638" y="68262"/>
                      <a:pt x="155473" y="61912"/>
                      <a:pt x="164614" y="61912"/>
                    </a:cubicBezTo>
                    <a:close/>
                    <a:moveTo>
                      <a:pt x="127397" y="22225"/>
                    </a:moveTo>
                    <a:cubicBezTo>
                      <a:pt x="127397" y="22225"/>
                      <a:pt x="127397" y="22225"/>
                      <a:pt x="127397" y="110381"/>
                    </a:cubicBezTo>
                    <a:cubicBezTo>
                      <a:pt x="127397" y="118276"/>
                      <a:pt x="119509" y="124854"/>
                      <a:pt x="111621" y="124854"/>
                    </a:cubicBezTo>
                    <a:cubicBezTo>
                      <a:pt x="111621" y="124854"/>
                      <a:pt x="111621" y="124854"/>
                      <a:pt x="22225" y="124854"/>
                    </a:cubicBezTo>
                    <a:cubicBezTo>
                      <a:pt x="22225" y="124854"/>
                      <a:pt x="22225" y="124854"/>
                      <a:pt x="22225" y="305115"/>
                    </a:cubicBezTo>
                    <a:cubicBezTo>
                      <a:pt x="22225" y="310378"/>
                      <a:pt x="26169" y="314325"/>
                      <a:pt x="31427" y="314325"/>
                    </a:cubicBezTo>
                    <a:cubicBezTo>
                      <a:pt x="31427" y="314325"/>
                      <a:pt x="31427" y="314325"/>
                      <a:pt x="265436" y="314325"/>
                    </a:cubicBezTo>
                    <a:cubicBezTo>
                      <a:pt x="270694" y="314325"/>
                      <a:pt x="274638" y="310378"/>
                      <a:pt x="274638" y="305115"/>
                    </a:cubicBezTo>
                    <a:lnTo>
                      <a:pt x="274638" y="31435"/>
                    </a:lnTo>
                    <a:cubicBezTo>
                      <a:pt x="274638" y="26172"/>
                      <a:pt x="270694" y="22225"/>
                      <a:pt x="265436" y="22225"/>
                    </a:cubicBezTo>
                    <a:cubicBezTo>
                      <a:pt x="265436" y="22225"/>
                      <a:pt x="265436" y="22225"/>
                      <a:pt x="127397" y="22225"/>
                    </a:cubicBezTo>
                    <a:close/>
                    <a:moveTo>
                      <a:pt x="118220" y="0"/>
                    </a:moveTo>
                    <a:cubicBezTo>
                      <a:pt x="118220" y="0"/>
                      <a:pt x="118220" y="0"/>
                      <a:pt x="265338" y="0"/>
                    </a:cubicBezTo>
                    <a:cubicBezTo>
                      <a:pt x="282414" y="0"/>
                      <a:pt x="296863" y="14461"/>
                      <a:pt x="296863" y="31551"/>
                    </a:cubicBezTo>
                    <a:cubicBezTo>
                      <a:pt x="296863" y="31551"/>
                      <a:pt x="296863" y="31551"/>
                      <a:pt x="296863" y="304999"/>
                    </a:cubicBezTo>
                    <a:cubicBezTo>
                      <a:pt x="296863" y="322089"/>
                      <a:pt x="282414" y="336550"/>
                      <a:pt x="265338" y="336550"/>
                    </a:cubicBezTo>
                    <a:cubicBezTo>
                      <a:pt x="265338" y="336550"/>
                      <a:pt x="265338" y="336550"/>
                      <a:pt x="31525" y="336550"/>
                    </a:cubicBezTo>
                    <a:cubicBezTo>
                      <a:pt x="14449" y="336550"/>
                      <a:pt x="0" y="322089"/>
                      <a:pt x="0" y="304999"/>
                    </a:cubicBezTo>
                    <a:cubicBezTo>
                      <a:pt x="0" y="304999"/>
                      <a:pt x="0" y="304999"/>
                      <a:pt x="0" y="119633"/>
                    </a:cubicBezTo>
                    <a:cubicBezTo>
                      <a:pt x="0" y="110430"/>
                      <a:pt x="3941" y="102542"/>
                      <a:pt x="9195" y="97284"/>
                    </a:cubicBezTo>
                    <a:cubicBezTo>
                      <a:pt x="9195" y="97284"/>
                      <a:pt x="9195" y="97284"/>
                      <a:pt x="95889" y="9202"/>
                    </a:cubicBezTo>
                    <a:cubicBezTo>
                      <a:pt x="102457" y="3944"/>
                      <a:pt x="110339" y="0"/>
                      <a:pt x="11822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endParaRPr>
              </a:p>
            </p:txBody>
          </p:sp>
        </p:grpSp>
        <p:grpSp>
          <p:nvGrpSpPr>
            <p:cNvPr id="19" name="组合 18"/>
            <p:cNvGrpSpPr/>
            <p:nvPr/>
          </p:nvGrpSpPr>
          <p:grpSpPr>
            <a:xfrm>
              <a:off x="8820150" y="3979070"/>
              <a:ext cx="1162050" cy="1162050"/>
              <a:chOff x="2838450" y="1838325"/>
              <a:chExt cx="1295400" cy="1295400"/>
            </a:xfrm>
          </p:grpSpPr>
          <p:sp>
            <p:nvSpPr>
              <p:cNvPr id="20" name="椭圆 19"/>
              <p:cNvSpPr/>
              <p:nvPr/>
            </p:nvSpPr>
            <p:spPr>
              <a:xfrm>
                <a:off x="2838450" y="1838325"/>
                <a:ext cx="1295400" cy="1295400"/>
              </a:xfrm>
              <a:prstGeom prst="ellipse">
                <a:avLst/>
              </a:prstGeom>
              <a:solidFill>
                <a:srgbClr val="044BC9"/>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bg1"/>
                  </a:solidFill>
                  <a:latin typeface="+mn-ea"/>
                  <a:cs typeface="+mn-ea"/>
                </a:endParaRPr>
              </a:p>
            </p:txBody>
          </p:sp>
          <p:sp>
            <p:nvSpPr>
              <p:cNvPr id="21" name="椭圆 102"/>
              <p:cNvSpPr/>
              <p:nvPr/>
            </p:nvSpPr>
            <p:spPr>
              <a:xfrm>
                <a:off x="3162300" y="2162175"/>
                <a:ext cx="647700" cy="647700"/>
              </a:xfrm>
              <a:custGeom>
                <a:avLst/>
                <a:gdLst>
                  <a:gd name="connsiteX0" fmla="*/ 15554 w 331788"/>
                  <a:gd name="connsiteY0" fmla="*/ 301625 h 331788"/>
                  <a:gd name="connsiteX1" fmla="*/ 127029 w 331788"/>
                  <a:gd name="connsiteY1" fmla="*/ 301625 h 331788"/>
                  <a:gd name="connsiteX2" fmla="*/ 141288 w 331788"/>
                  <a:gd name="connsiteY2" fmla="*/ 316051 h 331788"/>
                  <a:gd name="connsiteX3" fmla="*/ 127029 w 331788"/>
                  <a:gd name="connsiteY3" fmla="*/ 331788 h 331788"/>
                  <a:gd name="connsiteX4" fmla="*/ 15554 w 331788"/>
                  <a:gd name="connsiteY4" fmla="*/ 331788 h 331788"/>
                  <a:gd name="connsiteX5" fmla="*/ 0 w 331788"/>
                  <a:gd name="connsiteY5" fmla="*/ 316051 h 331788"/>
                  <a:gd name="connsiteX6" fmla="*/ 15554 w 331788"/>
                  <a:gd name="connsiteY6" fmla="*/ 301625 h 331788"/>
                  <a:gd name="connsiteX7" fmla="*/ 15554 w 331788"/>
                  <a:gd name="connsiteY7" fmla="*/ 263525 h 331788"/>
                  <a:gd name="connsiteX8" fmla="*/ 95920 w 331788"/>
                  <a:gd name="connsiteY8" fmla="*/ 263525 h 331788"/>
                  <a:gd name="connsiteX9" fmla="*/ 141288 w 331788"/>
                  <a:gd name="connsiteY9" fmla="*/ 283634 h 331788"/>
                  <a:gd name="connsiteX10" fmla="*/ 127029 w 331788"/>
                  <a:gd name="connsiteY10" fmla="*/ 293688 h 331788"/>
                  <a:gd name="connsiteX11" fmla="*/ 15554 w 331788"/>
                  <a:gd name="connsiteY11" fmla="*/ 293688 h 331788"/>
                  <a:gd name="connsiteX12" fmla="*/ 0 w 331788"/>
                  <a:gd name="connsiteY12" fmla="*/ 278607 h 331788"/>
                  <a:gd name="connsiteX13" fmla="*/ 15554 w 331788"/>
                  <a:gd name="connsiteY13" fmla="*/ 263525 h 331788"/>
                  <a:gd name="connsiteX14" fmla="*/ 270156 w 331788"/>
                  <a:gd name="connsiteY14" fmla="*/ 228600 h 331788"/>
                  <a:gd name="connsiteX15" fmla="*/ 316380 w 331788"/>
                  <a:gd name="connsiteY15" fmla="*/ 228600 h 331788"/>
                  <a:gd name="connsiteX16" fmla="*/ 331788 w 331788"/>
                  <a:gd name="connsiteY16" fmla="*/ 244337 h 331788"/>
                  <a:gd name="connsiteX17" fmla="*/ 316380 w 331788"/>
                  <a:gd name="connsiteY17" fmla="*/ 258763 h 331788"/>
                  <a:gd name="connsiteX18" fmla="*/ 244475 w 331788"/>
                  <a:gd name="connsiteY18" fmla="*/ 258763 h 331788"/>
                  <a:gd name="connsiteX19" fmla="*/ 270156 w 331788"/>
                  <a:gd name="connsiteY19" fmla="*/ 228600 h 331788"/>
                  <a:gd name="connsiteX20" fmla="*/ 15586 w 331788"/>
                  <a:gd name="connsiteY20" fmla="*/ 225425 h 331788"/>
                  <a:gd name="connsiteX21" fmla="*/ 61046 w 331788"/>
                  <a:gd name="connsiteY21" fmla="*/ 225425 h 331788"/>
                  <a:gd name="connsiteX22" fmla="*/ 85725 w 331788"/>
                  <a:gd name="connsiteY22" fmla="*/ 255588 h 331788"/>
                  <a:gd name="connsiteX23" fmla="*/ 15586 w 331788"/>
                  <a:gd name="connsiteY23" fmla="*/ 255588 h 331788"/>
                  <a:gd name="connsiteX24" fmla="*/ 0 w 331788"/>
                  <a:gd name="connsiteY24" fmla="*/ 241162 h 331788"/>
                  <a:gd name="connsiteX25" fmla="*/ 15586 w 331788"/>
                  <a:gd name="connsiteY25" fmla="*/ 225425 h 331788"/>
                  <a:gd name="connsiteX26" fmla="*/ 283493 w 331788"/>
                  <a:gd name="connsiteY26" fmla="*/ 190500 h 331788"/>
                  <a:gd name="connsiteX27" fmla="*/ 316125 w 331788"/>
                  <a:gd name="connsiteY27" fmla="*/ 190500 h 331788"/>
                  <a:gd name="connsiteX28" fmla="*/ 331788 w 331788"/>
                  <a:gd name="connsiteY28" fmla="*/ 204926 h 331788"/>
                  <a:gd name="connsiteX29" fmla="*/ 316125 w 331788"/>
                  <a:gd name="connsiteY29" fmla="*/ 220663 h 331788"/>
                  <a:gd name="connsiteX30" fmla="*/ 273050 w 331788"/>
                  <a:gd name="connsiteY30" fmla="*/ 220663 h 331788"/>
                  <a:gd name="connsiteX31" fmla="*/ 283493 w 331788"/>
                  <a:gd name="connsiteY31" fmla="*/ 190500 h 331788"/>
                  <a:gd name="connsiteX32" fmla="*/ 15586 w 331788"/>
                  <a:gd name="connsiteY32" fmla="*/ 188912 h 331788"/>
                  <a:gd name="connsiteX33" fmla="*/ 46759 w 331788"/>
                  <a:gd name="connsiteY33" fmla="*/ 188912 h 331788"/>
                  <a:gd name="connsiteX34" fmla="*/ 57150 w 331788"/>
                  <a:gd name="connsiteY34" fmla="*/ 217487 h 331788"/>
                  <a:gd name="connsiteX35" fmla="*/ 15586 w 331788"/>
                  <a:gd name="connsiteY35" fmla="*/ 217487 h 331788"/>
                  <a:gd name="connsiteX36" fmla="*/ 0 w 331788"/>
                  <a:gd name="connsiteY36" fmla="*/ 202578 h 331788"/>
                  <a:gd name="connsiteX37" fmla="*/ 15586 w 331788"/>
                  <a:gd name="connsiteY37" fmla="*/ 188912 h 331788"/>
                  <a:gd name="connsiteX38" fmla="*/ 169863 w 331788"/>
                  <a:gd name="connsiteY38" fmla="*/ 174625 h 331788"/>
                  <a:gd name="connsiteX39" fmla="*/ 169863 w 331788"/>
                  <a:gd name="connsiteY39" fmla="*/ 201613 h 331788"/>
                  <a:gd name="connsiteX40" fmla="*/ 187326 w 331788"/>
                  <a:gd name="connsiteY40" fmla="*/ 188762 h 331788"/>
                  <a:gd name="connsiteX41" fmla="*/ 169863 w 331788"/>
                  <a:gd name="connsiteY41" fmla="*/ 174625 h 331788"/>
                  <a:gd name="connsiteX42" fmla="*/ 285750 w 331788"/>
                  <a:gd name="connsiteY42" fmla="*/ 152400 h 331788"/>
                  <a:gd name="connsiteX43" fmla="*/ 316442 w 331788"/>
                  <a:gd name="connsiteY43" fmla="*/ 152400 h 331788"/>
                  <a:gd name="connsiteX44" fmla="*/ 331788 w 331788"/>
                  <a:gd name="connsiteY44" fmla="*/ 167481 h 331788"/>
                  <a:gd name="connsiteX45" fmla="*/ 316442 w 331788"/>
                  <a:gd name="connsiteY45" fmla="*/ 182563 h 331788"/>
                  <a:gd name="connsiteX46" fmla="*/ 285750 w 331788"/>
                  <a:gd name="connsiteY46" fmla="*/ 182563 h 331788"/>
                  <a:gd name="connsiteX47" fmla="*/ 287029 w 331788"/>
                  <a:gd name="connsiteY47" fmla="*/ 166225 h 331788"/>
                  <a:gd name="connsiteX48" fmla="*/ 285750 w 331788"/>
                  <a:gd name="connsiteY48" fmla="*/ 152400 h 331788"/>
                  <a:gd name="connsiteX49" fmla="*/ 15875 w 331788"/>
                  <a:gd name="connsiteY49" fmla="*/ 149225 h 331788"/>
                  <a:gd name="connsiteX50" fmla="*/ 47625 w 331788"/>
                  <a:gd name="connsiteY50" fmla="*/ 149225 h 331788"/>
                  <a:gd name="connsiteX51" fmla="*/ 46302 w 331788"/>
                  <a:gd name="connsiteY51" fmla="*/ 166423 h 331788"/>
                  <a:gd name="connsiteX52" fmla="*/ 47625 w 331788"/>
                  <a:gd name="connsiteY52" fmla="*/ 180975 h 331788"/>
                  <a:gd name="connsiteX53" fmla="*/ 15875 w 331788"/>
                  <a:gd name="connsiteY53" fmla="*/ 180975 h 331788"/>
                  <a:gd name="connsiteX54" fmla="*/ 0 w 331788"/>
                  <a:gd name="connsiteY54" fmla="*/ 165100 h 331788"/>
                  <a:gd name="connsiteX55" fmla="*/ 15875 w 331788"/>
                  <a:gd name="connsiteY55" fmla="*/ 149225 h 331788"/>
                  <a:gd name="connsiteX56" fmla="*/ 161925 w 331788"/>
                  <a:gd name="connsiteY56" fmla="*/ 130175 h 331788"/>
                  <a:gd name="connsiteX57" fmla="*/ 146050 w 331788"/>
                  <a:gd name="connsiteY57" fmla="*/ 141455 h 331788"/>
                  <a:gd name="connsiteX58" fmla="*/ 161925 w 331788"/>
                  <a:gd name="connsiteY58" fmla="*/ 153988 h 331788"/>
                  <a:gd name="connsiteX59" fmla="*/ 274638 w 331788"/>
                  <a:gd name="connsiteY59" fmla="*/ 114300 h 331788"/>
                  <a:gd name="connsiteX60" fmla="*/ 316202 w 331788"/>
                  <a:gd name="connsiteY60" fmla="*/ 114300 h 331788"/>
                  <a:gd name="connsiteX61" fmla="*/ 331788 w 331788"/>
                  <a:gd name="connsiteY61" fmla="*/ 130037 h 331788"/>
                  <a:gd name="connsiteX62" fmla="*/ 316202 w 331788"/>
                  <a:gd name="connsiteY62" fmla="*/ 144463 h 331788"/>
                  <a:gd name="connsiteX63" fmla="*/ 283730 w 331788"/>
                  <a:gd name="connsiteY63" fmla="*/ 144463 h 331788"/>
                  <a:gd name="connsiteX64" fmla="*/ 274638 w 331788"/>
                  <a:gd name="connsiteY64" fmla="*/ 114300 h 331788"/>
                  <a:gd name="connsiteX65" fmla="*/ 15663 w 331788"/>
                  <a:gd name="connsiteY65" fmla="*/ 111125 h 331788"/>
                  <a:gd name="connsiteX66" fmla="*/ 58738 w 331788"/>
                  <a:gd name="connsiteY66" fmla="*/ 111125 h 331788"/>
                  <a:gd name="connsiteX67" fmla="*/ 48295 w 331788"/>
                  <a:gd name="connsiteY67" fmla="*/ 141288 h 331788"/>
                  <a:gd name="connsiteX68" fmla="*/ 15663 w 331788"/>
                  <a:gd name="connsiteY68" fmla="*/ 141288 h 331788"/>
                  <a:gd name="connsiteX69" fmla="*/ 0 w 331788"/>
                  <a:gd name="connsiteY69" fmla="*/ 126862 h 331788"/>
                  <a:gd name="connsiteX70" fmla="*/ 15663 w 331788"/>
                  <a:gd name="connsiteY70" fmla="*/ 111125 h 331788"/>
                  <a:gd name="connsiteX71" fmla="*/ 165894 w 331788"/>
                  <a:gd name="connsiteY71" fmla="*/ 104775 h 331788"/>
                  <a:gd name="connsiteX72" fmla="*/ 169783 w 331788"/>
                  <a:gd name="connsiteY72" fmla="*/ 109934 h 331788"/>
                  <a:gd name="connsiteX73" fmla="*/ 169783 w 331788"/>
                  <a:gd name="connsiteY73" fmla="*/ 116383 h 331788"/>
                  <a:gd name="connsiteX74" fmla="*/ 203492 w 331788"/>
                  <a:gd name="connsiteY74" fmla="*/ 137021 h 331788"/>
                  <a:gd name="connsiteX75" fmla="*/ 194417 w 331788"/>
                  <a:gd name="connsiteY75" fmla="*/ 146050 h 331788"/>
                  <a:gd name="connsiteX76" fmla="*/ 169783 w 331788"/>
                  <a:gd name="connsiteY76" fmla="*/ 130572 h 331788"/>
                  <a:gd name="connsiteX77" fmla="*/ 169783 w 331788"/>
                  <a:gd name="connsiteY77" fmla="*/ 156369 h 331788"/>
                  <a:gd name="connsiteX78" fmla="*/ 204788 w 331788"/>
                  <a:gd name="connsiteY78" fmla="*/ 187325 h 331788"/>
                  <a:gd name="connsiteX79" fmla="*/ 169783 w 331788"/>
                  <a:gd name="connsiteY79" fmla="*/ 215702 h 331788"/>
                  <a:gd name="connsiteX80" fmla="*/ 169783 w 331788"/>
                  <a:gd name="connsiteY80" fmla="*/ 223441 h 331788"/>
                  <a:gd name="connsiteX81" fmla="*/ 165894 w 331788"/>
                  <a:gd name="connsiteY81" fmla="*/ 228600 h 331788"/>
                  <a:gd name="connsiteX82" fmla="*/ 162004 w 331788"/>
                  <a:gd name="connsiteY82" fmla="*/ 223441 h 331788"/>
                  <a:gd name="connsiteX83" fmla="*/ 162004 w 331788"/>
                  <a:gd name="connsiteY83" fmla="*/ 215702 h 331788"/>
                  <a:gd name="connsiteX84" fmla="*/ 127000 w 331788"/>
                  <a:gd name="connsiteY84" fmla="*/ 189905 h 331788"/>
                  <a:gd name="connsiteX85" fmla="*/ 136075 w 331788"/>
                  <a:gd name="connsiteY85" fmla="*/ 182166 h 331788"/>
                  <a:gd name="connsiteX86" fmla="*/ 162004 w 331788"/>
                  <a:gd name="connsiteY86" fmla="*/ 201513 h 331788"/>
                  <a:gd name="connsiteX87" fmla="*/ 162004 w 331788"/>
                  <a:gd name="connsiteY87" fmla="*/ 173137 h 331788"/>
                  <a:gd name="connsiteX88" fmla="*/ 129593 w 331788"/>
                  <a:gd name="connsiteY88" fmla="*/ 144760 h 331788"/>
                  <a:gd name="connsiteX89" fmla="*/ 162004 w 331788"/>
                  <a:gd name="connsiteY89" fmla="*/ 116383 h 331788"/>
                  <a:gd name="connsiteX90" fmla="*/ 162004 w 331788"/>
                  <a:gd name="connsiteY90" fmla="*/ 109934 h 331788"/>
                  <a:gd name="connsiteX91" fmla="*/ 165894 w 331788"/>
                  <a:gd name="connsiteY91" fmla="*/ 104775 h 331788"/>
                  <a:gd name="connsiteX92" fmla="*/ 165895 w 331788"/>
                  <a:gd name="connsiteY92" fmla="*/ 90487 h 331788"/>
                  <a:gd name="connsiteX93" fmla="*/ 90488 w 331788"/>
                  <a:gd name="connsiteY93" fmla="*/ 165894 h 331788"/>
                  <a:gd name="connsiteX94" fmla="*/ 165895 w 331788"/>
                  <a:gd name="connsiteY94" fmla="*/ 241301 h 331788"/>
                  <a:gd name="connsiteX95" fmla="*/ 241302 w 331788"/>
                  <a:gd name="connsiteY95" fmla="*/ 165894 h 331788"/>
                  <a:gd name="connsiteX96" fmla="*/ 165895 w 331788"/>
                  <a:gd name="connsiteY96" fmla="*/ 90487 h 331788"/>
                  <a:gd name="connsiteX97" fmla="*/ 246063 w 331788"/>
                  <a:gd name="connsiteY97" fmla="*/ 76200 h 331788"/>
                  <a:gd name="connsiteX98" fmla="*/ 316202 w 331788"/>
                  <a:gd name="connsiteY98" fmla="*/ 76200 h 331788"/>
                  <a:gd name="connsiteX99" fmla="*/ 331788 w 331788"/>
                  <a:gd name="connsiteY99" fmla="*/ 90626 h 331788"/>
                  <a:gd name="connsiteX100" fmla="*/ 316202 w 331788"/>
                  <a:gd name="connsiteY100" fmla="*/ 106363 h 331788"/>
                  <a:gd name="connsiteX101" fmla="*/ 270742 w 331788"/>
                  <a:gd name="connsiteY101" fmla="*/ 106363 h 331788"/>
                  <a:gd name="connsiteX102" fmla="*/ 246063 w 331788"/>
                  <a:gd name="connsiteY102" fmla="*/ 76200 h 331788"/>
                  <a:gd name="connsiteX103" fmla="*/ 15688 w 331788"/>
                  <a:gd name="connsiteY103" fmla="*/ 74612 h 331788"/>
                  <a:gd name="connsiteX104" fmla="*/ 88900 w 331788"/>
                  <a:gd name="connsiteY104" fmla="*/ 74612 h 331788"/>
                  <a:gd name="connsiteX105" fmla="*/ 62753 w 331788"/>
                  <a:gd name="connsiteY105" fmla="*/ 104775 h 331788"/>
                  <a:gd name="connsiteX106" fmla="*/ 15688 w 331788"/>
                  <a:gd name="connsiteY106" fmla="*/ 104775 h 331788"/>
                  <a:gd name="connsiteX107" fmla="*/ 0 w 331788"/>
                  <a:gd name="connsiteY107" fmla="*/ 89038 h 331788"/>
                  <a:gd name="connsiteX108" fmla="*/ 15688 w 331788"/>
                  <a:gd name="connsiteY108" fmla="*/ 74612 h 331788"/>
                  <a:gd name="connsiteX109" fmla="*/ 166688 w 331788"/>
                  <a:gd name="connsiteY109" fmla="*/ 61912 h 331788"/>
                  <a:gd name="connsiteX110" fmla="*/ 271463 w 331788"/>
                  <a:gd name="connsiteY110" fmla="*/ 166687 h 331788"/>
                  <a:gd name="connsiteX111" fmla="*/ 166688 w 331788"/>
                  <a:gd name="connsiteY111" fmla="*/ 271462 h 331788"/>
                  <a:gd name="connsiteX112" fmla="*/ 61913 w 331788"/>
                  <a:gd name="connsiteY112" fmla="*/ 166687 h 331788"/>
                  <a:gd name="connsiteX113" fmla="*/ 166688 w 331788"/>
                  <a:gd name="connsiteY113" fmla="*/ 61912 h 331788"/>
                  <a:gd name="connsiteX114" fmla="*/ 204759 w 331788"/>
                  <a:gd name="connsiteY114" fmla="*/ 38100 h 331788"/>
                  <a:gd name="connsiteX115" fmla="*/ 316234 w 331788"/>
                  <a:gd name="connsiteY115" fmla="*/ 38100 h 331788"/>
                  <a:gd name="connsiteX116" fmla="*/ 331788 w 331788"/>
                  <a:gd name="connsiteY116" fmla="*/ 53975 h 331788"/>
                  <a:gd name="connsiteX117" fmla="*/ 316234 w 331788"/>
                  <a:gd name="connsiteY117" fmla="*/ 69850 h 331788"/>
                  <a:gd name="connsiteX118" fmla="*/ 235868 w 331788"/>
                  <a:gd name="connsiteY118" fmla="*/ 69850 h 331788"/>
                  <a:gd name="connsiteX119" fmla="*/ 190500 w 331788"/>
                  <a:gd name="connsiteY119" fmla="*/ 48683 h 331788"/>
                  <a:gd name="connsiteX120" fmla="*/ 204759 w 331788"/>
                  <a:gd name="connsiteY120" fmla="*/ 38100 h 331788"/>
                  <a:gd name="connsiteX121" fmla="*/ 204759 w 331788"/>
                  <a:gd name="connsiteY121" fmla="*/ 0 h 331788"/>
                  <a:gd name="connsiteX122" fmla="*/ 316234 w 331788"/>
                  <a:gd name="connsiteY122" fmla="*/ 0 h 331788"/>
                  <a:gd name="connsiteX123" fmla="*/ 331788 w 331788"/>
                  <a:gd name="connsiteY123" fmla="*/ 15737 h 331788"/>
                  <a:gd name="connsiteX124" fmla="*/ 316234 w 331788"/>
                  <a:gd name="connsiteY124" fmla="*/ 30163 h 331788"/>
                  <a:gd name="connsiteX125" fmla="*/ 204759 w 331788"/>
                  <a:gd name="connsiteY125" fmla="*/ 30163 h 331788"/>
                  <a:gd name="connsiteX126" fmla="*/ 190500 w 331788"/>
                  <a:gd name="connsiteY126" fmla="*/ 15737 h 331788"/>
                  <a:gd name="connsiteX127" fmla="*/ 204759 w 331788"/>
                  <a:gd name="connsiteY127"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331788" h="331788">
                    <a:moveTo>
                      <a:pt x="15554" y="301625"/>
                    </a:moveTo>
                    <a:cubicBezTo>
                      <a:pt x="15554" y="301625"/>
                      <a:pt x="15554" y="301625"/>
                      <a:pt x="127029" y="301625"/>
                    </a:cubicBezTo>
                    <a:cubicBezTo>
                      <a:pt x="134807" y="301625"/>
                      <a:pt x="141288" y="308182"/>
                      <a:pt x="141288" y="316051"/>
                    </a:cubicBezTo>
                    <a:cubicBezTo>
                      <a:pt x="141288" y="325231"/>
                      <a:pt x="134807" y="331788"/>
                      <a:pt x="127029" y="331788"/>
                    </a:cubicBezTo>
                    <a:cubicBezTo>
                      <a:pt x="127029" y="331788"/>
                      <a:pt x="127029" y="331788"/>
                      <a:pt x="15554" y="331788"/>
                    </a:cubicBezTo>
                    <a:cubicBezTo>
                      <a:pt x="6481" y="331788"/>
                      <a:pt x="0" y="325231"/>
                      <a:pt x="0" y="316051"/>
                    </a:cubicBezTo>
                    <a:cubicBezTo>
                      <a:pt x="0" y="308182"/>
                      <a:pt x="6481" y="301625"/>
                      <a:pt x="15554" y="301625"/>
                    </a:cubicBezTo>
                    <a:close/>
                    <a:moveTo>
                      <a:pt x="15554" y="263525"/>
                    </a:moveTo>
                    <a:cubicBezTo>
                      <a:pt x="15554" y="263525"/>
                      <a:pt x="15554" y="263525"/>
                      <a:pt x="95920" y="263525"/>
                    </a:cubicBezTo>
                    <a:cubicBezTo>
                      <a:pt x="108882" y="273579"/>
                      <a:pt x="124437" y="279863"/>
                      <a:pt x="141288" y="283634"/>
                    </a:cubicBezTo>
                    <a:cubicBezTo>
                      <a:pt x="138695" y="288661"/>
                      <a:pt x="133510" y="293688"/>
                      <a:pt x="127029" y="293688"/>
                    </a:cubicBezTo>
                    <a:cubicBezTo>
                      <a:pt x="127029" y="293688"/>
                      <a:pt x="127029" y="293688"/>
                      <a:pt x="15554" y="293688"/>
                    </a:cubicBezTo>
                    <a:cubicBezTo>
                      <a:pt x="6481" y="293688"/>
                      <a:pt x="0" y="286147"/>
                      <a:pt x="0" y="278607"/>
                    </a:cubicBezTo>
                    <a:cubicBezTo>
                      <a:pt x="0" y="271066"/>
                      <a:pt x="6481" y="263525"/>
                      <a:pt x="15554" y="263525"/>
                    </a:cubicBezTo>
                    <a:close/>
                    <a:moveTo>
                      <a:pt x="270156" y="228600"/>
                    </a:moveTo>
                    <a:cubicBezTo>
                      <a:pt x="270156" y="228600"/>
                      <a:pt x="270156" y="228600"/>
                      <a:pt x="316380" y="228600"/>
                    </a:cubicBezTo>
                    <a:cubicBezTo>
                      <a:pt x="325368" y="228600"/>
                      <a:pt x="331788" y="235157"/>
                      <a:pt x="331788" y="244337"/>
                    </a:cubicBezTo>
                    <a:cubicBezTo>
                      <a:pt x="331788" y="252206"/>
                      <a:pt x="325368" y="258763"/>
                      <a:pt x="316380" y="258763"/>
                    </a:cubicBezTo>
                    <a:cubicBezTo>
                      <a:pt x="316380" y="258763"/>
                      <a:pt x="316380" y="258763"/>
                      <a:pt x="244475" y="258763"/>
                    </a:cubicBezTo>
                    <a:cubicBezTo>
                      <a:pt x="254747" y="250895"/>
                      <a:pt x="262451" y="240403"/>
                      <a:pt x="270156" y="228600"/>
                    </a:cubicBezTo>
                    <a:close/>
                    <a:moveTo>
                      <a:pt x="15586" y="225425"/>
                    </a:moveTo>
                    <a:cubicBezTo>
                      <a:pt x="15586" y="225425"/>
                      <a:pt x="15586" y="225425"/>
                      <a:pt x="61046" y="225425"/>
                    </a:cubicBezTo>
                    <a:cubicBezTo>
                      <a:pt x="67541" y="237228"/>
                      <a:pt x="76633" y="247720"/>
                      <a:pt x="85725" y="255588"/>
                    </a:cubicBezTo>
                    <a:cubicBezTo>
                      <a:pt x="85725" y="255588"/>
                      <a:pt x="85725" y="255588"/>
                      <a:pt x="15586" y="255588"/>
                    </a:cubicBezTo>
                    <a:cubicBezTo>
                      <a:pt x="6494" y="255588"/>
                      <a:pt x="0" y="249031"/>
                      <a:pt x="0" y="241162"/>
                    </a:cubicBezTo>
                    <a:cubicBezTo>
                      <a:pt x="0" y="231982"/>
                      <a:pt x="6494" y="225425"/>
                      <a:pt x="15586" y="225425"/>
                    </a:cubicBezTo>
                    <a:close/>
                    <a:moveTo>
                      <a:pt x="283493" y="190500"/>
                    </a:moveTo>
                    <a:cubicBezTo>
                      <a:pt x="283493" y="190500"/>
                      <a:pt x="283493" y="190500"/>
                      <a:pt x="316125" y="190500"/>
                    </a:cubicBezTo>
                    <a:cubicBezTo>
                      <a:pt x="325262" y="190500"/>
                      <a:pt x="331788" y="197057"/>
                      <a:pt x="331788" y="204926"/>
                    </a:cubicBezTo>
                    <a:cubicBezTo>
                      <a:pt x="331788" y="214106"/>
                      <a:pt x="325262" y="220663"/>
                      <a:pt x="316125" y="220663"/>
                    </a:cubicBezTo>
                    <a:cubicBezTo>
                      <a:pt x="316125" y="220663"/>
                      <a:pt x="316125" y="220663"/>
                      <a:pt x="273050" y="220663"/>
                    </a:cubicBezTo>
                    <a:cubicBezTo>
                      <a:pt x="278271" y="211483"/>
                      <a:pt x="282187" y="200992"/>
                      <a:pt x="283493" y="190500"/>
                    </a:cubicBezTo>
                    <a:close/>
                    <a:moveTo>
                      <a:pt x="15586" y="188912"/>
                    </a:moveTo>
                    <a:cubicBezTo>
                      <a:pt x="15586" y="188912"/>
                      <a:pt x="15586" y="188912"/>
                      <a:pt x="46759" y="188912"/>
                    </a:cubicBezTo>
                    <a:cubicBezTo>
                      <a:pt x="49357" y="198851"/>
                      <a:pt x="53253" y="208790"/>
                      <a:pt x="57150" y="217487"/>
                    </a:cubicBezTo>
                    <a:cubicBezTo>
                      <a:pt x="57150" y="217487"/>
                      <a:pt x="57150" y="217487"/>
                      <a:pt x="15586" y="217487"/>
                    </a:cubicBezTo>
                    <a:cubicBezTo>
                      <a:pt x="6494" y="217487"/>
                      <a:pt x="0" y="211275"/>
                      <a:pt x="0" y="202578"/>
                    </a:cubicBezTo>
                    <a:cubicBezTo>
                      <a:pt x="0" y="195124"/>
                      <a:pt x="6494" y="188912"/>
                      <a:pt x="15586" y="188912"/>
                    </a:cubicBezTo>
                    <a:close/>
                    <a:moveTo>
                      <a:pt x="169863" y="174625"/>
                    </a:moveTo>
                    <a:cubicBezTo>
                      <a:pt x="169863" y="174625"/>
                      <a:pt x="169863" y="174625"/>
                      <a:pt x="169863" y="201613"/>
                    </a:cubicBezTo>
                    <a:cubicBezTo>
                      <a:pt x="179266" y="201613"/>
                      <a:pt x="187326" y="197758"/>
                      <a:pt x="187326" y="188762"/>
                    </a:cubicBezTo>
                    <a:cubicBezTo>
                      <a:pt x="187326" y="178481"/>
                      <a:pt x="177923" y="175910"/>
                      <a:pt x="169863" y="174625"/>
                    </a:cubicBezTo>
                    <a:close/>
                    <a:moveTo>
                      <a:pt x="285750" y="152400"/>
                    </a:moveTo>
                    <a:cubicBezTo>
                      <a:pt x="285750" y="152400"/>
                      <a:pt x="285750" y="152400"/>
                      <a:pt x="316442" y="152400"/>
                    </a:cubicBezTo>
                    <a:cubicBezTo>
                      <a:pt x="325394" y="152400"/>
                      <a:pt x="331788" y="159941"/>
                      <a:pt x="331788" y="167481"/>
                    </a:cubicBezTo>
                    <a:cubicBezTo>
                      <a:pt x="331788" y="175022"/>
                      <a:pt x="325394" y="182563"/>
                      <a:pt x="316442" y="182563"/>
                    </a:cubicBezTo>
                    <a:cubicBezTo>
                      <a:pt x="316442" y="182563"/>
                      <a:pt x="316442" y="182563"/>
                      <a:pt x="285750" y="182563"/>
                    </a:cubicBezTo>
                    <a:cubicBezTo>
                      <a:pt x="287029" y="176279"/>
                      <a:pt x="287029" y="171252"/>
                      <a:pt x="287029" y="166225"/>
                    </a:cubicBezTo>
                    <a:cubicBezTo>
                      <a:pt x="287029" y="161197"/>
                      <a:pt x="287029" y="157427"/>
                      <a:pt x="285750" y="152400"/>
                    </a:cubicBezTo>
                    <a:close/>
                    <a:moveTo>
                      <a:pt x="15875" y="149225"/>
                    </a:moveTo>
                    <a:cubicBezTo>
                      <a:pt x="15875" y="149225"/>
                      <a:pt x="15875" y="149225"/>
                      <a:pt x="47625" y="149225"/>
                    </a:cubicBezTo>
                    <a:cubicBezTo>
                      <a:pt x="46302" y="155839"/>
                      <a:pt x="46302" y="161131"/>
                      <a:pt x="46302" y="166423"/>
                    </a:cubicBezTo>
                    <a:cubicBezTo>
                      <a:pt x="46302" y="171714"/>
                      <a:pt x="46302" y="175683"/>
                      <a:pt x="47625" y="180975"/>
                    </a:cubicBezTo>
                    <a:cubicBezTo>
                      <a:pt x="47625" y="180975"/>
                      <a:pt x="47625" y="180975"/>
                      <a:pt x="15875" y="180975"/>
                    </a:cubicBezTo>
                    <a:cubicBezTo>
                      <a:pt x="6614" y="180975"/>
                      <a:pt x="0" y="173037"/>
                      <a:pt x="0" y="165100"/>
                    </a:cubicBezTo>
                    <a:cubicBezTo>
                      <a:pt x="0" y="157162"/>
                      <a:pt x="6614" y="149225"/>
                      <a:pt x="15875" y="149225"/>
                    </a:cubicBezTo>
                    <a:close/>
                    <a:moveTo>
                      <a:pt x="161925" y="130175"/>
                    </a:moveTo>
                    <a:cubicBezTo>
                      <a:pt x="152664" y="130175"/>
                      <a:pt x="146050" y="135188"/>
                      <a:pt x="146050" y="141455"/>
                    </a:cubicBezTo>
                    <a:cubicBezTo>
                      <a:pt x="146050" y="147721"/>
                      <a:pt x="151341" y="151481"/>
                      <a:pt x="161925" y="153988"/>
                    </a:cubicBezTo>
                    <a:close/>
                    <a:moveTo>
                      <a:pt x="274638" y="114300"/>
                    </a:moveTo>
                    <a:cubicBezTo>
                      <a:pt x="274638" y="114300"/>
                      <a:pt x="274638" y="114300"/>
                      <a:pt x="316202" y="114300"/>
                    </a:cubicBezTo>
                    <a:cubicBezTo>
                      <a:pt x="325294" y="114300"/>
                      <a:pt x="331788" y="120857"/>
                      <a:pt x="331788" y="130037"/>
                    </a:cubicBezTo>
                    <a:cubicBezTo>
                      <a:pt x="331788" y="137906"/>
                      <a:pt x="325294" y="144463"/>
                      <a:pt x="316202" y="144463"/>
                    </a:cubicBezTo>
                    <a:cubicBezTo>
                      <a:pt x="316202" y="144463"/>
                      <a:pt x="316202" y="144463"/>
                      <a:pt x="283730" y="144463"/>
                    </a:cubicBezTo>
                    <a:cubicBezTo>
                      <a:pt x="282431" y="133971"/>
                      <a:pt x="278535" y="123480"/>
                      <a:pt x="274638" y="114300"/>
                    </a:cubicBezTo>
                    <a:close/>
                    <a:moveTo>
                      <a:pt x="15663" y="111125"/>
                    </a:moveTo>
                    <a:cubicBezTo>
                      <a:pt x="15663" y="111125"/>
                      <a:pt x="15663" y="111125"/>
                      <a:pt x="58738" y="111125"/>
                    </a:cubicBezTo>
                    <a:cubicBezTo>
                      <a:pt x="53517" y="120305"/>
                      <a:pt x="49601" y="130796"/>
                      <a:pt x="48295" y="141288"/>
                    </a:cubicBezTo>
                    <a:cubicBezTo>
                      <a:pt x="48295" y="141288"/>
                      <a:pt x="48295" y="141288"/>
                      <a:pt x="15663" y="141288"/>
                    </a:cubicBezTo>
                    <a:cubicBezTo>
                      <a:pt x="6526" y="141288"/>
                      <a:pt x="0" y="134731"/>
                      <a:pt x="0" y="126862"/>
                    </a:cubicBezTo>
                    <a:cubicBezTo>
                      <a:pt x="0" y="117682"/>
                      <a:pt x="6526" y="111125"/>
                      <a:pt x="15663" y="111125"/>
                    </a:cubicBezTo>
                    <a:close/>
                    <a:moveTo>
                      <a:pt x="165894" y="104775"/>
                    </a:moveTo>
                    <a:cubicBezTo>
                      <a:pt x="168487" y="104775"/>
                      <a:pt x="169783" y="107355"/>
                      <a:pt x="169783" y="109934"/>
                    </a:cubicBezTo>
                    <a:cubicBezTo>
                      <a:pt x="169783" y="109934"/>
                      <a:pt x="169783" y="109934"/>
                      <a:pt x="169783" y="116383"/>
                    </a:cubicBezTo>
                    <a:cubicBezTo>
                      <a:pt x="181452" y="116383"/>
                      <a:pt x="203492" y="124123"/>
                      <a:pt x="203492" y="137021"/>
                    </a:cubicBezTo>
                    <a:cubicBezTo>
                      <a:pt x="203492" y="142180"/>
                      <a:pt x="198306" y="146050"/>
                      <a:pt x="194417" y="146050"/>
                    </a:cubicBezTo>
                    <a:cubicBezTo>
                      <a:pt x="185341" y="146050"/>
                      <a:pt x="185341" y="130572"/>
                      <a:pt x="169783" y="130572"/>
                    </a:cubicBezTo>
                    <a:cubicBezTo>
                      <a:pt x="169783" y="130572"/>
                      <a:pt x="169783" y="130572"/>
                      <a:pt x="169783" y="156369"/>
                    </a:cubicBezTo>
                    <a:cubicBezTo>
                      <a:pt x="187934" y="160238"/>
                      <a:pt x="204788" y="165398"/>
                      <a:pt x="204788" y="187325"/>
                    </a:cubicBezTo>
                    <a:cubicBezTo>
                      <a:pt x="204788" y="205383"/>
                      <a:pt x="190527" y="214412"/>
                      <a:pt x="169783" y="215702"/>
                    </a:cubicBezTo>
                    <a:cubicBezTo>
                      <a:pt x="169783" y="215702"/>
                      <a:pt x="169783" y="215702"/>
                      <a:pt x="169783" y="223441"/>
                    </a:cubicBezTo>
                    <a:cubicBezTo>
                      <a:pt x="169783" y="226020"/>
                      <a:pt x="168487" y="228600"/>
                      <a:pt x="165894" y="228600"/>
                    </a:cubicBezTo>
                    <a:cubicBezTo>
                      <a:pt x="163301" y="228600"/>
                      <a:pt x="162004" y="226020"/>
                      <a:pt x="162004" y="223441"/>
                    </a:cubicBezTo>
                    <a:cubicBezTo>
                      <a:pt x="162004" y="223441"/>
                      <a:pt x="162004" y="223441"/>
                      <a:pt x="162004" y="215702"/>
                    </a:cubicBezTo>
                    <a:cubicBezTo>
                      <a:pt x="138668" y="214412"/>
                      <a:pt x="127000" y="201513"/>
                      <a:pt x="127000" y="189905"/>
                    </a:cubicBezTo>
                    <a:cubicBezTo>
                      <a:pt x="127000" y="184745"/>
                      <a:pt x="130889" y="182166"/>
                      <a:pt x="136075" y="182166"/>
                    </a:cubicBezTo>
                    <a:cubicBezTo>
                      <a:pt x="151633" y="182166"/>
                      <a:pt x="138668" y="200224"/>
                      <a:pt x="162004" y="201513"/>
                    </a:cubicBezTo>
                    <a:cubicBezTo>
                      <a:pt x="162004" y="201513"/>
                      <a:pt x="162004" y="201513"/>
                      <a:pt x="162004" y="173137"/>
                    </a:cubicBezTo>
                    <a:cubicBezTo>
                      <a:pt x="141261" y="169267"/>
                      <a:pt x="129593" y="160238"/>
                      <a:pt x="129593" y="144760"/>
                    </a:cubicBezTo>
                    <a:cubicBezTo>
                      <a:pt x="129593" y="126702"/>
                      <a:pt x="145150" y="117673"/>
                      <a:pt x="162004" y="116383"/>
                    </a:cubicBezTo>
                    <a:cubicBezTo>
                      <a:pt x="162004" y="116383"/>
                      <a:pt x="162004" y="116383"/>
                      <a:pt x="162004" y="109934"/>
                    </a:cubicBezTo>
                    <a:cubicBezTo>
                      <a:pt x="162004" y="107355"/>
                      <a:pt x="163301" y="104775"/>
                      <a:pt x="165894" y="104775"/>
                    </a:cubicBezTo>
                    <a:close/>
                    <a:moveTo>
                      <a:pt x="165895" y="90487"/>
                    </a:moveTo>
                    <a:cubicBezTo>
                      <a:pt x="124249" y="90487"/>
                      <a:pt x="90488" y="124248"/>
                      <a:pt x="90488" y="165894"/>
                    </a:cubicBezTo>
                    <a:cubicBezTo>
                      <a:pt x="90488" y="207540"/>
                      <a:pt x="124249" y="241301"/>
                      <a:pt x="165895" y="241301"/>
                    </a:cubicBezTo>
                    <a:cubicBezTo>
                      <a:pt x="207541" y="241301"/>
                      <a:pt x="241302" y="207540"/>
                      <a:pt x="241302" y="165894"/>
                    </a:cubicBezTo>
                    <a:cubicBezTo>
                      <a:pt x="241302" y="124248"/>
                      <a:pt x="207541" y="90487"/>
                      <a:pt x="165895" y="90487"/>
                    </a:cubicBezTo>
                    <a:close/>
                    <a:moveTo>
                      <a:pt x="246063" y="76200"/>
                    </a:moveTo>
                    <a:cubicBezTo>
                      <a:pt x="246063" y="76200"/>
                      <a:pt x="246063" y="76200"/>
                      <a:pt x="316202" y="76200"/>
                    </a:cubicBezTo>
                    <a:cubicBezTo>
                      <a:pt x="325294" y="76200"/>
                      <a:pt x="331788" y="82757"/>
                      <a:pt x="331788" y="90626"/>
                    </a:cubicBezTo>
                    <a:cubicBezTo>
                      <a:pt x="331788" y="99806"/>
                      <a:pt x="325294" y="106363"/>
                      <a:pt x="316202" y="106363"/>
                    </a:cubicBezTo>
                    <a:cubicBezTo>
                      <a:pt x="316202" y="106363"/>
                      <a:pt x="316202" y="106363"/>
                      <a:pt x="270742" y="106363"/>
                    </a:cubicBezTo>
                    <a:cubicBezTo>
                      <a:pt x="264247" y="94560"/>
                      <a:pt x="255155" y="84068"/>
                      <a:pt x="246063" y="76200"/>
                    </a:cubicBezTo>
                    <a:close/>
                    <a:moveTo>
                      <a:pt x="15688" y="74612"/>
                    </a:moveTo>
                    <a:cubicBezTo>
                      <a:pt x="15688" y="74612"/>
                      <a:pt x="15688" y="74612"/>
                      <a:pt x="88900" y="74612"/>
                    </a:cubicBezTo>
                    <a:cubicBezTo>
                      <a:pt x="78441" y="82480"/>
                      <a:pt x="70597" y="92972"/>
                      <a:pt x="62753" y="104775"/>
                    </a:cubicBezTo>
                    <a:cubicBezTo>
                      <a:pt x="62753" y="104775"/>
                      <a:pt x="62753" y="104775"/>
                      <a:pt x="15688" y="104775"/>
                    </a:cubicBezTo>
                    <a:cubicBezTo>
                      <a:pt x="6537" y="104775"/>
                      <a:pt x="0" y="98218"/>
                      <a:pt x="0" y="89038"/>
                    </a:cubicBezTo>
                    <a:cubicBezTo>
                      <a:pt x="0" y="81169"/>
                      <a:pt x="6537" y="74612"/>
                      <a:pt x="15688" y="74612"/>
                    </a:cubicBezTo>
                    <a:close/>
                    <a:moveTo>
                      <a:pt x="166688" y="61912"/>
                    </a:moveTo>
                    <a:cubicBezTo>
                      <a:pt x="224554" y="61912"/>
                      <a:pt x="271463" y="108821"/>
                      <a:pt x="271463" y="166687"/>
                    </a:cubicBezTo>
                    <a:cubicBezTo>
                      <a:pt x="271463" y="224553"/>
                      <a:pt x="224554" y="271462"/>
                      <a:pt x="166688" y="271462"/>
                    </a:cubicBezTo>
                    <a:cubicBezTo>
                      <a:pt x="108822" y="271462"/>
                      <a:pt x="61913" y="224553"/>
                      <a:pt x="61913" y="166687"/>
                    </a:cubicBezTo>
                    <a:cubicBezTo>
                      <a:pt x="61913" y="108821"/>
                      <a:pt x="108822" y="61912"/>
                      <a:pt x="166688" y="61912"/>
                    </a:cubicBezTo>
                    <a:close/>
                    <a:moveTo>
                      <a:pt x="204759" y="38100"/>
                    </a:moveTo>
                    <a:cubicBezTo>
                      <a:pt x="204759" y="38100"/>
                      <a:pt x="204759" y="38100"/>
                      <a:pt x="316234" y="38100"/>
                    </a:cubicBezTo>
                    <a:cubicBezTo>
                      <a:pt x="325307" y="38100"/>
                      <a:pt x="331788" y="46037"/>
                      <a:pt x="331788" y="53975"/>
                    </a:cubicBezTo>
                    <a:cubicBezTo>
                      <a:pt x="331788" y="61912"/>
                      <a:pt x="325307" y="69850"/>
                      <a:pt x="316234" y="69850"/>
                    </a:cubicBezTo>
                    <a:cubicBezTo>
                      <a:pt x="316234" y="69850"/>
                      <a:pt x="316234" y="69850"/>
                      <a:pt x="235868" y="69850"/>
                    </a:cubicBezTo>
                    <a:cubicBezTo>
                      <a:pt x="222906" y="59267"/>
                      <a:pt x="207351" y="52652"/>
                      <a:pt x="190500" y="48683"/>
                    </a:cubicBezTo>
                    <a:cubicBezTo>
                      <a:pt x="193093" y="43392"/>
                      <a:pt x="198278" y="38100"/>
                      <a:pt x="204759" y="38100"/>
                    </a:cubicBezTo>
                    <a:close/>
                    <a:moveTo>
                      <a:pt x="204759" y="0"/>
                    </a:moveTo>
                    <a:cubicBezTo>
                      <a:pt x="204759" y="0"/>
                      <a:pt x="204759" y="0"/>
                      <a:pt x="316234" y="0"/>
                    </a:cubicBezTo>
                    <a:cubicBezTo>
                      <a:pt x="325307" y="0"/>
                      <a:pt x="331788" y="6557"/>
                      <a:pt x="331788" y="15737"/>
                    </a:cubicBezTo>
                    <a:cubicBezTo>
                      <a:pt x="331788" y="23606"/>
                      <a:pt x="325307" y="30163"/>
                      <a:pt x="316234" y="30163"/>
                    </a:cubicBezTo>
                    <a:cubicBezTo>
                      <a:pt x="316234" y="30163"/>
                      <a:pt x="316234" y="30163"/>
                      <a:pt x="204759" y="30163"/>
                    </a:cubicBezTo>
                    <a:cubicBezTo>
                      <a:pt x="196981" y="30163"/>
                      <a:pt x="190500" y="23606"/>
                      <a:pt x="190500" y="15737"/>
                    </a:cubicBezTo>
                    <a:cubicBezTo>
                      <a:pt x="190500" y="6557"/>
                      <a:pt x="196981" y="0"/>
                      <a:pt x="20475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endParaRPr>
              </a:p>
            </p:txBody>
          </p:sp>
        </p:grpSp>
      </p:grpSp>
      <p:sp>
        <p:nvSpPr>
          <p:cNvPr id="35" name="Content Placeholder 2"/>
          <p:cNvSpPr txBox="1">
            <a:spLocks/>
          </p:cNvSpPr>
          <p:nvPr/>
        </p:nvSpPr>
        <p:spPr>
          <a:xfrm>
            <a:off x="7951830" y="2285794"/>
            <a:ext cx="2701315"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a:t>
            </a:r>
          </a:p>
        </p:txBody>
      </p:sp>
      <p:sp>
        <p:nvSpPr>
          <p:cNvPr id="36" name="Content Placeholder 2"/>
          <p:cNvSpPr txBox="1">
            <a:spLocks/>
          </p:cNvSpPr>
          <p:nvPr/>
        </p:nvSpPr>
        <p:spPr>
          <a:xfrm>
            <a:off x="8980530" y="4049956"/>
            <a:ext cx="2701315"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a:t>
            </a:r>
          </a:p>
        </p:txBody>
      </p:sp>
      <p:sp>
        <p:nvSpPr>
          <p:cNvPr id="37" name="Content Placeholder 2"/>
          <p:cNvSpPr txBox="1">
            <a:spLocks/>
          </p:cNvSpPr>
          <p:nvPr/>
        </p:nvSpPr>
        <p:spPr>
          <a:xfrm>
            <a:off x="5250515" y="4968992"/>
            <a:ext cx="2701315"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a:t>
            </a:r>
          </a:p>
        </p:txBody>
      </p:sp>
      <p:sp>
        <p:nvSpPr>
          <p:cNvPr id="38" name="Content Placeholder 2"/>
          <p:cNvSpPr txBox="1">
            <a:spLocks/>
          </p:cNvSpPr>
          <p:nvPr/>
        </p:nvSpPr>
        <p:spPr>
          <a:xfrm>
            <a:off x="686496" y="4206464"/>
            <a:ext cx="2701315"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a:t>
            </a:r>
          </a:p>
        </p:txBody>
      </p:sp>
      <p:sp>
        <p:nvSpPr>
          <p:cNvPr id="39" name="Content Placeholder 2"/>
          <p:cNvSpPr txBox="1">
            <a:spLocks/>
          </p:cNvSpPr>
          <p:nvPr/>
        </p:nvSpPr>
        <p:spPr>
          <a:xfrm>
            <a:off x="1360369" y="1462169"/>
            <a:ext cx="2701315" cy="1200329"/>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lnSpc>
                <a:spcPct val="150000"/>
              </a:lnSpc>
              <a:spcBef>
                <a:spcPts val="0"/>
              </a:spcBef>
              <a:buNone/>
            </a:pPr>
            <a:r>
              <a:rPr lang="zh-CN" altLang="en-US" sz="2000" b="1" dirty="0">
                <a:solidFill>
                  <a:srgbClr val="044BC9"/>
                </a:solidFill>
                <a:latin typeface="思源黑体 Light" panose="020B0300000000000000" pitchFamily="34" charset="-122"/>
                <a:ea typeface="思源黑体 Light" panose="020B0300000000000000" pitchFamily="34" charset="-122"/>
              </a:rPr>
              <a:t>请添加标题</a:t>
            </a:r>
            <a:endParaRPr lang="en-US" altLang="zh-CN" sz="2000" b="1" dirty="0">
              <a:solidFill>
                <a:srgbClr val="044BC9"/>
              </a:solidFill>
              <a:latin typeface="思源黑体 Light" panose="020B0300000000000000" pitchFamily="34" charset="-122"/>
              <a:ea typeface="思源黑体 Light" panose="020B0300000000000000" pitchFamily="34" charset="-122"/>
            </a:endParaRPr>
          </a:p>
          <a:p>
            <a:pPr marL="0" indent="0" algn="r">
              <a:lnSpc>
                <a:spcPct val="150000"/>
              </a:lnSpc>
              <a:spcBef>
                <a:spcPts val="0"/>
              </a:spcBef>
              <a:buNone/>
            </a:pPr>
            <a:r>
              <a:rPr lang="zh-CN" altLang="en-US" dirty="0">
                <a:solidFill>
                  <a:schemeClr val="tx1">
                    <a:lumMod val="75000"/>
                    <a:lumOff val="25000"/>
                  </a:schemeClr>
                </a:solidFill>
                <a:latin typeface="思源黑体 Light" panose="020B0300000000000000" pitchFamily="34" charset="-122"/>
                <a:ea typeface="思源黑体 Light" panose="020B0300000000000000" pitchFamily="34" charset="-122"/>
              </a:rPr>
              <a:t>添加所需文本添加所需文本添加文本添加所需文本添加所需文本</a:t>
            </a:r>
          </a:p>
        </p:txBody>
      </p:sp>
    </p:spTree>
    <p:extLst>
      <p:ext uri="{BB962C8B-B14F-4D97-AF65-F5344CB8AC3E}">
        <p14:creationId xmlns:p14="http://schemas.microsoft.com/office/powerpoint/2010/main" val="394105091"/>
      </p:ext>
    </p:extLst>
  </p:cSld>
  <p:clrMapOvr>
    <a:masterClrMapping/>
  </p:clrMapOvr>
  <p:transition spd="slow" advTm="4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 calcmode="lin" valueType="num">
                                      <p:cBhvr>
                                        <p:cTn id="9" dur="1000" fill="hold"/>
                                        <p:tgtEl>
                                          <p:spTgt spid="10"/>
                                        </p:tgtEl>
                                        <p:attrNameLst>
                                          <p:attrName>style.rotation</p:attrName>
                                        </p:attrNameLst>
                                      </p:cBhvr>
                                      <p:tavLst>
                                        <p:tav tm="0">
                                          <p:val>
                                            <p:fltVal val="90"/>
                                          </p:val>
                                        </p:tav>
                                        <p:tav tm="100000">
                                          <p:val>
                                            <p:fltVal val="0"/>
                                          </p:val>
                                        </p:tav>
                                      </p:tavLst>
                                    </p:anim>
                                    <p:animEffect transition="in" filter="fade">
                                      <p:cBhvr>
                                        <p:cTn id="10" dur="1000"/>
                                        <p:tgtEl>
                                          <p:spTgt spid="10"/>
                                        </p:tgtEl>
                                      </p:cBhvr>
                                    </p:animEffect>
                                  </p:childTnLst>
                                </p:cTn>
                              </p:par>
                            </p:childTnLst>
                          </p:cTn>
                        </p:par>
                        <p:par>
                          <p:cTn id="11" fill="hold">
                            <p:stCondLst>
                              <p:cond delay="1000"/>
                            </p:stCondLst>
                            <p:childTnLst>
                              <p:par>
                                <p:cTn id="12" presetID="22" presetClass="entr" presetSubtype="8"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par>
                                <p:cTn id="15" presetID="22" presetClass="entr" presetSubtype="8"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par>
                                <p:cTn id="18" presetID="22" presetClass="entr" presetSubtype="8"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par>
                                <p:cTn id="21" presetID="22" presetClass="entr" presetSubtype="8"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randombar(horizontal)">
                                      <p:cBhvr>
                                        <p:cTn id="28" dur="500"/>
                                        <p:tgtEl>
                                          <p:spTgt spid="35"/>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randombar(horizontal)">
                                      <p:cBhvr>
                                        <p:cTn id="31" dur="500"/>
                                        <p:tgtEl>
                                          <p:spTgt spid="36"/>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randombar(horizontal)">
                                      <p:cBhvr>
                                        <p:cTn id="34" dur="500"/>
                                        <p:tgtEl>
                                          <p:spTgt spid="37"/>
                                        </p:tgtEl>
                                      </p:cBhvr>
                                    </p:animEffect>
                                  </p:childTnLst>
                                </p:cTn>
                              </p:par>
                              <p:par>
                                <p:cTn id="35" presetID="14" presetClass="entr" presetSubtype="1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randombar(horizontal)">
                                      <p:cBhvr>
                                        <p:cTn id="37" dur="500"/>
                                        <p:tgtEl>
                                          <p:spTgt spid="38"/>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randombar(horizontal)">
                                      <p:cBhvr>
                                        <p:cTn id="40"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38" grpId="0"/>
      <p:bldP spid="3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0" y="2863105"/>
            <a:ext cx="12191998" cy="3994895"/>
            <a:chOff x="0" y="3619500"/>
            <a:chExt cx="12191998" cy="3238500"/>
          </a:xfrm>
        </p:grpSpPr>
        <p:pic>
          <p:nvPicPr>
            <p:cNvPr id="3" name="图片 2"/>
            <p:cNvPicPr>
              <a:picLocks noChangeAspect="1"/>
            </p:cNvPicPr>
            <p:nvPr/>
          </p:nvPicPr>
          <p:blipFill rotWithShape="1">
            <a:blip r:embed="R5aa27d1c10e34dfb"/>
            <a:srcRect l="2986" r="2356"/>
            <a:stretch/>
          </p:blipFill>
          <p:spPr>
            <a:xfrm>
              <a:off x="6095999" y="3619500"/>
              <a:ext cx="6095999" cy="3238500"/>
            </a:xfrm>
            <a:prstGeom prst="rect">
              <a:avLst/>
            </a:prstGeom>
          </p:spPr>
        </p:pic>
        <p:pic>
          <p:nvPicPr>
            <p:cNvPr id="10" name="图片 9"/>
            <p:cNvPicPr>
              <a:picLocks noChangeAspect="1"/>
            </p:cNvPicPr>
            <p:nvPr/>
          </p:nvPicPr>
          <p:blipFill rotWithShape="1">
            <a:blip r:embed="R5aa27d1c10e34dfb"/>
            <a:srcRect l="2986" r="2356"/>
            <a:stretch/>
          </p:blipFill>
          <p:spPr>
            <a:xfrm flipH="1">
              <a:off x="0" y="3619500"/>
              <a:ext cx="6095999" cy="3238500"/>
            </a:xfrm>
            <a:prstGeom prst="rect">
              <a:avLst/>
            </a:prstGeom>
          </p:spPr>
        </p:pic>
      </p:grpSp>
      <p:sp>
        <p:nvSpPr>
          <p:cNvPr id="4" name="文本框 3"/>
          <p:cNvSpPr txBox="1"/>
          <p:nvPr/>
        </p:nvSpPr>
        <p:spPr>
          <a:xfrm>
            <a:off x="2755374" y="1984872"/>
            <a:ext cx="6681253" cy="1323439"/>
          </a:xfrm>
          <a:prstGeom prst="rect">
            <a:avLst/>
          </a:prstGeom>
          <a:noFill/>
        </p:spPr>
        <p:txBody>
          <a:bodyPr wrap="square" rtlCol="0">
            <a:spAutoFit/>
          </a:bodyPr>
          <a:lstStyle/>
          <a:p>
            <a:pPr algn="dist"/>
            <a:r>
              <a:rPr lang="zh-CN" altLang="en-US" sz="8000" b="1" dirty="0">
                <a:ln w="12700">
                  <a:noFill/>
                </a:ln>
                <a:gradFill>
                  <a:gsLst>
                    <a:gs pos="0">
                      <a:srgbClr val="044BC9"/>
                    </a:gs>
                    <a:gs pos="100000">
                      <a:srgbClr val="23A2E4"/>
                    </a:gs>
                  </a:gsLst>
                  <a:lin ang="0" scaled="0"/>
                </a:gradFill>
                <a:latin typeface="Aa黑体 (非商业使用)" panose="02010600010101010101" pitchFamily="2" charset="-122"/>
                <a:ea typeface="Aa黑体 (非商业使用)" panose="02010600010101010101" pitchFamily="2" charset="-122"/>
                <a:sym typeface="思源黑体" panose="020B0500000000000000" pitchFamily="34" charset="-122"/>
              </a:rPr>
              <a:t>感谢您的观看</a:t>
            </a:r>
          </a:p>
        </p:txBody>
      </p:sp>
      <p:sp>
        <p:nvSpPr>
          <p:cNvPr id="11" name="Text Placeholder 3">
            <a:extLst>
              <a:ext uri="{FF2B5EF4-FFF2-40B4-BE49-F238E27FC236}">
                <a16:creationId xmlns:a16="http://schemas.microsoft.com/office/drawing/2014/main" id="{CA19DF75-27FF-4804-8C59-F17F55C9C104}"/>
              </a:ext>
            </a:extLst>
          </p:cNvPr>
          <p:cNvSpPr txBox="1">
            <a:spLocks/>
          </p:cNvSpPr>
          <p:nvPr/>
        </p:nvSpPr>
        <p:spPr>
          <a:xfrm>
            <a:off x="212111" y="255771"/>
            <a:ext cx="3470283" cy="370615"/>
          </a:xfrm>
          <a:prstGeom prst="rect">
            <a:avLst/>
          </a:prstGeom>
        </p:spPr>
        <p:txBody>
          <a:bodyPr/>
          <a:lstStyle>
            <a:lvl1pPr marL="0" indent="0" algn="l" defTabSz="1828343" rtl="0" eaLnBrk="1" latinLnBrk="0" hangingPunct="1">
              <a:lnSpc>
                <a:spcPct val="90000"/>
              </a:lnSpc>
              <a:spcBef>
                <a:spcPts val="2000"/>
              </a:spcBef>
              <a:buFont typeface="Arial" panose="020B0604020202020204" pitchFamily="34" charset="0"/>
              <a:buNone/>
              <a:defRPr sz="8000" b="1" kern="1200">
                <a:solidFill>
                  <a:schemeClr val="tx2"/>
                </a:solidFill>
                <a:latin typeface="Amiri" pitchFamily="2" charset="-78"/>
                <a:ea typeface="Amiri" pitchFamily="2" charset="-78"/>
                <a:cs typeface="Amiri" pitchFamily="2" charset="-78"/>
              </a:defRPr>
            </a:lvl1pPr>
            <a:lvl2pPr marL="1371257" indent="-457086" algn="l" defTabSz="1828343" rtl="0" eaLnBrk="1" latinLnBrk="0" hangingPunct="1">
              <a:lnSpc>
                <a:spcPct val="90000"/>
              </a:lnSpc>
              <a:spcBef>
                <a:spcPts val="1000"/>
              </a:spcBef>
              <a:buFont typeface="Arial" panose="020B0604020202020204" pitchFamily="34" charset="0"/>
              <a:buChar char="•"/>
              <a:defRPr sz="4799" kern="1200">
                <a:solidFill>
                  <a:schemeClr val="tx1"/>
                </a:solidFill>
                <a:latin typeface="+mn-lt"/>
                <a:ea typeface="+mn-ea"/>
                <a:cs typeface="+mn-cs"/>
              </a:defRPr>
            </a:lvl2pPr>
            <a:lvl3pPr marL="2285429" indent="-457086" algn="l" defTabSz="1828343" rtl="0" eaLnBrk="1" latinLnBrk="0" hangingPunct="1">
              <a:lnSpc>
                <a:spcPct val="90000"/>
              </a:lnSpc>
              <a:spcBef>
                <a:spcPts val="1000"/>
              </a:spcBef>
              <a:buFont typeface="Arial" panose="020B0604020202020204" pitchFamily="34" charset="0"/>
              <a:buChar char="•"/>
              <a:defRPr sz="3999" kern="1200">
                <a:solidFill>
                  <a:schemeClr val="tx1"/>
                </a:solidFill>
                <a:latin typeface="+mn-lt"/>
                <a:ea typeface="+mn-ea"/>
                <a:cs typeface="+mn-cs"/>
              </a:defRPr>
            </a:lvl3pPr>
            <a:lvl4pPr marL="3199600"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4pPr>
            <a:lvl5pPr marL="4113771"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gn="dist"/>
            <a:r>
              <a:rPr lang="zh-CN" altLang="en-US" sz="1600" b="0" dirty="0">
                <a:solidFill>
                  <a:srgbClr val="044BC9"/>
                </a:solidFill>
                <a:latin typeface="思源黑体 CN Light" panose="020B0300000000000000" pitchFamily="34" charset="-122"/>
                <a:ea typeface="思源黑体 CN Light" panose="020B0300000000000000" pitchFamily="34" charset="-122"/>
              </a:rPr>
              <a:t>这里输入您的公司</a:t>
            </a:r>
            <a:r>
              <a:rPr lang="en-US" altLang="zh-CN" sz="1600" b="0" dirty="0">
                <a:solidFill>
                  <a:srgbClr val="044BC9"/>
                </a:solidFill>
                <a:latin typeface="思源黑体 CN Light" panose="020B0300000000000000" pitchFamily="34" charset="-122"/>
                <a:ea typeface="思源黑体 CN Light" panose="020B0300000000000000" pitchFamily="34" charset="-122"/>
              </a:rPr>
              <a:t>/</a:t>
            </a:r>
            <a:r>
              <a:rPr lang="zh-CN" altLang="en-US" sz="1600" b="0" dirty="0">
                <a:solidFill>
                  <a:srgbClr val="044BC9"/>
                </a:solidFill>
                <a:latin typeface="思源黑体 CN Light" panose="020B0300000000000000" pitchFamily="34" charset="-122"/>
                <a:ea typeface="思源黑体 CN Light" panose="020B0300000000000000" pitchFamily="34" charset="-122"/>
              </a:rPr>
              <a:t>组织名称</a:t>
            </a:r>
            <a:endParaRPr lang="en-ID" sz="1600" b="0" dirty="0">
              <a:solidFill>
                <a:srgbClr val="044BC9"/>
              </a:solidFill>
              <a:latin typeface="思源黑体 CN Light" panose="020B0300000000000000" pitchFamily="34" charset="-122"/>
              <a:ea typeface="思源黑体 CN Light" panose="020B0300000000000000" pitchFamily="34" charset="-122"/>
            </a:endParaRPr>
          </a:p>
        </p:txBody>
      </p:sp>
      <p:sp>
        <p:nvSpPr>
          <p:cNvPr id="12" name="矩形 11">
            <a:extLst>
              <a:ext uri="{FF2B5EF4-FFF2-40B4-BE49-F238E27FC236}">
                <a16:creationId xmlns:a16="http://schemas.microsoft.com/office/drawing/2014/main" id="{535883B3-EF7F-4DF1-A1E7-9EAA262A8946}"/>
              </a:ext>
            </a:extLst>
          </p:cNvPr>
          <p:cNvSpPr/>
          <p:nvPr/>
        </p:nvSpPr>
        <p:spPr>
          <a:xfrm>
            <a:off x="2855586" y="3455961"/>
            <a:ext cx="6480829" cy="572464"/>
          </a:xfrm>
          <a:prstGeom prst="rect">
            <a:avLst/>
          </a:prstGeom>
        </p:spPr>
        <p:txBody>
          <a:bodyPr wrap="square">
            <a:spAutoFit/>
          </a:bodyPr>
          <a:lstStyle/>
          <a:p>
            <a:pPr algn="ctr">
              <a:lnSpc>
                <a:spcPct val="130000"/>
              </a:lnSpc>
              <a:spcBef>
                <a:spcPts val="600"/>
              </a:spcBef>
              <a:spcAft>
                <a:spcPts val="600"/>
              </a:spcAft>
              <a:defRPr/>
            </a:pPr>
            <a:r>
              <a:rPr lang="en-US" altLang="zh-CN" sz="1200" dirty="0">
                <a:solidFill>
                  <a:schemeClr val="tx1">
                    <a:lumMod val="50000"/>
                    <a:lumOff val="50000"/>
                  </a:schemeClr>
                </a:solidFill>
                <a:latin typeface="Aa黑体 (非商业使用)" panose="02010600010101010101" pitchFamily="2" charset="-122"/>
                <a:ea typeface="Aa黑体 (非商业使用)" panose="02010600010101010101" pitchFamily="2" charset="-122"/>
              </a:rPr>
              <a:t>Please replace text, click add relevant headline, modify the text content, also can copy your. Please replace text, click add relevant headline, modify the text content,</a:t>
            </a:r>
          </a:p>
        </p:txBody>
      </p:sp>
      <p:sp>
        <p:nvSpPr>
          <p:cNvPr id="14" name="圆角矩形 13"/>
          <p:cNvSpPr/>
          <p:nvPr/>
        </p:nvSpPr>
        <p:spPr>
          <a:xfrm>
            <a:off x="4895850" y="4263203"/>
            <a:ext cx="2400300" cy="433313"/>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44BC9"/>
                </a:solidFill>
                <a:latin typeface="Aa黑体 (非商业使用)" panose="02010600010101010101" pitchFamily="2" charset="-122"/>
                <a:ea typeface="Aa黑体 (非商业使用)" panose="02010600010101010101" pitchFamily="2" charset="-122"/>
              </a:rPr>
              <a:t>汇报人：XX</a:t>
            </a:r>
            <a:r>
              <a:rPr lang="en-US" altLang="zh-CN" dirty="0">
                <a:solidFill>
                  <a:srgbClr val="044BC9"/>
                </a:solidFill>
                <a:latin typeface="Aa黑体 (非商业使用)" panose="02010600010101010101" pitchFamily="2" charset="-122"/>
                <a:ea typeface="Aa黑体 (非商业使用)" panose="02010600010101010101" pitchFamily="2" charset="-122"/>
              </a:rPr>
              <a:t>PPT</a:t>
            </a:r>
            <a:endParaRPr lang="zh-CN" altLang="en-US" dirty="0">
              <a:solidFill>
                <a:srgbClr val="044BC9"/>
              </a:solidFill>
              <a:latin typeface="Aa黑体 (非商业使用)" panose="02010600010101010101" pitchFamily="2" charset="-122"/>
              <a:ea typeface="Aa黑体 (非商业使用)" panose="02010600010101010101" pitchFamily="2" charset="-122"/>
            </a:endParaRPr>
          </a:p>
        </p:txBody>
      </p:sp>
      <p:grpSp>
        <p:nvGrpSpPr>
          <p:cNvPr id="21" name="组合 20"/>
          <p:cNvGrpSpPr/>
          <p:nvPr/>
        </p:nvGrpSpPr>
        <p:grpSpPr>
          <a:xfrm>
            <a:off x="3492345" y="1747283"/>
            <a:ext cx="5207310" cy="0"/>
            <a:chOff x="3746190" y="2146300"/>
            <a:chExt cx="5207310" cy="0"/>
          </a:xfrm>
        </p:grpSpPr>
        <p:cxnSp>
          <p:nvCxnSpPr>
            <p:cNvPr id="17" name="直接连接符 16"/>
            <p:cNvCxnSpPr/>
            <p:nvPr/>
          </p:nvCxnSpPr>
          <p:spPr>
            <a:xfrm>
              <a:off x="3746190" y="2146300"/>
              <a:ext cx="5207310" cy="0"/>
            </a:xfrm>
            <a:prstGeom prst="line">
              <a:avLst/>
            </a:prstGeom>
            <a:ln>
              <a:solidFill>
                <a:srgbClr val="044BC9"/>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3746190" y="2146300"/>
              <a:ext cx="914710" cy="0"/>
            </a:xfrm>
            <a:prstGeom prst="line">
              <a:avLst/>
            </a:prstGeom>
            <a:ln w="57150">
              <a:solidFill>
                <a:srgbClr val="044BC9"/>
              </a:solidFill>
            </a:ln>
          </p:spPr>
          <p:style>
            <a:lnRef idx="1">
              <a:schemeClr val="accent1"/>
            </a:lnRef>
            <a:fillRef idx="0">
              <a:schemeClr val="accent1"/>
            </a:fillRef>
            <a:effectRef idx="0">
              <a:schemeClr val="accent1"/>
            </a:effectRef>
            <a:fontRef idx="minor">
              <a:schemeClr val="tx1"/>
            </a:fontRef>
          </p:style>
        </p:cxnSp>
      </p:grpSp>
      <p:grpSp>
        <p:nvGrpSpPr>
          <p:cNvPr id="32" name="组合 31">
            <a:extLst>
              <a:ext uri="{FF2B5EF4-FFF2-40B4-BE49-F238E27FC236}">
                <a16:creationId xmlns:a16="http://schemas.microsoft.com/office/drawing/2014/main" id="{BA07F046-C67C-4029-A9C7-475312ACB55C}"/>
              </a:ext>
            </a:extLst>
          </p:cNvPr>
          <p:cNvGrpSpPr/>
          <p:nvPr/>
        </p:nvGrpSpPr>
        <p:grpSpPr>
          <a:xfrm>
            <a:off x="2939989" y="1666752"/>
            <a:ext cx="216018" cy="167054"/>
            <a:chOff x="1467073" y="4995308"/>
            <a:chExt cx="216018" cy="167054"/>
          </a:xfrm>
        </p:grpSpPr>
        <p:sp>
          <p:nvSpPr>
            <p:cNvPr id="33" name="等腰三角形 32">
              <a:extLst>
                <a:ext uri="{FF2B5EF4-FFF2-40B4-BE49-F238E27FC236}">
                  <a16:creationId xmlns:a16="http://schemas.microsoft.com/office/drawing/2014/main" id="{9571E02D-B057-493D-A055-98B0A9393FC3}"/>
                </a:ext>
              </a:extLst>
            </p:cNvPr>
            <p:cNvSpPr/>
            <p:nvPr/>
          </p:nvSpPr>
          <p:spPr>
            <a:xfrm rot="5400000">
              <a:off x="1455552" y="5006829"/>
              <a:ext cx="167054" cy="144012"/>
            </a:xfrm>
            <a:prstGeom prst="triangle">
              <a:avLst/>
            </a:prstGeom>
            <a:solidFill>
              <a:srgbClr val="044BC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sp>
          <p:nvSpPr>
            <p:cNvPr id="34" name="等腰三角形 33">
              <a:extLst>
                <a:ext uri="{FF2B5EF4-FFF2-40B4-BE49-F238E27FC236}">
                  <a16:creationId xmlns:a16="http://schemas.microsoft.com/office/drawing/2014/main" id="{9BF61568-49C3-4DD2-B94C-9C8A083A902B}"/>
                </a:ext>
              </a:extLst>
            </p:cNvPr>
            <p:cNvSpPr/>
            <p:nvPr/>
          </p:nvSpPr>
          <p:spPr>
            <a:xfrm rot="5400000">
              <a:off x="1527558" y="5006829"/>
              <a:ext cx="167054" cy="144012"/>
            </a:xfrm>
            <a:prstGeom prst="triangle">
              <a:avLst/>
            </a:prstGeom>
            <a:noFill/>
            <a:ln>
              <a:solidFill>
                <a:srgbClr val="044BC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ea"/>
                <a:sym typeface="+mn-lt"/>
              </a:endParaRPr>
            </a:p>
          </p:txBody>
        </p:sp>
      </p:grpSp>
    </p:spTree>
    <p:extLst>
      <p:ext uri="{BB962C8B-B14F-4D97-AF65-F5344CB8AC3E}">
        <p14:creationId xmlns:p14="http://schemas.microsoft.com/office/powerpoint/2010/main" val="24274978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4000">
        <p15:prstTrans prst="airplane"/>
      </p:transition>
    </mc:Choice>
    <mc:Fallback xmlns:p14="http://schemas.microsoft.com/office/powerpoint/2010/main" xmlns:a16="http://schemas.microsoft.com/office/drawing/2014/main" xmlns="">
      <p:transition spd="slow" advTm="4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500"/>
                                        <p:tgtEl>
                                          <p:spTgt spid="3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randombar(horizontal)">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fltVal val="0"/>
                                          </p:val>
                                        </p:tav>
                                        <p:tav tm="100000">
                                          <p:val>
                                            <p:strVal val="#ppt_w"/>
                                          </p:val>
                                        </p:tav>
                                      </p:tavLst>
                                    </p:anim>
                                    <p:anim calcmode="lin" valueType="num">
                                      <p:cBhvr>
                                        <p:cTn id="32" dur="500" fill="hold"/>
                                        <p:tgtEl>
                                          <p:spTgt spid="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5">
            <a:extLst>
              <a:ext uri="{FF2B5EF4-FFF2-40B4-BE49-F238E27FC236}">
                <a16:creationId xmlns:a16="http://schemas.microsoft.com/office/drawing/2014/main" id="{3FCE0580-9D1B-EF74-B2D6-3ABC2A2CB185}"/>
              </a:ext>
            </a:extLst>
          </p:cNvPr>
          <p:cNvPicPr>
            <a:picLocks noChangeAspect="1"/>
          </p:cNvPicPr>
          <p:nvPr/>
        </p:nvPicPr>
        <p:blipFill>
          <a:blip r:embed="Rf1ad0a6f382b4d1b">
            <a:extLst>
              <a:ext uri="{28A0092B-C50C-407E-A947-70E740481C1C}">
                <a14:useLocalDpi xmlns:a14="http://schemas.microsoft.com/office/drawing/2010/main" val="0"/>
              </a:ext>
            </a:extLst>
          </a:blip>
          <a:srcRect/>
          <a:stretch/>
        </p:blipFill>
        <p:spPr>
          <a:xfrm>
            <a:off x="556078" y="373516"/>
            <a:ext cx="10863943" cy="6110967"/>
          </a:xfrm>
          <a:prstGeom prst="rect">
            <a:avLst/>
          </a:prstGeom>
        </p:spPr>
      </p:pic>
      <mc:AlternateContent xmlns:mc="http://schemas.openxmlformats.org/markup-compatibility/2006">
        <mc:Choice xmlns:p14="http://schemas.microsoft.com/office/powerpoint/2010/main" Requires="p14">
          <p:contentPart p14:bwMode="auto" r:id="R6a28b504385648a7">
            <p14:nvContentPartPr>
              <p14:cNvPr id="16" name="墨迹 15"/>
              <p14:cNvContentPartPr/>
              <p14:nvPr/>
            </p14:nvContentPartPr>
            <p14:xfrm>
              <a:off x="2093051" y="-286110"/>
              <a:ext cx="360" cy="360"/>
            </p14:xfrm>
          </p:contentPart>
        </mc:Choice>
        <mc:Fallback>
          <p:pic>
            <p:nvPicPr>
              <p:cNvPr id="16" name="墨迹 15"/>
              <p:cNvPicPr/>
              <p:nvPr/>
            </p:nvPicPr>
            <p:blipFill>
              <a:blip r:embed="R9560aa7c4a9b4b16"/>
              <a:stretch>
                <a:fillRect/>
              </a:stretch>
            </p:blipFill>
            <p:spPr>
              <a:xfrm>
                <a:off x="2057051" y="-32211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a7fa35b3477a4b01">
            <p14:nvContentPartPr>
              <p14:cNvPr id="17" name="墨迹 16"/>
              <p14:cNvContentPartPr/>
              <p14:nvPr/>
            </p14:nvContentPartPr>
            <p14:xfrm>
              <a:off x="822971" y="-489150"/>
              <a:ext cx="360" cy="360"/>
            </p14:xfrm>
          </p:contentPart>
        </mc:Choice>
        <mc:Fallback>
          <p:pic>
            <p:nvPicPr>
              <p:cNvPr id="17" name="墨迹 16"/>
              <p:cNvPicPr/>
              <p:nvPr/>
            </p:nvPicPr>
            <p:blipFill>
              <a:blip r:embed="R9560aa7c4a9b4b16"/>
              <a:stretch>
                <a:fillRect/>
              </a:stretch>
            </p:blipFill>
            <p:spPr>
              <a:xfrm>
                <a:off x="786971" y="-525150"/>
                <a:ext cx="72000" cy="72000"/>
              </a:xfrm>
              <a:prstGeom prst="rect">
                <a:avLst/>
              </a:prstGeom>
            </p:spPr>
          </p:pic>
        </mc:Fallback>
      </mc:AlternateContent>
      <p:sp>
        <p:nvSpPr>
          <p:cNvPr id="5" name="文本框 4"/>
          <p:cNvSpPr txBox="1"/>
          <p:nvPr/>
        </p:nvSpPr>
        <p:spPr>
          <a:xfrm>
            <a:off x="995631" y="5853325"/>
            <a:ext cx="5218430" cy="353196"/>
          </a:xfrm>
          <a:prstGeom prst="roundRect">
            <a:avLst/>
          </a:prstGeom>
          <a:solidFill>
            <a:schemeClr val="bg1"/>
          </a:solidFill>
        </p:spPr>
        <p:txBody>
          <a:bodyPr wrap="square">
            <a:noAutofit/>
          </a:bodyPr>
          <a:lstStyle/>
          <a:p>
            <a:r>
              <a:rPr lang="en-US" altLang="zh-CN">
                <a:solidFill>
                  <a:schemeClr val="bg1"/>
                </a:solidFill>
                <a:hlinkClick r:id="Race635d87f474aa8a05f242c51ba0674"/>
              </a:rPr>
              <a:t>https://www.pptsupermarket.com/customizes</a:t>
            </a:r>
            <a:endParaRPr lang="en-US" altLang="zh-CN">
              <a:solidFill>
                <a:schemeClr val="bg1"/>
              </a:solidFill>
            </a:endParaRPr>
          </a:p>
        </p:txBody>
      </p:sp>
      <p:pic>
        <p:nvPicPr>
          <p:cNvPr id="3" name="图片 2">
            <a:extLst>
              <a:ext uri="{FF2B5EF4-FFF2-40B4-BE49-F238E27FC236}">
                <a16:creationId xmlns:a16="http://schemas.microsoft.com/office/drawing/2014/main" id="{0C505DC9-B288-9E36-2E1C-FAB4AFFB11D1}"/>
              </a:ext>
            </a:extLst>
          </p:cNvPr>
          <p:cNvPicPr>
            <a:picLocks noChangeAspect="1"/>
          </p:cNvPicPr>
          <p:nvPr/>
        </p:nvPicPr>
        <p:blipFill>
          <a:blip r:embed="Rc0ea80f6bcee42b2" cstate="print">
            <a:extLst>
              <a:ext uri="{28A0092B-C50C-407E-A947-70E740481C1C}">
                <a14:useLocalDpi xmlns:a14="http://schemas.microsoft.com/office/drawing/2010/main" val="0"/>
              </a:ext>
            </a:extLst>
          </a:blip>
          <a:stretch>
            <a:fillRect/>
          </a:stretch>
        </p:blipFill>
        <p:spPr>
          <a:xfrm>
            <a:off x="7861028" y="1584183"/>
            <a:ext cx="2669342" cy="2757368"/>
          </a:xfrm>
          <a:prstGeom prst="rect">
            <a:avLst/>
          </a:prstGeom>
        </p:spPr>
      </p:pic>
      <p:sp>
        <p:nvSpPr>
          <p:cNvPr id="2" name="文本框 1">
            <a:extLst>
              <a:ext uri="{FF2B5EF4-FFF2-40B4-BE49-F238E27FC236}">
                <a16:creationId xmlns:a16="http://schemas.microsoft.com/office/drawing/2014/main" id="{DB6278BE-3286-7688-C839-03607785B618}"/>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464B4C1-1D1A-E7BF-FF1D-C8DA501C10E2}"/>
              </a:ext>
            </a:extLst>
          </p:cNvPr>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p:cNvPicPr>
            <a:picLocks noChangeAspect="1"/>
          </p:cNvPicPr>
          <p:nvPr/>
        </p:nvPicPr>
        <p:blipFill>
          <a:blip r:embed="R522b2170d9444dd6" cstate="screen">
            <a:extLst>
              <a:ext uri="{28A0092B-C50C-407E-A947-70E740481C1C}">
                <a14:useLocalDpi xmlns:a14="http://schemas.microsoft.com/office/drawing/2010/main"/>
              </a:ext>
            </a:extLst>
          </a:blip>
          <a:stretch>
            <a:fillRect/>
          </a:stretch>
        </p:blipFill>
        <p:spPr>
          <a:xfrm>
            <a:off x="4952144" y="1028495"/>
            <a:ext cx="6814466" cy="4801010"/>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a:blip r:embed="Rd2512a62d60a4660" cstate="print">
            <a:extLst>
              <a:ext uri="{28A0092B-C50C-407E-A947-70E740481C1C}">
                <a14:useLocalDpi xmlns:a14="http://schemas.microsoft.com/office/drawing/2010/main" val="0"/>
              </a:ext>
            </a:extLst>
          </a:blip>
          <a:stretch>
            <a:fillRect/>
          </a:stretch>
        </p:blipFill>
        <p:spPr>
          <a:xfrm>
            <a:off x="699842" y="3904439"/>
            <a:ext cx="1690961" cy="1690961"/>
          </a:xfrm>
          <a:prstGeom prst="rect">
            <a:avLst/>
          </a:prstGeom>
        </p:spPr>
      </p:pic>
      <p:sp>
        <p:nvSpPr>
          <p:cNvPr id="13" name="文本框 12"/>
          <p:cNvSpPr txBox="1"/>
          <p:nvPr/>
        </p:nvSpPr>
        <p:spPr>
          <a:xfrm>
            <a:off x="587177" y="1095947"/>
            <a:ext cx="4154347" cy="2123658"/>
          </a:xfrm>
          <a:prstGeom prst="rect">
            <a:avLst/>
          </a:prstGeom>
          <a:noFill/>
        </p:spPr>
        <p:txBody>
          <a:bodyPr wrap="square">
            <a:spAutoFit/>
          </a:bodyPr>
          <a:lstStyle/>
          <a:p>
            <a:r>
              <a:rPr lang="en-US" altLang="zh-CN" sz="4400" b="1" i="0">
                <a:solidFill>
                  <a:schemeClr val="bg1"/>
                </a:solidFill>
                <a:effectLst/>
                <a:latin typeface="MiSans Medium" panose="00000600000000000000" pitchFamily="2" charset="-122"/>
                <a:ea typeface="MiSans Medium" panose="00000600000000000000" pitchFamily="2" charset="-122"/>
              </a:rPr>
              <a:t>PPT</a:t>
            </a:r>
            <a:r>
              <a:rPr lang="zh-CN" altLang="en-US" sz="4400" b="1" i="0">
                <a:solidFill>
                  <a:schemeClr val="bg1"/>
                </a:solidFill>
                <a:effectLst/>
                <a:latin typeface="MiSans Medium" panose="00000600000000000000" pitchFamily="2" charset="-122"/>
                <a:ea typeface="MiSans Medium" panose="00000600000000000000" pitchFamily="2" charset="-122"/>
              </a:rPr>
              <a:t>超级市场</a:t>
            </a:r>
            <a:r>
              <a:rPr lang="en-US" altLang="zh-CN" sz="4400" b="1" i="0">
                <a:solidFill>
                  <a:schemeClr val="bg1"/>
                </a:solidFill>
                <a:effectLst/>
                <a:latin typeface="MiSans Medium" panose="00000600000000000000" pitchFamily="2" charset="-122"/>
                <a:ea typeface="MiSans Medium" panose="00000600000000000000" pitchFamily="2" charset="-122"/>
              </a:rPr>
              <a:t>AI</a:t>
            </a:r>
          </a:p>
          <a:p>
            <a:r>
              <a:rPr lang="en-US" altLang="zh-CN" sz="4400" b="1" i="0">
                <a:solidFill>
                  <a:schemeClr val="bg1"/>
                </a:solidFill>
                <a:effectLst/>
                <a:latin typeface="MiSans Medium" panose="00000600000000000000" pitchFamily="2" charset="-122"/>
                <a:ea typeface="MiSans Medium" panose="00000600000000000000" pitchFamily="2" charset="-122"/>
              </a:rPr>
              <a:t>1</a:t>
            </a:r>
            <a:r>
              <a:rPr lang="zh-CN" altLang="en-US" sz="4400" b="1" i="0">
                <a:solidFill>
                  <a:schemeClr val="bg1"/>
                </a:solidFill>
                <a:effectLst/>
                <a:latin typeface="MiSans Medium" panose="00000600000000000000" pitchFamily="2" charset="-122"/>
                <a:ea typeface="MiSans Medium" panose="00000600000000000000" pitchFamily="2" charset="-122"/>
              </a:rPr>
              <a:t>分钟</a:t>
            </a:r>
            <a:r>
              <a:rPr lang="zh-CN" altLang="en-US" sz="4400" b="1">
                <a:solidFill>
                  <a:schemeClr val="bg1"/>
                </a:solidFill>
                <a:latin typeface="MiSans Medium" panose="00000600000000000000" pitchFamily="2" charset="-122"/>
                <a:ea typeface="MiSans Medium" panose="00000600000000000000" pitchFamily="2" charset="-122"/>
              </a:rPr>
              <a:t>免费</a:t>
            </a:r>
            <a:endParaRPr lang="en-US" altLang="zh-CN" sz="4400" b="1" i="0">
              <a:solidFill>
                <a:schemeClr val="bg1"/>
              </a:solidFill>
              <a:effectLst/>
              <a:latin typeface="MiSans Medium" panose="00000600000000000000" pitchFamily="2" charset="-122"/>
              <a:ea typeface="MiSans Medium" panose="00000600000000000000" pitchFamily="2" charset="-122"/>
            </a:endParaRPr>
          </a:p>
          <a:p>
            <a:r>
              <a:rPr lang="en-US" altLang="zh-CN" sz="4400" b="1" i="0">
                <a:solidFill>
                  <a:schemeClr val="bg1"/>
                </a:solidFill>
                <a:effectLst/>
                <a:latin typeface="MiSans Medium" panose="00000600000000000000" pitchFamily="2" charset="-122"/>
                <a:ea typeface="MiSans Medium" panose="00000600000000000000" pitchFamily="2" charset="-122"/>
              </a:rPr>
              <a:t>AI</a:t>
            </a:r>
            <a:r>
              <a:rPr lang="zh-CN" altLang="en-US" sz="4400" b="1" i="0">
                <a:solidFill>
                  <a:schemeClr val="bg1"/>
                </a:solidFill>
                <a:effectLst/>
                <a:latin typeface="MiSans Medium" panose="00000600000000000000" pitchFamily="2" charset="-122"/>
                <a:ea typeface="MiSans Medium" panose="00000600000000000000" pitchFamily="2" charset="-122"/>
              </a:rPr>
              <a:t>生成精美</a:t>
            </a:r>
            <a:r>
              <a:rPr lang="en-US" altLang="zh-CN" sz="4400" b="1" i="0">
                <a:solidFill>
                  <a:schemeClr val="bg1"/>
                </a:solidFill>
                <a:effectLst/>
                <a:latin typeface="MiSans Medium" panose="00000600000000000000" pitchFamily="2" charset="-122"/>
                <a:ea typeface="MiSans Medium" panose="00000600000000000000" pitchFamily="2" charset="-122"/>
              </a:rPr>
              <a:t>PPT</a:t>
            </a:r>
          </a:p>
        </p:txBody>
      </p:sp>
      <mc:AlternateContent xmlns:mc="http://schemas.openxmlformats.org/markup-compatibility/2006" xmlns:p14="http://schemas.microsoft.com/office/powerpoint/2010/main">
        <mc:Choice Requires="p14">
          <p:contentPart p14:bwMode="auto" r:id="Rbba63440e28b4213">
            <p14:nvContentPartPr>
              <p14:cNvPr id="15" name="墨迹 14"/>
              <p14:cNvContentPartPr/>
              <p14:nvPr/>
            </p14:nvContentPartPr>
            <p14:xfrm>
              <a:off x="5357445" y="1361610"/>
              <a:ext cx="1892160" cy="360"/>
            </p14:xfrm>
          </p:contentPart>
        </mc:Choice>
        <mc:Fallback xmlns="">
          <p:pic>
            <p:nvPicPr>
              <p:cNvPr id="15" name="墨迹 14"/>
            </p:nvPicPr>
            <p:blipFill>
              <a:blip r:embed="R6edff7fa8d5545b1"/>
            </p:blipFill>
            <p:spPr>
              <a:xfrm>
                <a:off x="5357445" y="1361610"/>
                <a:ext cx="1892160" cy="360"/>
              </a:xfrm>
              <a:prstGeom prst="rect"/>
            </p:spPr>
          </p:pic>
        </mc:Fallback>
      </mc:AlternateContent>
      <mc:AlternateContent xmlns:mc="http://schemas.openxmlformats.org/markup-compatibility/2006">
        <mc:Choice xmlns:p14="http://schemas.microsoft.com/office/powerpoint/2010/main" Requires="p14">
          <p:contentPart p14:bwMode="auto" r:id="Recafbfd89a5b40ee">
            <p14:nvContentPartPr>
              <p14:cNvPr id="16" name="墨迹 15"/>
              <p14:cNvContentPartPr/>
              <p14:nvPr/>
            </p14:nvContentPartPr>
            <p14:xfrm>
              <a:off x="1974990" y="-204574"/>
              <a:ext cx="360" cy="360"/>
            </p14:xfrm>
          </p:contentPart>
        </mc:Choice>
        <mc:Fallback>
          <p:pic>
            <p:nvPicPr>
              <p:cNvPr id="16" name="墨迹 15"/>
              <p:cNvPicPr/>
              <p:nvPr/>
            </p:nvPicPr>
            <p:blipFill>
              <a:blip r:embed="Rd4d02c5c69db4009"/>
              <a:stretch>
                <a:fillRect/>
              </a:stretch>
            </p:blipFill>
            <p:spPr>
              <a:xfrm>
                <a:off x="1938990" y="-2405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b292e1f75067418c">
            <p14:nvContentPartPr>
              <p14:cNvPr id="17" name="墨迹 16"/>
              <p14:cNvContentPartPr/>
              <p14:nvPr/>
            </p14:nvContentPartPr>
            <p14:xfrm>
              <a:off x="704910" y="-489150"/>
              <a:ext cx="360" cy="360"/>
            </p14:xfrm>
          </p:contentPart>
        </mc:Choice>
        <mc:Fallback xmlns="">
          <p:pic>
            <p:nvPicPr>
              <p:cNvPr id="17" name="墨迹 16"/>
            </p:nvPicPr>
            <p:blipFill>
              <a:blip r:embed="R928f2b98c56b4d83"/>
            </p:blipFill>
            <p:spPr>
              <a:xfrm>
                <a:off x="704910" y="-489150"/>
                <a:ext cx="360" cy="360"/>
              </a:xfrm>
              <a:prstGeom prst="rect"/>
            </p:spPr>
          </p:pic>
        </mc:Fallback>
      </mc:AlternateContent>
      <p:pic>
        <p:nvPicPr>
          <p:cNvPr id="19" name="图片 18"/>
          <p:cNvPicPr>
            <a:picLocks noChangeAspect="1"/>
          </p:cNvPicPr>
          <p:nvPr/>
        </p:nvPicPr>
        <p:blipFill>
          <a:blip r:embed="Rfa4c78dad80b4b07">
            <a:extLst>
              <a:ext uri="{28A0092B-C50C-407E-A947-70E740481C1C}">
                <a14:useLocalDpi xmlns:a14="http://schemas.microsoft.com/office/drawing/2010/main" val="0"/>
              </a:ext>
            </a:extLst>
          </a:blip>
          <a:stretch>
            <a:fillRect/>
          </a:stretch>
        </p:blipFill>
        <p:spPr>
          <a:xfrm>
            <a:off x="693632" y="3902536"/>
            <a:ext cx="1690960" cy="1690960"/>
          </a:xfrm>
          <a:prstGeom prst="rect">
            <a:avLst/>
          </a:prstGeom>
        </p:spPr>
      </p:pic>
      <p:pic>
        <p:nvPicPr>
          <p:cNvPr id="21" name="图片 20"/>
          <p:cNvPicPr>
            <a:picLocks noChangeAspect="1"/>
          </p:cNvPicPr>
          <p:nvPr/>
        </p:nvPicPr>
        <p:blipFill>
          <a:blip r:embed="R9dd4f5646ffe484c" cstate="print">
            <a:extLst>
              <a:ext uri="{28A0092B-C50C-407E-A947-70E740481C1C}">
                <a14:useLocalDpi xmlns:a14="http://schemas.microsoft.com/office/drawing/2010/main" val="0"/>
              </a:ext>
            </a:extLst>
          </a:blip>
          <a:stretch>
            <a:fillRect/>
          </a:stretch>
        </p:blipFill>
        <p:spPr>
          <a:xfrm>
            <a:off x="2597770" y="3902536"/>
            <a:ext cx="1690960" cy="1690960"/>
          </a:xfrm>
          <a:prstGeom prst="rect">
            <a:avLst/>
          </a:prstGeom>
        </p:spPr>
      </p:pic>
      <p:sp>
        <p:nvSpPr>
          <p:cNvPr id="23" name="文本框 22"/>
          <p:cNvSpPr txBox="1"/>
          <p:nvPr/>
        </p:nvSpPr>
        <p:spPr>
          <a:xfrm>
            <a:off x="693632" y="3288809"/>
            <a:ext cx="3648020" cy="369332"/>
          </a:xfrm>
          <a:prstGeom prst="rect">
            <a:avLst/>
          </a:prstGeom>
          <a:solidFill>
            <a:schemeClr val="bg1"/>
          </a:solidFill>
        </p:spPr>
        <p:txBody>
          <a:bodyPr wrap="square">
            <a:spAutoFit/>
          </a:bodyPr>
          <a:lstStyle/>
          <a:p>
            <a:r>
              <a:rPr lang="en-US" altLang="zh-CN">
                <a:solidFill>
                  <a:schemeClr val="bg1"/>
                </a:solidFill>
                <a:hlinkClick r:id="R998e16f23263465f929327f80218cdce"/>
              </a:rPr>
              <a:t>https://www.pptsupermarket.com</a:t>
            </a:r>
            <a:endParaRPr lang="zh-CN" altLang="en-US">
              <a:solidFill>
                <a:schemeClr val="bg1"/>
              </a:solidFill>
            </a:endParaRPr>
          </a:p>
        </p:txBody>
      </p:sp>
      <p:sp>
        <p:nvSpPr>
          <p:cNvPr id="3" name="文本框 2">
            <a:extLst>
              <a:ext uri="{FF2B5EF4-FFF2-40B4-BE49-F238E27FC236}">
                <a16:creationId xmlns:a16="http://schemas.microsoft.com/office/drawing/2014/main" id="{20A45F51-90AD-52ED-9B4B-9163368ABC90}"/>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rgbClr val="EA6C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616b6e0e283a43cf" cstate="print">
            <a:extLst>
              <a:ext uri="{28A0092B-C50C-407E-A947-70E740481C1C}">
                <a14:useLocalDpi xmlns:a14="http://schemas.microsoft.com/office/drawing/2010/main" val="0"/>
              </a:ext>
            </a:extLst>
          </a:blip>
          <a:stretch>
            <a:fillRect/>
          </a:stretch>
        </p:blipFill>
        <p:spPr>
          <a:xfrm>
            <a:off x="2820996" y="2078418"/>
            <a:ext cx="2674457" cy="2674457"/>
          </a:xfrm>
          <a:prstGeom prst="rect">
            <a:avLst/>
          </a:prstGeom>
        </p:spPr>
      </p:pic>
      <p:sp>
        <p:nvSpPr>
          <p:cNvPr id="2" name="文本框 1"/>
          <p:cNvSpPr txBox="1"/>
          <p:nvPr/>
        </p:nvSpPr>
        <p:spPr>
          <a:xfrm>
            <a:off x="762797" y="3051843"/>
            <a:ext cx="3096259" cy="646331"/>
          </a:xfrm>
          <a:prstGeom prst="rect">
            <a:avLst/>
          </a:prstGeom>
          <a:noFill/>
        </p:spPr>
        <p:txBody>
          <a:bodyPr wrap="square" rtlCol="0">
            <a:spAutoFit/>
          </a:bodyPr>
          <a:lstStyle/>
          <a:p>
            <a:r>
              <a:rPr lang="en-US" altLang="zh-CN" sz="3600" b="1" dirty="0">
                <a:solidFill>
                  <a:schemeClr val="bg1"/>
                </a:solidFill>
                <a:latin typeface="仓耳渔阳体 W01" panose="02020400000000000000" pitchFamily="18" charset="-122"/>
                <a:ea typeface="仓耳渔阳体 W01" panose="02020400000000000000" pitchFamily="18" charset="-122"/>
              </a:rPr>
              <a:t>Powered by</a:t>
            </a:r>
            <a:endParaRPr lang="zh-CN" altLang="en-US" sz="3600" b="1" dirty="0">
              <a:solidFill>
                <a:schemeClr val="bg1"/>
              </a:solidFill>
              <a:latin typeface="仓耳渔阳体 W01" panose="02020400000000000000" pitchFamily="18" charset="-122"/>
              <a:ea typeface="仓耳渔阳体 W01" panose="02020400000000000000" pitchFamily="18" charset="-122"/>
            </a:endParaRPr>
          </a:p>
        </p:txBody>
      </p:sp>
      <p:sp>
        <p:nvSpPr>
          <p:cNvPr id="9" name="文本框 8"/>
          <p:cNvSpPr txBox="1"/>
          <p:nvPr/>
        </p:nvSpPr>
        <p:spPr>
          <a:xfrm>
            <a:off x="6082502"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定制</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3" name="矩形 2"/>
          <p:cNvSpPr/>
          <p:nvPr/>
        </p:nvSpPr>
        <p:spPr>
          <a:xfrm>
            <a:off x="5080955" y="1864461"/>
            <a:ext cx="45719" cy="3102372"/>
          </a:xfrm>
          <a:prstGeom prst="rect">
            <a:avLst/>
          </a:prstGeom>
          <a:solidFill>
            <a:schemeClr val="bg1">
              <a:lumMod val="9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422c11f53bfa4e9c">
            <a:extLst>
              <a:ext uri="{28A0092B-C50C-407E-A947-70E740481C1C}">
                <a14:useLocalDpi xmlns:a14="http://schemas.microsoft.com/office/drawing/2010/main" val="0"/>
              </a:ext>
            </a:extLst>
          </a:blip>
          <a:stretch>
            <a:fillRect/>
          </a:stretch>
        </p:blipFill>
        <p:spPr>
          <a:xfrm>
            <a:off x="5724696" y="2021301"/>
            <a:ext cx="2681263" cy="2674457"/>
          </a:xfrm>
          <a:prstGeom prst="rect">
            <a:avLst/>
          </a:prstGeom>
        </p:spPr>
      </p:pic>
      <p:pic>
        <p:nvPicPr>
          <p:cNvPr id="10" name="图片 9"/>
          <p:cNvPicPr>
            <a:picLocks noChangeAspect="1"/>
          </p:cNvPicPr>
          <p:nvPr/>
        </p:nvPicPr>
        <p:blipFill>
          <a:blip r:embed="R7f1fc9c79c364fe3">
            <a:extLst>
              <a:ext uri="{28A0092B-C50C-407E-A947-70E740481C1C}">
                <a14:useLocalDpi xmlns:a14="http://schemas.microsoft.com/office/drawing/2010/main" val="0"/>
              </a:ext>
            </a:extLst>
          </a:blip>
          <a:stretch>
            <a:fillRect/>
          </a:stretch>
        </p:blipFill>
        <p:spPr>
          <a:xfrm>
            <a:off x="8610918" y="2021301"/>
            <a:ext cx="2674457" cy="2674457"/>
          </a:xfrm>
          <a:prstGeom prst="rect">
            <a:avLst/>
          </a:prstGeom>
        </p:spPr>
      </p:pic>
      <p:sp>
        <p:nvSpPr>
          <p:cNvPr id="11" name="文本框 10"/>
          <p:cNvSpPr txBox="1"/>
          <p:nvPr/>
        </p:nvSpPr>
        <p:spPr>
          <a:xfrm>
            <a:off x="8825793"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下载</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4" name="文本框 3"/>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mc:AlternateContent xmlns:mc="http://schemas.openxmlformats.org/markup-compatibility/2006" xmlns:p14="http://schemas.microsoft.com/office/powerpoint/2010/main">
        <mc:Choice Requires="p14">
          <p:contentPart p14:bwMode="auto" r:id="R1b38e649c1534936">
            <p14:nvContentPartPr>
              <p14:cNvPr id="8" name="墨迹 7"/>
              <p14:cNvContentPartPr/>
              <p14:nvPr/>
            </p14:nvContentPartPr>
            <p14:xfrm>
              <a:off x="907950" y="-825390"/>
              <a:ext cx="360" cy="360"/>
            </p14:xfrm>
          </p:contentPart>
        </mc:Choice>
        <mc:Fallback xmlns="">
          <p:pic>
            <p:nvPicPr>
              <p:cNvPr id="8" name="墨迹 7"/>
            </p:nvPicPr>
            <p:blipFill>
              <a:blip r:embed="Rded1143f393a4c4c"/>
            </p:blipFill>
            <p:spPr>
              <a:xfrm>
                <a:off x="907950" y="-825390"/>
                <a:ext cx="360" cy="360"/>
              </a:xfrm>
              <a:prstGeom prst="rect"/>
            </p:spPr>
          </p:pic>
        </mc:Fallback>
      </mc:AlternateContent>
      <mc:AlternateContent xmlns:mc="http://schemas.openxmlformats.org/markup-compatibility/2006" xmlns:p14="http://schemas.microsoft.com/office/powerpoint/2010/main">
        <mc:Choice Requires="p14">
          <p:contentPart p14:bwMode="auto" r:id="R1627bd27607a42ce">
            <p14:nvContentPartPr>
              <p14:cNvPr id="13" name="墨迹 12"/>
              <p14:cNvContentPartPr/>
              <p14:nvPr/>
            </p14:nvContentPartPr>
            <p14:xfrm>
              <a:off x="1130070" y="-939870"/>
              <a:ext cx="360" cy="360"/>
            </p14:xfrm>
          </p:contentPart>
        </mc:Choice>
        <mc:Fallback xmlns="">
          <p:pic>
            <p:nvPicPr>
              <p:cNvPr id="13" name="墨迹 12"/>
            </p:nvPicPr>
            <p:blipFill>
              <a:blip r:embed="Rded1143f393a4c4c"/>
            </p:blipFill>
            <p:spPr>
              <a:xfrm>
                <a:off x="1130070" y="-939870"/>
                <a:ext cx="360" cy="360"/>
              </a:xfrm>
              <a:prstGeom prst="rect"/>
            </p:spPr>
          </p:pic>
        </mc:Fallback>
      </mc:AlternateContent>
      <mc:AlternateContent xmlns:mc="http://schemas.openxmlformats.org/markup-compatibility/2006" xmlns:p14="http://schemas.microsoft.com/office/powerpoint/2010/main">
        <mc:Choice Requires="p14">
          <p:contentPart p14:bwMode="auto" r:id="R2de4c4a6aa8746d8">
            <p14:nvContentPartPr>
              <p14:cNvPr id="14" name="墨迹 13"/>
              <p14:cNvContentPartPr/>
              <p14:nvPr/>
            </p14:nvContentPartPr>
            <p14:xfrm>
              <a:off x="768270" y="-768510"/>
              <a:ext cx="360" cy="360"/>
            </p14:xfrm>
          </p:contentPart>
        </mc:Choice>
        <mc:Fallback xmlns="">
          <p:pic>
            <p:nvPicPr>
              <p:cNvPr id="14" name="墨迹 13"/>
            </p:nvPicPr>
            <p:blipFill>
              <a:blip r:embed="Rded1143f393a4c4c"/>
            </p:blipFill>
            <p:spPr>
              <a:xfrm>
                <a:off x="768270" y="-768510"/>
                <a:ext cx="360" cy="360"/>
              </a:xfrm>
              <a:prstGeom prst="rect"/>
            </p:spPr>
          </p:pic>
        </mc:Fallback>
      </mc:AlternateContent>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2457408" y="1563181"/>
            <a:ext cx="8048861" cy="2355132"/>
          </a:xfrm>
          <a:prstGeom prst="rect">
            <a:avLst/>
          </a:prstGeom>
          <a:noFill/>
        </p:spPr>
        <p:txBody>
          <a:bodyPr wrap="square" rtlCol="0">
            <a:spAutoFit/>
          </a:bodyPr>
          <a:lstStyle/>
          <a:p>
            <a:r>
              <a:rPr lang="zh-CN" altLang="en-US" sz="2400" dirty="0">
                <a:latin typeface="思源黑体 CN Normal" panose="020B0400000000000000" pitchFamily="34" charset="-122"/>
                <a:ea typeface="思源黑体 CN Normal" panose="020B0400000000000000" pitchFamily="34" charset="-122"/>
              </a:rPr>
              <a:t>提示：</a:t>
            </a:r>
            <a:endParaRPr lang="en-US" altLang="zh-CN" sz="2400" dirty="0">
              <a:latin typeface="思源黑体 CN Normal" panose="020B0400000000000000" pitchFamily="34" charset="-122"/>
              <a:ea typeface="思源黑体 CN Normal" panose="020B0400000000000000" pitchFamily="34" charset="-122"/>
            </a:endParaRPr>
          </a:p>
          <a:p>
            <a:endParaRPr lang="en-US" altLang="zh-CN" dirty="0">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此文件仅供您在内部团队交流学习交流之用，</a:t>
            </a:r>
            <a:r>
              <a:rPr lang="zh-CN" altLang="en-US" dirty="0">
                <a:solidFill>
                  <a:srgbClr val="FF0000"/>
                </a:solidFill>
                <a:latin typeface="思源黑体 CN Normal" panose="020B0400000000000000" pitchFamily="34" charset="-122"/>
                <a:ea typeface="思源黑体 CN Normal" panose="020B0400000000000000" pitchFamily="34" charset="-122"/>
              </a:rPr>
              <a:t>严禁</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在其他公共领域传播或商用。如果因为您将本站资源用于其他用途而引起的纠纷，本站不负任何责任</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部分页面仅有一行过渡文字，如不需要请删除</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文档正文字体为：思源等宽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SourceHanMonoSC</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-Light)</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MiSans</a:t>
            </a:r>
            <a:r>
              <a:rPr lang="en-US" altLang="zh-CN" dirty="0">
                <a:solidFill>
                  <a:srgbClr val="212529"/>
                </a:solidFill>
                <a:latin typeface="Helvetica Neue"/>
              </a:rPr>
              <a:t>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Normal</a:t>
            </a:r>
          </a:p>
        </p:txBody>
      </p:sp>
      <p:sp>
        <p:nvSpPr>
          <p:cNvPr id="2" name="文本框 1"/>
          <p:cNvSpPr txBox="1"/>
          <p:nvPr/>
        </p:nvSpPr>
        <p:spPr>
          <a:xfrm>
            <a:off x="2457409" y="4417013"/>
            <a:ext cx="5277798" cy="369332"/>
          </a:xfrm>
          <a:prstGeom prst="rect">
            <a:avLst/>
          </a:prstGeom>
          <a:noFill/>
        </p:spPr>
        <p:txBody>
          <a:bodyPr wrap="square" rtlCol="0">
            <a:spAutoFit/>
          </a:bodyPr>
          <a:lstStyle/>
          <a:p>
            <a:r>
              <a:rPr lang="zh-CN" altLang="en-US" dirty="0">
                <a:hlinkClick r:id="Rd9714a39db234aed90c1f4edc127981b"/>
              </a:rPr>
              <a:t>部分字体来源于</a:t>
            </a:r>
            <a:r>
              <a:rPr lang="en-US" altLang="zh-CN" dirty="0">
                <a:hlinkClick r:id="Rd9714a39db234aed90c1f4edc127981b"/>
              </a:rPr>
              <a:t>100font.com  </a:t>
            </a:r>
            <a:r>
              <a:rPr lang="zh-CN" altLang="en-US" dirty="0">
                <a:hlinkClick r:id="Rd9714a39db234aed90c1f4edc127981b"/>
              </a:rPr>
              <a:t>点击此链接下载字体</a:t>
            </a:r>
            <a:endParaRPr lang="zh-CN" altLang="en-US" dirty="0"/>
          </a:p>
        </p:txBody>
      </p:sp>
      <p:sp>
        <p:nvSpPr>
          <p:cNvPr id="6" name="文本框 5"/>
          <p:cNvSpPr txBox="1"/>
          <p:nvPr/>
        </p:nvSpPr>
        <p:spPr>
          <a:xfrm>
            <a:off x="2457409" y="4822886"/>
            <a:ext cx="7017821" cy="369332"/>
          </a:xfrm>
          <a:prstGeom prst="rect">
            <a:avLst/>
          </a:prstGeom>
          <a:noFill/>
        </p:spPr>
        <p:txBody>
          <a:bodyPr wrap="square" rtlCol="0">
            <a:spAutoFit/>
          </a:bodyPr>
          <a:lstStyle/>
          <a:p>
            <a:r>
              <a:rPr lang="zh-CN" altLang="en-US" dirty="0">
                <a:hlinkClick r:id="Ra135f91b0ea7441b866382d55cf0f160"/>
              </a:rPr>
              <a:t>部分图标来源于</a:t>
            </a:r>
            <a:r>
              <a:rPr lang="en-US" altLang="zh-CN" dirty="0">
                <a:hlinkClick r:id="Ra135f91b0ea7441b866382d55cf0f160"/>
              </a:rPr>
              <a:t>Storyset.com </a:t>
            </a:r>
            <a:r>
              <a:rPr lang="zh-CN" altLang="en-US" dirty="0">
                <a:hlinkClick r:id="Ra135f91b0ea7441b866382d55cf0f160"/>
              </a:rPr>
              <a:t>点击此链接获取图标</a:t>
            </a:r>
            <a:endParaRPr lang="zh-CN" altLang="en-US" dirty="0"/>
          </a:p>
        </p:txBody>
      </p:sp>
      <p:sp>
        <p:nvSpPr>
          <p:cNvPr id="3" name="文本框 2">
            <a:extLst>
              <a:ext uri="{FF2B5EF4-FFF2-40B4-BE49-F238E27FC236}">
                <a16:creationId xmlns:a16="http://schemas.microsoft.com/office/drawing/2014/main" id="{DB88FEA3-84DD-A730-1816-8BF7FBF369D7}"/>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docProps/app.xml><?xml version="1.0" encoding="utf-8"?>
<Properties xmlns="http://schemas.openxmlformats.org/officeDocument/2006/extended-properties" xmlns:vt="http://schemas.openxmlformats.org/officeDocument/2006/docPropsVTypes">
  <TotalTime>166</TotalTime>
  <Words>3423</Words>
  <Application>Microsoft Office PowerPoint</Application>
  <PresentationFormat>宽屏</PresentationFormat>
  <Paragraphs>318</Paragraphs>
  <Slides>33</Slides>
  <Notes>33</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33</vt:i4>
      </vt:variant>
    </vt:vector>
  </HeadingPairs>
  <TitlesOfParts>
    <vt:vector size="47" baseType="lpstr">
      <vt:lpstr>Aa黑体 (非商业使用)</vt:lpstr>
      <vt:lpstr>Microsoft JhengHei UI</vt:lpstr>
      <vt:lpstr>Source Han Sans K Normal</vt:lpstr>
      <vt:lpstr>思源黑体 CN Light</vt:lpstr>
      <vt:lpstr>思源黑体 Light</vt:lpstr>
      <vt:lpstr>思源黑体 Normal</vt:lpstr>
      <vt:lpstr>SimSun</vt:lpstr>
      <vt:lpstr>微软雅黑</vt:lpstr>
      <vt:lpstr>Arial</vt:lpstr>
      <vt:lpstr>Calibri</vt:lpstr>
      <vt:lpstr>Calibri Light</vt:lpstr>
      <vt:lpstr>Wingdings</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项目复盘</dc:title>
  <dc:creator>第一PPT</dc:creator>
  <cp:keywords>www.1ppt.com</cp:keywords>
  <dc:description>www.1ppt.com</dc:description>
  <cp:lastModifiedBy>JP Liu</cp:lastModifiedBy>
  <cp:revision>17</cp:revision>
  <dcterms:created xsi:type="dcterms:W3CDTF">2021-08-06T13:52:32Z</dcterms:created>
  <dcterms:modified xsi:type="dcterms:W3CDTF">2025-04-28T04:21:00Z</dcterms:modified>
</cp:coreProperties>
</file>