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季度销售数据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120</c:v>
                </c:pt>
                <c:pt idx="3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成本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</c:v>
                </c:pt>
                <c:pt idx="1">
                  <c:v>80</c:v>
                </c:pt>
                <c:pt idx="2">
                  <c:v>70</c:v>
                </c:pt>
                <c:pt idx="3">
                  <c:v>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