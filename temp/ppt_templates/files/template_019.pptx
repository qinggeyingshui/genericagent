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bin" ContentType="image/png"/>
  <Override PartName="/docProps/core.xml" ContentType="application/vnd.openxmlformats-package.core-properties+xml"/>
  <Override PartName="/docProps/app.xml" ContentType="application/vnd.openxmlformats-officedocument.extended-properties+xml"/>
  <Override PartName="/ppt/notesMasters/notesMaster1.xml" ContentType="application/vnd.openxmlformats-officedocument.presentationml.notesMaster+xml"/>
  <Override PartName="/ppt/notesMasters/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media/image9.bin" ContentType="image/jpeg"/>
  <Override PartName="/ppt/notesSlides/notesSlide8.xml" ContentType="application/vnd.openxmlformats-officedocument.presentationml.notesSlide+xml"/>
  <Override PartName="/ppt/slides/slide9.xml" ContentType="application/vnd.openxmlformats-officedocument.presentationml.slide+xml"/>
  <Override PartName="/ppt/graphics/data1.xml" ContentType="application/vnd.openxmlformats-officedocument.drawingml.diagramData+xml"/>
  <Override PartName="/ppt/graphics/layout1.xml" ContentType="application/vnd.openxmlformats-officedocument.drawingml.diagramLayout+xml"/>
  <Override PartName="/ppt/graphics/quickStyle1.xml" ContentType="application/vnd.openxmlformats-officedocument.drawingml.diagramStyle+xml"/>
  <Override PartName="/ppt/graphics/colors1.xml" ContentType="application/vnd.openxmlformats-officedocument.drawingml.diagramColors+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media/image37.bin" ContentType="image/jpeg"/>
  <Override PartName="/ppt/customXML/item.xml" ContentType="application/inkml+xml"/>
  <Override PartName="/ppt/customXML/item2.xml" ContentType="application/inkml+xml"/>
  <Override PartName="/ppt/slides/slide31.xml" ContentType="application/vnd.openxmlformats-officedocument.presentationml.slide+xml"/>
  <Override PartName="/ppt/media/image40.bin" ContentType="image/jpeg"/>
  <Override PartName="/ppt/media/image41.bin" ContentType="image/jpeg"/>
  <Override PartName="/ppt/media/image44.bin" ContentType="image/jpeg"/>
  <Override PartName="/ppt/customXML/item3.xml" ContentType="application/inkml+xml"/>
  <Override PartName="/ppt/customXML/item4.xml" ContentType="application/inkml+xml"/>
  <Override PartName="/ppt/customXML/item5.xml" ContentType="application/inkml+xml"/>
  <Override PartName="/ppt/slides/slide32.xml" ContentType="application/vnd.openxmlformats-officedocument.presentationml.slide+xml"/>
  <Override PartName="/ppt/customXML/item6.xml" ContentType="application/inkml+xml"/>
  <Override PartName="/ppt/customXML/item7.xml" ContentType="application/inkml+xml"/>
  <Override PartName="/ppt/customXML/item8.xml" ContentType="application/inkml+xml"/>
  <Override PartName="/ppt/slides/slide33.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639694b83d334fb1" /><Relationship Type="http://schemas.openxmlformats.org/package/2006/relationships/metadata/core-properties" Target="/docProps/core.xml" Id="Ref6d9ce88c0147f8" /><Relationship Type="http://schemas.openxmlformats.org/officeDocument/2006/relationships/extended-properties" Target="/docProps/app.xml" Id="Rb4939f0e64264c55"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f76926940876442f"/>
  </p:sldMasterIdLst>
  <p:notesMasterIdLst>
    <p:notesMasterId r:id="R311e7b50e82a486d"/>
  </p:notesMasterIdLst>
  <p:sldIdLst>
    <p:sldId id="256" r:id="R1727fe95600a4931"/>
    <p:sldId id="257" r:id="R2e8fd3a0fc86463f"/>
    <p:sldId id="258" r:id="R54352dde27c4487d"/>
    <p:sldId id="259" r:id="R31e6788b8a4e4875"/>
    <p:sldId id="260" r:id="R9c2c05e8b64d4fce"/>
    <p:sldId id="261" r:id="Re2454d128bb24593"/>
    <p:sldId id="262" r:id="R22f13ee9fc5c43e5"/>
    <p:sldId id="263" r:id="R3fb51ae351934a62"/>
    <p:sldId id="264" r:id="R6b8f6dd6aa1b44ae"/>
    <p:sldId id="265" r:id="R2596e26f7c5e41f7"/>
    <p:sldId id="266" r:id="R72ca7cd95fa244c9"/>
    <p:sldId id="267" r:id="R92e191564b454972"/>
    <p:sldId id="268" r:id="Rd5f08362778f47fb"/>
    <p:sldId id="269" r:id="Racb18b6b922d47ba"/>
    <p:sldId id="270" r:id="R5ae24a0034b745f4"/>
    <p:sldId id="271" r:id="R2752a4ea12904fe4"/>
    <p:sldId id="272" r:id="Re1bba3471c034c32"/>
    <p:sldId id="273" r:id="R5df2911ec0cb4bb1"/>
    <p:sldId id="274" r:id="R97ee039892874a1f"/>
    <p:sldId id="275" r:id="R9058eb9820884f1d"/>
    <p:sldId id="276" r:id="R7f9c318b82714828"/>
    <p:sldId id="277" r:id="Rf50916dad3cc4001"/>
    <p:sldId id="278" r:id="Rda4cd9b302df4804"/>
    <p:sldId id="279" r:id="R8dc438e855534cb6"/>
    <p:sldId id="280" r:id="Rf76652e7fd464528"/>
    <p:sldId id="281" r:id="R987376767b194896"/>
    <p:sldId id="282" r:id="Ref6e2af9b51d4ea3"/>
    <p:sldId id="283" r:id="R854a0a42cc894110"/>
    <p:sldId id="284" r:id="Rd6765fd0568a44c4"/>
    <p:sldId id="285" r:id="Rc18281ca149b4527"/>
    <p:sldId id="286" r:id="R757d50ffc9c54b75"/>
    <p:sldId id="287" r:id="Rbda9f3cb4856479d"/>
    <p:sldId id="288" r:id="Rc5732315fd4a40ed"/>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6AFD7"/>
    <a:srgbClr val="E7EEFE"/>
    <a:srgbClr val="FE9A09"/>
    <a:srgbClr val="B1C3F0"/>
    <a:srgbClr val="FCCB15"/>
    <a:srgbClr val="BDE0FF"/>
    <a:srgbClr val="CDC0FF"/>
    <a:srgbClr val="28C840"/>
    <a:srgbClr val="FEBC2E"/>
    <a:srgbClr val="FF5F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371"/>
    <p:restoredTop sz="94351"/>
  </p:normalViewPr>
  <p:slideViewPr>
    <p:cSldViewPr snapToGrid="0">
      <p:cViewPr varScale="1">
        <p:scale>
          <a:sx n="68" d="100"/>
          <a:sy n="68" d="100"/>
        </p:scale>
        <p:origin x="57" y="630"/>
      </p:cViewPr>
      <p:guideLst>
        <p:guide orient="horz" pos="2160"/>
        <p:guide pos="3840"/>
      </p:guideLst>
    </p:cSldViewPr>
  </p:slideViewPr>
  <p:notesTextViewPr>
    <p:cViewPr>
      <p:scale>
        <a:sx n="1" d="1"/>
        <a:sy n="1" d="1"/>
      </p:scale>
      <p:origin x="0" y="0"/>
    </p:cViewPr>
  </p:notesTextViewPr>
  <p:gridSpacing cx="72008" cy="72008"/>
</p:viewPr>
</file>

<file path=ppt/_rels/presentation.xml.rels>&#65279;<?xml version="1.0" encoding="utf-8"?><Relationships xmlns="http://schemas.openxmlformats.org/package/2006/relationships"><Relationship Type="http://schemas.openxmlformats.org/officeDocument/2006/relationships/notesMaster" Target="/ppt/notesMasters/notesMaster1.xml" Id="R311e7b50e82a486d" /><Relationship Type="http://schemas.openxmlformats.org/officeDocument/2006/relationships/presProps" Target="/ppt/presProps.xml" Id="R8046dbb5097e41b8" /><Relationship Type="http://schemas.openxmlformats.org/officeDocument/2006/relationships/viewProps" Target="/ppt/viewProps.xml" Id="R019b5cf3b9954ba3" /><Relationship Type="http://schemas.openxmlformats.org/officeDocument/2006/relationships/slideMaster" Target="/ppt/slideMasters/slideMaster1.xml" Id="Rf76926940876442f" /><Relationship Type="http://schemas.openxmlformats.org/officeDocument/2006/relationships/theme" Target="/ppt/slideMasters/theme/theme2.xml" Id="Rdc00511776e14d06" /><Relationship Type="http://schemas.openxmlformats.org/officeDocument/2006/relationships/slide" Target="/ppt/slides/slide1.xml" Id="R1727fe95600a4931" /><Relationship Type="http://schemas.openxmlformats.org/officeDocument/2006/relationships/slide" Target="/ppt/slides/slide2.xml" Id="R2e8fd3a0fc86463f" /><Relationship Type="http://schemas.openxmlformats.org/officeDocument/2006/relationships/slide" Target="/ppt/slides/slide3.xml" Id="R54352dde27c4487d" /><Relationship Type="http://schemas.openxmlformats.org/officeDocument/2006/relationships/slide" Target="/ppt/slides/slide4.xml" Id="R31e6788b8a4e4875" /><Relationship Type="http://schemas.openxmlformats.org/officeDocument/2006/relationships/slide" Target="/ppt/slides/slide5.xml" Id="R9c2c05e8b64d4fce" /><Relationship Type="http://schemas.openxmlformats.org/officeDocument/2006/relationships/slide" Target="/ppt/slides/slide6.xml" Id="Re2454d128bb24593" /><Relationship Type="http://schemas.openxmlformats.org/officeDocument/2006/relationships/slide" Target="/ppt/slides/slide7.xml" Id="R22f13ee9fc5c43e5" /><Relationship Type="http://schemas.openxmlformats.org/officeDocument/2006/relationships/slide" Target="/ppt/slides/slide8.xml" Id="R3fb51ae351934a62" /><Relationship Type="http://schemas.openxmlformats.org/officeDocument/2006/relationships/slide" Target="/ppt/slides/slide9.xml" Id="R6b8f6dd6aa1b44ae" /><Relationship Type="http://schemas.openxmlformats.org/officeDocument/2006/relationships/slide" Target="/ppt/slides/slide10.xml" Id="R2596e26f7c5e41f7" /><Relationship Type="http://schemas.openxmlformats.org/officeDocument/2006/relationships/slide" Target="/ppt/slides/slide11.xml" Id="R72ca7cd95fa244c9" /><Relationship Type="http://schemas.openxmlformats.org/officeDocument/2006/relationships/slide" Target="/ppt/slides/slide12.xml" Id="R92e191564b454972" /><Relationship Type="http://schemas.openxmlformats.org/officeDocument/2006/relationships/slide" Target="/ppt/slides/slide13.xml" Id="Rd5f08362778f47fb" /><Relationship Type="http://schemas.openxmlformats.org/officeDocument/2006/relationships/slide" Target="/ppt/slides/slide14.xml" Id="Racb18b6b922d47ba" /><Relationship Type="http://schemas.openxmlformats.org/officeDocument/2006/relationships/slide" Target="/ppt/slides/slide15.xml" Id="R5ae24a0034b745f4" /><Relationship Type="http://schemas.openxmlformats.org/officeDocument/2006/relationships/slide" Target="/ppt/slides/slide16.xml" Id="R2752a4ea12904fe4" /><Relationship Type="http://schemas.openxmlformats.org/officeDocument/2006/relationships/slide" Target="/ppt/slides/slide17.xml" Id="Re1bba3471c034c32" /><Relationship Type="http://schemas.openxmlformats.org/officeDocument/2006/relationships/slide" Target="/ppt/slides/slide18.xml" Id="R5df2911ec0cb4bb1" /><Relationship Type="http://schemas.openxmlformats.org/officeDocument/2006/relationships/slide" Target="/ppt/slides/slide19.xml" Id="R97ee039892874a1f" /><Relationship Type="http://schemas.openxmlformats.org/officeDocument/2006/relationships/slide" Target="/ppt/slides/slide20.xml" Id="R9058eb9820884f1d" /><Relationship Type="http://schemas.openxmlformats.org/officeDocument/2006/relationships/slide" Target="/ppt/slides/slide21.xml" Id="R7f9c318b82714828" /><Relationship Type="http://schemas.openxmlformats.org/officeDocument/2006/relationships/slide" Target="/ppt/slides/slide22.xml" Id="Rf50916dad3cc4001" /><Relationship Type="http://schemas.openxmlformats.org/officeDocument/2006/relationships/slide" Target="/ppt/slides/slide23.xml" Id="Rda4cd9b302df4804" /><Relationship Type="http://schemas.openxmlformats.org/officeDocument/2006/relationships/slide" Target="/ppt/slides/slide24.xml" Id="R8dc438e855534cb6" /><Relationship Type="http://schemas.openxmlformats.org/officeDocument/2006/relationships/slide" Target="/ppt/slides/slide25.xml" Id="Rf76652e7fd464528" /><Relationship Type="http://schemas.openxmlformats.org/officeDocument/2006/relationships/slide" Target="/ppt/slides/slide26.xml" Id="R987376767b194896" /><Relationship Type="http://schemas.openxmlformats.org/officeDocument/2006/relationships/slide" Target="/ppt/slides/slide27.xml" Id="Ref6e2af9b51d4ea3" /><Relationship Type="http://schemas.openxmlformats.org/officeDocument/2006/relationships/slide" Target="/ppt/slides/slide28.xml" Id="R854a0a42cc894110" /><Relationship Type="http://schemas.openxmlformats.org/officeDocument/2006/relationships/slide" Target="/ppt/slides/slide29.xml" Id="Rd6765fd0568a44c4" /><Relationship Type="http://schemas.openxmlformats.org/officeDocument/2006/relationships/slide" Target="/ppt/slides/slide30.xml" Id="Rc18281ca149b4527" /><Relationship Type="http://schemas.openxmlformats.org/officeDocument/2006/relationships/slide" Target="/ppt/slides/slide31.xml" Id="R757d50ffc9c54b75" /><Relationship Type="http://schemas.openxmlformats.org/officeDocument/2006/relationships/slide" Target="/ppt/slides/slide32.xml" Id="Rbda9f3cb4856479d" /><Relationship Type="http://schemas.openxmlformats.org/officeDocument/2006/relationships/slide" Target="/ppt/slides/slide33.xml" Id="Rc5732315fd4a40ed" /></Relationships>
</file>

<file path=ppt/customXML/item.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3"/>
    </inkml:context>
    <inkml:brush xml:id="br0">
      <inkml:brushProperty name="width" value="0.2" units="cm"/>
      <inkml:brushProperty name="height" value="0.2" units="cm"/>
      <inkml:brushProperty name="color" value="#EAEAEA"/>
    </inkml:brush>
  </inkml:definitions>
  <inkml:trace contextRef="#ctx0" brushRef="#br0">1 1 24575,'5255'0'-1365</inkml:trace>
</inkml:ink>
</file>

<file path=ppt/customXML/item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37"/>
    </inkml:context>
    <inkml:brush xml:id="br0">
      <inkml:brushProperty name="width" value="0.2" units="cm"/>
      <inkml:brushProperty name="height" value="0.2" units="cm"/>
      <inkml:brushProperty name="color" value="#EAEAEA"/>
    </inkml:brush>
  </inkml:definitions>
  <inkml:trace contextRef="#ctx0" brushRef="#br0">0 0 24575,'0'0'-8191</inkml:trace>
</inkml:ink>
</file>

<file path=ppt/customXML/item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graphic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graphics/data1.xml><?xml version="1.0" encoding="utf-8"?>
<dgm:dataModel xmlns:dgm="http://schemas.openxmlformats.org/drawingml/2006/diagram" xmlns:a="http://schemas.openxmlformats.org/drawingml/2006/main">
  <dgm:ptLst>
    <dgm:pt modelId="{3C7A97FE-A2FE-B043-955D-4C55A8D4EB9D}" type="doc">
      <dgm:prSet loTypeId="urn:microsoft.com/office/officeart/2005/8/layout/cycle1" loCatId="" qsTypeId="urn:microsoft.com/office/officeart/2005/8/quickstyle/simple1" qsCatId="simple" csTypeId="urn:microsoft.com/office/officeart/2005/8/colors/accent1_2" csCatId="accent1" phldr="1"/>
      <dgm:spPr/>
      <dgm:t>
        <a:bodyPr/>
        <a:lstStyle/>
        <a:p>
          <a:endParaRPr lang="zh-CN" altLang="en-US"/>
        </a:p>
      </dgm:t>
    </dgm:pt>
    <dgm:pt modelId="{2BC986BB-DEE2-FB4D-BAAC-B73C5577156C}">
      <dgm:prSet phldrT="[文本]"/>
      <dgm:spPr/>
      <dgm:t>
        <a:bodyPr/>
        <a:lstStyle/>
        <a:p>
          <a:r>
            <a:rPr lang="zh-CN" altLang="en-US" b="0" i="0" dirty="0">
              <a:solidFill>
                <a:schemeClr val="bg1">
                  <a:lumMod val="50000"/>
                </a:schemeClr>
              </a:solidFill>
              <a:latin typeface="Arial"/>
              <a:ea typeface="微软雅黑"/>
              <a:cs typeface="Alibaba PuHuiTi" pitchFamily="18" charset="-122"/>
              <a:sym typeface="Arial"/>
            </a:rPr>
            <a:t>个人财产信息</a:t>
          </a:r>
        </a:p>
      </dgm:t>
    </dgm:pt>
    <dgm:pt modelId="{6A27C7B4-CB1F-434E-A547-8DEFCF5D4C5D}" type="parTrans" cxnId="{DEA7376F-8838-5343-BE72-27ADEA48ED2F}">
      <dgm:prSet/>
      <dgm:spPr/>
      <dgm:t>
        <a:bodyPr/>
        <a:lstStyle/>
        <a:p>
          <a:endParaRPr lang="zh-CN" altLang="en-US" b="0" i="0">
            <a:solidFill>
              <a:schemeClr val="bg1">
                <a:lumMod val="50000"/>
              </a:schemeClr>
            </a:solidFill>
            <a:latin typeface="Alibaba PuHuiTi" pitchFamily="18" charset="-122"/>
            <a:ea typeface="Alibaba PuHuiTi" pitchFamily="18" charset="-122"/>
            <a:cs typeface="Alibaba PuHuiTi" pitchFamily="18" charset="-122"/>
          </a:endParaRPr>
        </a:p>
      </dgm:t>
    </dgm:pt>
    <dgm:pt modelId="{8852944B-B7BE-524A-8946-6DEB313020D7}" type="sibTrans" cxnId="{DEA7376F-8838-5343-BE72-27ADEA48ED2F}">
      <dgm:prSet/>
      <dgm:spPr>
        <a:gradFill rotWithShape="0">
          <a:gsLst>
            <a:gs pos="100000">
              <a:srgbClr val="A6AFD7"/>
            </a:gs>
            <a:gs pos="0">
              <a:srgbClr val="B1C3F0"/>
            </a:gs>
          </a:gsLst>
          <a:lin ang="16200000" scaled="0"/>
        </a:gradFill>
        <a:ln>
          <a:noFill/>
        </a:ln>
      </dgm:spPr>
      <dgm:t>
        <a:bodyPr/>
        <a:lstStyle/>
        <a:p>
          <a:endParaRPr lang="zh-CN" altLang="en-US" b="0" i="0">
            <a:solidFill>
              <a:schemeClr val="bg1">
                <a:lumMod val="50000"/>
              </a:schemeClr>
            </a:solidFill>
            <a:latin typeface="Alibaba PuHuiTi" pitchFamily="18" charset="-122"/>
            <a:ea typeface="Alibaba PuHuiTi" pitchFamily="18" charset="-122"/>
            <a:cs typeface="Alibaba PuHuiTi" pitchFamily="18" charset="-122"/>
          </a:endParaRPr>
        </a:p>
      </dgm:t>
    </dgm:pt>
    <dgm:pt modelId="{B8D5BE25-F0A0-E542-861D-0BAB7E8B0D02}">
      <dgm:prSet phldrT="[文本]"/>
      <dgm:spPr/>
      <dgm:t>
        <a:bodyPr/>
        <a:lstStyle/>
        <a:p>
          <a:r>
            <a:rPr lang="zh-CN" altLang="en-US" b="0" i="0" dirty="0">
              <a:solidFill>
                <a:schemeClr val="bg1">
                  <a:lumMod val="50000"/>
                </a:schemeClr>
              </a:solidFill>
              <a:latin typeface="Arial"/>
              <a:ea typeface="微软雅黑"/>
              <a:cs typeface="Alibaba PuHuiTi" pitchFamily="18" charset="-122"/>
              <a:sym typeface="Arial"/>
            </a:rPr>
            <a:t>个人账户信息</a:t>
          </a:r>
        </a:p>
      </dgm:t>
    </dgm:pt>
    <dgm:pt modelId="{6F3AB385-45BC-544A-84B2-68315CF99CDB}" type="parTrans" cxnId="{5DBA8173-5CD1-7C4E-9EC0-E94A0E62B0D5}">
      <dgm:prSet/>
      <dgm:spPr/>
      <dgm:t>
        <a:bodyPr/>
        <a:lstStyle/>
        <a:p>
          <a:endParaRPr lang="zh-CN" altLang="en-US" b="0" i="0">
            <a:solidFill>
              <a:schemeClr val="bg1">
                <a:lumMod val="50000"/>
              </a:schemeClr>
            </a:solidFill>
            <a:latin typeface="Alibaba PuHuiTi" pitchFamily="18" charset="-122"/>
            <a:ea typeface="Alibaba PuHuiTi" pitchFamily="18" charset="-122"/>
            <a:cs typeface="Alibaba PuHuiTi" pitchFamily="18" charset="-122"/>
          </a:endParaRPr>
        </a:p>
      </dgm:t>
    </dgm:pt>
    <dgm:pt modelId="{C918EE66-44E2-7E4B-A2CC-4733C59B1835}" type="sibTrans" cxnId="{5DBA8173-5CD1-7C4E-9EC0-E94A0E62B0D5}">
      <dgm:prSet/>
      <dgm:spPr>
        <a:gradFill rotWithShape="0">
          <a:gsLst>
            <a:gs pos="100000">
              <a:srgbClr val="A6AFD7"/>
            </a:gs>
            <a:gs pos="0">
              <a:srgbClr val="B1C3F0"/>
            </a:gs>
          </a:gsLst>
          <a:lin ang="16200000" scaled="0"/>
        </a:gradFill>
        <a:ln>
          <a:noFill/>
        </a:ln>
      </dgm:spPr>
      <dgm:t>
        <a:bodyPr/>
        <a:lstStyle/>
        <a:p>
          <a:endParaRPr lang="zh-CN" altLang="en-US" b="0" i="0">
            <a:solidFill>
              <a:schemeClr val="bg1">
                <a:lumMod val="50000"/>
              </a:schemeClr>
            </a:solidFill>
            <a:latin typeface="Alibaba PuHuiTi" pitchFamily="18" charset="-122"/>
            <a:ea typeface="Alibaba PuHuiTi" pitchFamily="18" charset="-122"/>
            <a:cs typeface="Alibaba PuHuiTi" pitchFamily="18" charset="-122"/>
          </a:endParaRPr>
        </a:p>
      </dgm:t>
    </dgm:pt>
    <dgm:pt modelId="{D5B2D532-DAC1-6842-B9FA-A8A6413DEC8A}">
      <dgm:prSet phldrT="[文本]"/>
      <dgm:spPr/>
      <dgm:t>
        <a:bodyPr/>
        <a:lstStyle/>
        <a:p>
          <a:r>
            <a:rPr lang="zh-CN" altLang="en-US" b="0" i="0" dirty="0">
              <a:solidFill>
                <a:schemeClr val="bg1">
                  <a:lumMod val="50000"/>
                </a:schemeClr>
              </a:solidFill>
              <a:latin typeface="Arial"/>
              <a:ea typeface="微软雅黑"/>
              <a:cs typeface="Alibaba PuHuiTi" pitchFamily="18" charset="-122"/>
              <a:sym typeface="Arial"/>
            </a:rPr>
            <a:t>个人信用信息</a:t>
          </a:r>
        </a:p>
      </dgm:t>
    </dgm:pt>
    <dgm:pt modelId="{CB5C00C2-2302-6F45-8964-3E1462DAF8BF}" type="parTrans" cxnId="{2669D2FF-3DB9-D742-9F34-810A726F1CB8}">
      <dgm:prSet/>
      <dgm:spPr/>
      <dgm:t>
        <a:bodyPr/>
        <a:lstStyle/>
        <a:p>
          <a:endParaRPr lang="zh-CN" altLang="en-US" b="0" i="0">
            <a:solidFill>
              <a:schemeClr val="bg1">
                <a:lumMod val="50000"/>
              </a:schemeClr>
            </a:solidFill>
            <a:latin typeface="Alibaba PuHuiTi" pitchFamily="18" charset="-122"/>
            <a:ea typeface="Alibaba PuHuiTi" pitchFamily="18" charset="-122"/>
            <a:cs typeface="Alibaba PuHuiTi" pitchFamily="18" charset="-122"/>
          </a:endParaRPr>
        </a:p>
      </dgm:t>
    </dgm:pt>
    <dgm:pt modelId="{151791FB-3C77-FF41-90DD-07654028F542}" type="sibTrans" cxnId="{2669D2FF-3DB9-D742-9F34-810A726F1CB8}">
      <dgm:prSet/>
      <dgm:spPr>
        <a:gradFill rotWithShape="0">
          <a:gsLst>
            <a:gs pos="100000">
              <a:srgbClr val="A6AFD7"/>
            </a:gs>
            <a:gs pos="0">
              <a:srgbClr val="B1C3F0"/>
            </a:gs>
          </a:gsLst>
          <a:lin ang="16200000" scaled="0"/>
        </a:gradFill>
        <a:ln>
          <a:noFill/>
        </a:ln>
      </dgm:spPr>
      <dgm:t>
        <a:bodyPr/>
        <a:lstStyle/>
        <a:p>
          <a:endParaRPr lang="zh-CN" altLang="en-US" b="0" i="0">
            <a:solidFill>
              <a:schemeClr val="bg1">
                <a:lumMod val="50000"/>
              </a:schemeClr>
            </a:solidFill>
            <a:latin typeface="Alibaba PuHuiTi" pitchFamily="18" charset="-122"/>
            <a:ea typeface="Alibaba PuHuiTi" pitchFamily="18" charset="-122"/>
            <a:cs typeface="Alibaba PuHuiTi" pitchFamily="18" charset="-122"/>
          </a:endParaRPr>
        </a:p>
      </dgm:t>
    </dgm:pt>
    <dgm:pt modelId="{611986E4-0179-F045-B0AA-DCBBC4D0ED34}">
      <dgm:prSet phldrT="[文本]"/>
      <dgm:spPr/>
      <dgm:t>
        <a:bodyPr/>
        <a:lstStyle/>
        <a:p>
          <a:r>
            <a:rPr lang="zh-CN" altLang="en-US" b="0" i="0" dirty="0">
              <a:solidFill>
                <a:schemeClr val="bg1">
                  <a:lumMod val="50000"/>
                </a:schemeClr>
              </a:solidFill>
              <a:latin typeface="Arial"/>
              <a:ea typeface="微软雅黑"/>
              <a:cs typeface="Alibaba PuHuiTi" pitchFamily="18" charset="-122"/>
              <a:sym typeface="Arial"/>
            </a:rPr>
            <a:t>其他信息</a:t>
          </a:r>
        </a:p>
      </dgm:t>
    </dgm:pt>
    <dgm:pt modelId="{C4665A0C-B723-C049-83B3-D715B26247E6}" type="parTrans" cxnId="{51573C47-DC41-9844-A838-43CF35BB6768}">
      <dgm:prSet/>
      <dgm:spPr/>
      <dgm:t>
        <a:bodyPr/>
        <a:lstStyle/>
        <a:p>
          <a:endParaRPr lang="zh-CN" altLang="en-US" b="0" i="0">
            <a:solidFill>
              <a:schemeClr val="bg1">
                <a:lumMod val="50000"/>
              </a:schemeClr>
            </a:solidFill>
            <a:latin typeface="Alibaba PuHuiTi" pitchFamily="18" charset="-122"/>
            <a:ea typeface="Alibaba PuHuiTi" pitchFamily="18" charset="-122"/>
            <a:cs typeface="Alibaba PuHuiTi" pitchFamily="18" charset="-122"/>
          </a:endParaRPr>
        </a:p>
      </dgm:t>
    </dgm:pt>
    <dgm:pt modelId="{040B3071-DB17-AF49-877C-2D1E4CCC6ECF}" type="sibTrans" cxnId="{51573C47-DC41-9844-A838-43CF35BB6768}">
      <dgm:prSet/>
      <dgm:spPr>
        <a:gradFill rotWithShape="0">
          <a:gsLst>
            <a:gs pos="100000">
              <a:srgbClr val="A6AFD7"/>
            </a:gs>
            <a:gs pos="0">
              <a:srgbClr val="B1C3F0"/>
            </a:gs>
          </a:gsLst>
          <a:lin ang="16200000" scaled="0"/>
        </a:gradFill>
        <a:ln>
          <a:noFill/>
        </a:ln>
      </dgm:spPr>
      <dgm:t>
        <a:bodyPr/>
        <a:lstStyle/>
        <a:p>
          <a:endParaRPr lang="zh-CN" altLang="en-US" b="0" i="0">
            <a:solidFill>
              <a:schemeClr val="bg1">
                <a:lumMod val="50000"/>
              </a:schemeClr>
            </a:solidFill>
            <a:latin typeface="Alibaba PuHuiTi" pitchFamily="18" charset="-122"/>
            <a:ea typeface="Alibaba PuHuiTi" pitchFamily="18" charset="-122"/>
            <a:cs typeface="Alibaba PuHuiTi" pitchFamily="18" charset="-122"/>
          </a:endParaRPr>
        </a:p>
      </dgm:t>
    </dgm:pt>
    <dgm:pt modelId="{8B899834-DA3F-C44B-81F3-71456A685911}">
      <dgm:prSet phldrT="[文本]"/>
      <dgm:spPr/>
      <dgm:t>
        <a:bodyPr/>
        <a:lstStyle/>
        <a:p>
          <a:r>
            <a:rPr lang="zh-CN" altLang="en-US" b="0" i="0" dirty="0">
              <a:solidFill>
                <a:schemeClr val="bg1">
                  <a:lumMod val="50000"/>
                </a:schemeClr>
              </a:solidFill>
              <a:latin typeface="Arial"/>
              <a:ea typeface="微软雅黑"/>
              <a:cs typeface="Alibaba PuHuiTi" pitchFamily="18" charset="-122"/>
              <a:sym typeface="Arial"/>
            </a:rPr>
            <a:t>个人金融交易信息</a:t>
          </a:r>
        </a:p>
      </dgm:t>
    </dgm:pt>
    <dgm:pt modelId="{E3B6CAA3-7806-8847-9F39-E2274E91D17D}" type="parTrans" cxnId="{C032CF48-4D02-C545-8891-C873BFD7DF46}">
      <dgm:prSet/>
      <dgm:spPr/>
      <dgm:t>
        <a:bodyPr/>
        <a:lstStyle/>
        <a:p>
          <a:endParaRPr lang="zh-CN" altLang="en-US" b="0" i="0">
            <a:solidFill>
              <a:schemeClr val="bg1">
                <a:lumMod val="50000"/>
              </a:schemeClr>
            </a:solidFill>
            <a:latin typeface="Alibaba PuHuiTi" pitchFamily="18" charset="-122"/>
            <a:ea typeface="Alibaba PuHuiTi" pitchFamily="18" charset="-122"/>
            <a:cs typeface="Alibaba PuHuiTi" pitchFamily="18" charset="-122"/>
          </a:endParaRPr>
        </a:p>
      </dgm:t>
    </dgm:pt>
    <dgm:pt modelId="{67B276D3-CCA4-5343-A638-295AFA1F0B14}" type="sibTrans" cxnId="{C032CF48-4D02-C545-8891-C873BFD7DF46}">
      <dgm:prSet/>
      <dgm:spPr>
        <a:gradFill rotWithShape="0">
          <a:gsLst>
            <a:gs pos="100000">
              <a:srgbClr val="A6AFD7"/>
            </a:gs>
            <a:gs pos="0">
              <a:srgbClr val="B1C3F0"/>
            </a:gs>
          </a:gsLst>
          <a:lin ang="16200000" scaled="0"/>
        </a:gradFill>
        <a:ln>
          <a:noFill/>
        </a:ln>
      </dgm:spPr>
      <dgm:t>
        <a:bodyPr/>
        <a:lstStyle/>
        <a:p>
          <a:endParaRPr lang="zh-CN" altLang="en-US" b="0" i="0">
            <a:solidFill>
              <a:schemeClr val="bg1">
                <a:lumMod val="50000"/>
              </a:schemeClr>
            </a:solidFill>
            <a:latin typeface="Alibaba PuHuiTi" pitchFamily="18" charset="-122"/>
            <a:ea typeface="Alibaba PuHuiTi" pitchFamily="18" charset="-122"/>
            <a:cs typeface="Alibaba PuHuiTi" pitchFamily="18" charset="-122"/>
          </a:endParaRPr>
        </a:p>
      </dgm:t>
    </dgm:pt>
    <dgm:pt modelId="{D461181E-1B5C-2B45-8E5D-C63C4BFDA9BF}">
      <dgm:prSet phldrT="[文本]"/>
      <dgm:spPr/>
      <dgm:t>
        <a:bodyPr/>
        <a:lstStyle/>
        <a:p>
          <a:r>
            <a:rPr lang="zh-CN" altLang="en-US" b="0" i="0" dirty="0">
              <a:solidFill>
                <a:schemeClr val="bg1">
                  <a:lumMod val="50000"/>
                </a:schemeClr>
              </a:solidFill>
              <a:latin typeface="Arial"/>
              <a:ea typeface="微软雅黑"/>
              <a:cs typeface="Alibaba PuHuiTi" pitchFamily="18" charset="-122"/>
              <a:sym typeface="Arial"/>
            </a:rPr>
            <a:t>个人身份信息</a:t>
          </a:r>
        </a:p>
      </dgm:t>
    </dgm:pt>
    <dgm:pt modelId="{D8FB982C-F97A-644D-A5D9-20F9AFCC04DC}" type="parTrans" cxnId="{20203DEF-85A5-CC4F-81CC-804D817C484A}">
      <dgm:prSet/>
      <dgm:spPr/>
      <dgm:t>
        <a:bodyPr/>
        <a:lstStyle/>
        <a:p>
          <a:endParaRPr lang="zh-CN" altLang="en-US" b="0" i="0">
            <a:solidFill>
              <a:schemeClr val="bg1">
                <a:lumMod val="50000"/>
              </a:schemeClr>
            </a:solidFill>
            <a:latin typeface="Alibaba PuHuiTi" pitchFamily="18" charset="-122"/>
            <a:ea typeface="Alibaba PuHuiTi" pitchFamily="18" charset="-122"/>
            <a:cs typeface="Alibaba PuHuiTi" pitchFamily="18" charset="-122"/>
          </a:endParaRPr>
        </a:p>
      </dgm:t>
    </dgm:pt>
    <dgm:pt modelId="{86A8BE95-5004-494F-9FB2-5C45B804019D}" type="sibTrans" cxnId="{20203DEF-85A5-CC4F-81CC-804D817C484A}">
      <dgm:prSet/>
      <dgm:spPr>
        <a:gradFill rotWithShape="0">
          <a:gsLst>
            <a:gs pos="100000">
              <a:srgbClr val="A6AFD7"/>
            </a:gs>
            <a:gs pos="0">
              <a:srgbClr val="B1C3F0"/>
            </a:gs>
          </a:gsLst>
          <a:lin ang="16200000" scaled="0"/>
        </a:gradFill>
        <a:ln>
          <a:noFill/>
        </a:ln>
      </dgm:spPr>
      <dgm:t>
        <a:bodyPr/>
        <a:lstStyle/>
        <a:p>
          <a:endParaRPr lang="zh-CN" altLang="en-US" b="0" i="0">
            <a:solidFill>
              <a:schemeClr val="bg1">
                <a:lumMod val="50000"/>
              </a:schemeClr>
            </a:solidFill>
            <a:latin typeface="Alibaba PuHuiTi" pitchFamily="18" charset="-122"/>
            <a:ea typeface="Alibaba PuHuiTi" pitchFamily="18" charset="-122"/>
            <a:cs typeface="Alibaba PuHuiTi" pitchFamily="18" charset="-122"/>
          </a:endParaRPr>
        </a:p>
      </dgm:t>
    </dgm:pt>
    <dgm:pt modelId="{F29319C8-E657-1546-B93C-D1C8FA638DBA}" type="pres">
      <dgm:prSet presAssocID="{3C7A97FE-A2FE-B043-955D-4C55A8D4EB9D}" presName="cycle" presStyleCnt="0">
        <dgm:presLayoutVars>
          <dgm:dir/>
          <dgm:resizeHandles val="exact"/>
        </dgm:presLayoutVars>
      </dgm:prSet>
      <dgm:spPr/>
    </dgm:pt>
    <dgm:pt modelId="{4E14A2F4-C378-9446-8992-6DFF7B40F1FB}" type="pres">
      <dgm:prSet presAssocID="{2BC986BB-DEE2-FB4D-BAAC-B73C5577156C}" presName="dummy" presStyleCnt="0"/>
      <dgm:spPr/>
    </dgm:pt>
    <dgm:pt modelId="{B1AFC4D7-F783-CF43-8F0F-5F3E046BD73A}" type="pres">
      <dgm:prSet presAssocID="{2BC986BB-DEE2-FB4D-BAAC-B73C5577156C}" presName="node" presStyleLbl="revTx" presStyleIdx="0" presStyleCnt="6">
        <dgm:presLayoutVars>
          <dgm:bulletEnabled val="1"/>
        </dgm:presLayoutVars>
      </dgm:prSet>
      <dgm:spPr/>
    </dgm:pt>
    <dgm:pt modelId="{DE5F5276-0CC0-744B-B08E-90A028B456DB}" type="pres">
      <dgm:prSet presAssocID="{8852944B-B7BE-524A-8946-6DEB313020D7}" presName="sibTrans" presStyleLbl="node1" presStyleIdx="0" presStyleCnt="6"/>
      <dgm:spPr/>
    </dgm:pt>
    <dgm:pt modelId="{56088B20-C5D4-084F-AF80-2F4370B8367B}" type="pres">
      <dgm:prSet presAssocID="{B8D5BE25-F0A0-E542-861D-0BAB7E8B0D02}" presName="dummy" presStyleCnt="0"/>
      <dgm:spPr/>
    </dgm:pt>
    <dgm:pt modelId="{3377E7F1-A166-B44C-BD8F-43699875B38F}" type="pres">
      <dgm:prSet presAssocID="{B8D5BE25-F0A0-E542-861D-0BAB7E8B0D02}" presName="node" presStyleLbl="revTx" presStyleIdx="1" presStyleCnt="6">
        <dgm:presLayoutVars>
          <dgm:bulletEnabled val="1"/>
        </dgm:presLayoutVars>
      </dgm:prSet>
      <dgm:spPr/>
    </dgm:pt>
    <dgm:pt modelId="{E84E1FCF-F688-0344-8179-F24B33B52AE0}" type="pres">
      <dgm:prSet presAssocID="{C918EE66-44E2-7E4B-A2CC-4733C59B1835}" presName="sibTrans" presStyleLbl="node1" presStyleIdx="1" presStyleCnt="6"/>
      <dgm:spPr/>
    </dgm:pt>
    <dgm:pt modelId="{0BA73D9E-3986-C847-8EB9-37DA5E0C9660}" type="pres">
      <dgm:prSet presAssocID="{D5B2D532-DAC1-6842-B9FA-A8A6413DEC8A}" presName="dummy" presStyleCnt="0"/>
      <dgm:spPr/>
    </dgm:pt>
    <dgm:pt modelId="{0A8E651E-77C7-A148-A2E0-C1B4875B0A52}" type="pres">
      <dgm:prSet presAssocID="{D5B2D532-DAC1-6842-B9FA-A8A6413DEC8A}" presName="node" presStyleLbl="revTx" presStyleIdx="2" presStyleCnt="6">
        <dgm:presLayoutVars>
          <dgm:bulletEnabled val="1"/>
        </dgm:presLayoutVars>
      </dgm:prSet>
      <dgm:spPr/>
    </dgm:pt>
    <dgm:pt modelId="{7009E520-EE96-1B45-9DC7-85AE41B83157}" type="pres">
      <dgm:prSet presAssocID="{151791FB-3C77-FF41-90DD-07654028F542}" presName="sibTrans" presStyleLbl="node1" presStyleIdx="2" presStyleCnt="6"/>
      <dgm:spPr/>
    </dgm:pt>
    <dgm:pt modelId="{F49CF9D7-5247-3D48-AB6A-2828DACB5F1B}" type="pres">
      <dgm:prSet presAssocID="{611986E4-0179-F045-B0AA-DCBBC4D0ED34}" presName="dummy" presStyleCnt="0"/>
      <dgm:spPr/>
    </dgm:pt>
    <dgm:pt modelId="{7380B5AC-1F73-324D-983C-F18363DA9C2F}" type="pres">
      <dgm:prSet presAssocID="{611986E4-0179-F045-B0AA-DCBBC4D0ED34}" presName="node" presStyleLbl="revTx" presStyleIdx="3" presStyleCnt="6">
        <dgm:presLayoutVars>
          <dgm:bulletEnabled val="1"/>
        </dgm:presLayoutVars>
      </dgm:prSet>
      <dgm:spPr/>
    </dgm:pt>
    <dgm:pt modelId="{77112943-CCC7-B74A-A55D-A94142FD3617}" type="pres">
      <dgm:prSet presAssocID="{040B3071-DB17-AF49-877C-2D1E4CCC6ECF}" presName="sibTrans" presStyleLbl="node1" presStyleIdx="3" presStyleCnt="6"/>
      <dgm:spPr/>
    </dgm:pt>
    <dgm:pt modelId="{953199D0-5A22-C845-8AFF-4DCC23F7C93B}" type="pres">
      <dgm:prSet presAssocID="{8B899834-DA3F-C44B-81F3-71456A685911}" presName="dummy" presStyleCnt="0"/>
      <dgm:spPr/>
    </dgm:pt>
    <dgm:pt modelId="{76DCD7E5-B7CF-1A49-9E6E-434207513F99}" type="pres">
      <dgm:prSet presAssocID="{8B899834-DA3F-C44B-81F3-71456A685911}" presName="node" presStyleLbl="revTx" presStyleIdx="4" presStyleCnt="6">
        <dgm:presLayoutVars>
          <dgm:bulletEnabled val="1"/>
        </dgm:presLayoutVars>
      </dgm:prSet>
      <dgm:spPr/>
    </dgm:pt>
    <dgm:pt modelId="{E2647FA9-ADBF-4642-90A0-6D985185A937}" type="pres">
      <dgm:prSet presAssocID="{67B276D3-CCA4-5343-A638-295AFA1F0B14}" presName="sibTrans" presStyleLbl="node1" presStyleIdx="4" presStyleCnt="6"/>
      <dgm:spPr/>
    </dgm:pt>
    <dgm:pt modelId="{DB9349AD-DCB4-C746-BC15-38E58E54A604}" type="pres">
      <dgm:prSet presAssocID="{D461181E-1B5C-2B45-8E5D-C63C4BFDA9BF}" presName="dummy" presStyleCnt="0"/>
      <dgm:spPr/>
    </dgm:pt>
    <dgm:pt modelId="{4D3AF233-B682-544A-B61F-19F74B7C87B8}" type="pres">
      <dgm:prSet presAssocID="{D461181E-1B5C-2B45-8E5D-C63C4BFDA9BF}" presName="node" presStyleLbl="revTx" presStyleIdx="5" presStyleCnt="6">
        <dgm:presLayoutVars>
          <dgm:bulletEnabled val="1"/>
        </dgm:presLayoutVars>
      </dgm:prSet>
      <dgm:spPr/>
    </dgm:pt>
    <dgm:pt modelId="{352840E0-DA96-7E42-814D-4F27F5069C26}" type="pres">
      <dgm:prSet presAssocID="{86A8BE95-5004-494F-9FB2-5C45B804019D}" presName="sibTrans" presStyleLbl="node1" presStyleIdx="5" presStyleCnt="6"/>
      <dgm:spPr/>
    </dgm:pt>
  </dgm:ptLst>
  <dgm:cxnLst>
    <dgm:cxn modelId="{63369509-9AF1-6E41-B333-0FC8F70607AC}" type="presOf" srcId="{2BC986BB-DEE2-FB4D-BAAC-B73C5577156C}" destId="{B1AFC4D7-F783-CF43-8F0F-5F3E046BD73A}" srcOrd="0" destOrd="0" presId="urn:microsoft.com/office/officeart/2005/8/layout/cycle1"/>
    <dgm:cxn modelId="{D283E91E-DBE7-164B-A52A-CCC1EB773578}" type="presOf" srcId="{3C7A97FE-A2FE-B043-955D-4C55A8D4EB9D}" destId="{F29319C8-E657-1546-B93C-D1C8FA638DBA}" srcOrd="0" destOrd="0" presId="urn:microsoft.com/office/officeart/2005/8/layout/cycle1"/>
    <dgm:cxn modelId="{20226E20-E81F-4E4D-A922-47DA5B8A6E20}" type="presOf" srcId="{D461181E-1B5C-2B45-8E5D-C63C4BFDA9BF}" destId="{4D3AF233-B682-544A-B61F-19F74B7C87B8}" srcOrd="0" destOrd="0" presId="urn:microsoft.com/office/officeart/2005/8/layout/cycle1"/>
    <dgm:cxn modelId="{ACE10D36-78E9-034C-8688-3BA1023FF76D}" type="presOf" srcId="{151791FB-3C77-FF41-90DD-07654028F542}" destId="{7009E520-EE96-1B45-9DC7-85AE41B83157}" srcOrd="0" destOrd="0" presId="urn:microsoft.com/office/officeart/2005/8/layout/cycle1"/>
    <dgm:cxn modelId="{BD017C37-3A69-E247-B1BF-310388DD1E50}" type="presOf" srcId="{611986E4-0179-F045-B0AA-DCBBC4D0ED34}" destId="{7380B5AC-1F73-324D-983C-F18363DA9C2F}" srcOrd="0" destOrd="0" presId="urn:microsoft.com/office/officeart/2005/8/layout/cycle1"/>
    <dgm:cxn modelId="{9C1F1138-4EF6-6849-AF1B-EB7711E1BA0F}" type="presOf" srcId="{67B276D3-CCA4-5343-A638-295AFA1F0B14}" destId="{E2647FA9-ADBF-4642-90A0-6D985185A937}" srcOrd="0" destOrd="0" presId="urn:microsoft.com/office/officeart/2005/8/layout/cycle1"/>
    <dgm:cxn modelId="{41838A3C-A1D2-9C4B-939C-C30F56CEF0D3}" type="presOf" srcId="{C918EE66-44E2-7E4B-A2CC-4733C59B1835}" destId="{E84E1FCF-F688-0344-8179-F24B33B52AE0}" srcOrd="0" destOrd="0" presId="urn:microsoft.com/office/officeart/2005/8/layout/cycle1"/>
    <dgm:cxn modelId="{EFCEF360-9252-254E-9D4F-670E9C76AEC8}" type="presOf" srcId="{8B899834-DA3F-C44B-81F3-71456A685911}" destId="{76DCD7E5-B7CF-1A49-9E6E-434207513F99}" srcOrd="0" destOrd="0" presId="urn:microsoft.com/office/officeart/2005/8/layout/cycle1"/>
    <dgm:cxn modelId="{E58D8364-4374-3D4D-9A9F-31951FF83955}" type="presOf" srcId="{D5B2D532-DAC1-6842-B9FA-A8A6413DEC8A}" destId="{0A8E651E-77C7-A148-A2E0-C1B4875B0A52}" srcOrd="0" destOrd="0" presId="urn:microsoft.com/office/officeart/2005/8/layout/cycle1"/>
    <dgm:cxn modelId="{F89BDE64-FA05-5C42-A3F1-A370E2D1D4F5}" type="presOf" srcId="{86A8BE95-5004-494F-9FB2-5C45B804019D}" destId="{352840E0-DA96-7E42-814D-4F27F5069C26}" srcOrd="0" destOrd="0" presId="urn:microsoft.com/office/officeart/2005/8/layout/cycle1"/>
    <dgm:cxn modelId="{51573C47-DC41-9844-A838-43CF35BB6768}" srcId="{3C7A97FE-A2FE-B043-955D-4C55A8D4EB9D}" destId="{611986E4-0179-F045-B0AA-DCBBC4D0ED34}" srcOrd="3" destOrd="0" parTransId="{C4665A0C-B723-C049-83B3-D715B26247E6}" sibTransId="{040B3071-DB17-AF49-877C-2D1E4CCC6ECF}"/>
    <dgm:cxn modelId="{C032CF48-4D02-C545-8891-C873BFD7DF46}" srcId="{3C7A97FE-A2FE-B043-955D-4C55A8D4EB9D}" destId="{8B899834-DA3F-C44B-81F3-71456A685911}" srcOrd="4" destOrd="0" parTransId="{E3B6CAA3-7806-8847-9F39-E2274E91D17D}" sibTransId="{67B276D3-CCA4-5343-A638-295AFA1F0B14}"/>
    <dgm:cxn modelId="{DEA7376F-8838-5343-BE72-27ADEA48ED2F}" srcId="{3C7A97FE-A2FE-B043-955D-4C55A8D4EB9D}" destId="{2BC986BB-DEE2-FB4D-BAAC-B73C5577156C}" srcOrd="0" destOrd="0" parTransId="{6A27C7B4-CB1F-434E-A547-8DEFCF5D4C5D}" sibTransId="{8852944B-B7BE-524A-8946-6DEB313020D7}"/>
    <dgm:cxn modelId="{5DBA8173-5CD1-7C4E-9EC0-E94A0E62B0D5}" srcId="{3C7A97FE-A2FE-B043-955D-4C55A8D4EB9D}" destId="{B8D5BE25-F0A0-E542-861D-0BAB7E8B0D02}" srcOrd="1" destOrd="0" parTransId="{6F3AB385-45BC-544A-84B2-68315CF99CDB}" sibTransId="{C918EE66-44E2-7E4B-A2CC-4733C59B1835}"/>
    <dgm:cxn modelId="{06AEFABB-8238-964F-B7D1-2E4790DAF476}" type="presOf" srcId="{8852944B-B7BE-524A-8946-6DEB313020D7}" destId="{DE5F5276-0CC0-744B-B08E-90A028B456DB}" srcOrd="0" destOrd="0" presId="urn:microsoft.com/office/officeart/2005/8/layout/cycle1"/>
    <dgm:cxn modelId="{20203DEF-85A5-CC4F-81CC-804D817C484A}" srcId="{3C7A97FE-A2FE-B043-955D-4C55A8D4EB9D}" destId="{D461181E-1B5C-2B45-8E5D-C63C4BFDA9BF}" srcOrd="5" destOrd="0" parTransId="{D8FB982C-F97A-644D-A5D9-20F9AFCC04DC}" sibTransId="{86A8BE95-5004-494F-9FB2-5C45B804019D}"/>
    <dgm:cxn modelId="{53A315F0-1AAC-BE44-B400-BC9F5C353EA9}" type="presOf" srcId="{B8D5BE25-F0A0-E542-861D-0BAB7E8B0D02}" destId="{3377E7F1-A166-B44C-BD8F-43699875B38F}" srcOrd="0" destOrd="0" presId="urn:microsoft.com/office/officeart/2005/8/layout/cycle1"/>
    <dgm:cxn modelId="{3F7BC7F8-B737-D84E-AF21-76FEE93ABBAE}" type="presOf" srcId="{040B3071-DB17-AF49-877C-2D1E4CCC6ECF}" destId="{77112943-CCC7-B74A-A55D-A94142FD3617}" srcOrd="0" destOrd="0" presId="urn:microsoft.com/office/officeart/2005/8/layout/cycle1"/>
    <dgm:cxn modelId="{2669D2FF-3DB9-D742-9F34-810A726F1CB8}" srcId="{3C7A97FE-A2FE-B043-955D-4C55A8D4EB9D}" destId="{D5B2D532-DAC1-6842-B9FA-A8A6413DEC8A}" srcOrd="2" destOrd="0" parTransId="{CB5C00C2-2302-6F45-8964-3E1462DAF8BF}" sibTransId="{151791FB-3C77-FF41-90DD-07654028F542}"/>
    <dgm:cxn modelId="{08C5E18A-A0E0-BF40-9E40-9650C7027FF3}" type="presParOf" srcId="{F29319C8-E657-1546-B93C-D1C8FA638DBA}" destId="{4E14A2F4-C378-9446-8992-6DFF7B40F1FB}" srcOrd="0" destOrd="0" presId="urn:microsoft.com/office/officeart/2005/8/layout/cycle1"/>
    <dgm:cxn modelId="{1A96ED54-01A4-A94C-A39D-4D9F1E82B597}" type="presParOf" srcId="{F29319C8-E657-1546-B93C-D1C8FA638DBA}" destId="{B1AFC4D7-F783-CF43-8F0F-5F3E046BD73A}" srcOrd="1" destOrd="0" presId="urn:microsoft.com/office/officeart/2005/8/layout/cycle1"/>
    <dgm:cxn modelId="{BAE9B1A3-5102-834E-8BB7-BF17555F4FFC}" type="presParOf" srcId="{F29319C8-E657-1546-B93C-D1C8FA638DBA}" destId="{DE5F5276-0CC0-744B-B08E-90A028B456DB}" srcOrd="2" destOrd="0" presId="urn:microsoft.com/office/officeart/2005/8/layout/cycle1"/>
    <dgm:cxn modelId="{E0411841-F37F-B540-AFFD-725CEAE2D106}" type="presParOf" srcId="{F29319C8-E657-1546-B93C-D1C8FA638DBA}" destId="{56088B20-C5D4-084F-AF80-2F4370B8367B}" srcOrd="3" destOrd="0" presId="urn:microsoft.com/office/officeart/2005/8/layout/cycle1"/>
    <dgm:cxn modelId="{17D15F3A-C476-8147-B46E-40DCB8EE7D9C}" type="presParOf" srcId="{F29319C8-E657-1546-B93C-D1C8FA638DBA}" destId="{3377E7F1-A166-B44C-BD8F-43699875B38F}" srcOrd="4" destOrd="0" presId="urn:microsoft.com/office/officeart/2005/8/layout/cycle1"/>
    <dgm:cxn modelId="{0D2912AF-6BA8-814E-AC43-174CB08BB629}" type="presParOf" srcId="{F29319C8-E657-1546-B93C-D1C8FA638DBA}" destId="{E84E1FCF-F688-0344-8179-F24B33B52AE0}" srcOrd="5" destOrd="0" presId="urn:microsoft.com/office/officeart/2005/8/layout/cycle1"/>
    <dgm:cxn modelId="{88C13A7D-B207-A444-A508-7DEBCD111C29}" type="presParOf" srcId="{F29319C8-E657-1546-B93C-D1C8FA638DBA}" destId="{0BA73D9E-3986-C847-8EB9-37DA5E0C9660}" srcOrd="6" destOrd="0" presId="urn:microsoft.com/office/officeart/2005/8/layout/cycle1"/>
    <dgm:cxn modelId="{28232662-ED5C-1542-BAD9-F4997F9B6962}" type="presParOf" srcId="{F29319C8-E657-1546-B93C-D1C8FA638DBA}" destId="{0A8E651E-77C7-A148-A2E0-C1B4875B0A52}" srcOrd="7" destOrd="0" presId="urn:microsoft.com/office/officeart/2005/8/layout/cycle1"/>
    <dgm:cxn modelId="{CDBBFCAF-2ADE-0443-AF1A-5E76B1152EE2}" type="presParOf" srcId="{F29319C8-E657-1546-B93C-D1C8FA638DBA}" destId="{7009E520-EE96-1B45-9DC7-85AE41B83157}" srcOrd="8" destOrd="0" presId="urn:microsoft.com/office/officeart/2005/8/layout/cycle1"/>
    <dgm:cxn modelId="{4A5934A7-E8D1-E84D-A90A-E3DE1458D261}" type="presParOf" srcId="{F29319C8-E657-1546-B93C-D1C8FA638DBA}" destId="{F49CF9D7-5247-3D48-AB6A-2828DACB5F1B}" srcOrd="9" destOrd="0" presId="urn:microsoft.com/office/officeart/2005/8/layout/cycle1"/>
    <dgm:cxn modelId="{2FDCEE24-D366-C24E-8568-FBDB617E9D15}" type="presParOf" srcId="{F29319C8-E657-1546-B93C-D1C8FA638DBA}" destId="{7380B5AC-1F73-324D-983C-F18363DA9C2F}" srcOrd="10" destOrd="0" presId="urn:microsoft.com/office/officeart/2005/8/layout/cycle1"/>
    <dgm:cxn modelId="{5565158E-17C9-1C4A-990D-2B6586CD89A4}" type="presParOf" srcId="{F29319C8-E657-1546-B93C-D1C8FA638DBA}" destId="{77112943-CCC7-B74A-A55D-A94142FD3617}" srcOrd="11" destOrd="0" presId="urn:microsoft.com/office/officeart/2005/8/layout/cycle1"/>
    <dgm:cxn modelId="{CFA1FD2B-10D8-C447-8454-0A0B55A3EB59}" type="presParOf" srcId="{F29319C8-E657-1546-B93C-D1C8FA638DBA}" destId="{953199D0-5A22-C845-8AFF-4DCC23F7C93B}" srcOrd="12" destOrd="0" presId="urn:microsoft.com/office/officeart/2005/8/layout/cycle1"/>
    <dgm:cxn modelId="{8715EC21-EC55-E948-A60A-7E678535C0D5}" type="presParOf" srcId="{F29319C8-E657-1546-B93C-D1C8FA638DBA}" destId="{76DCD7E5-B7CF-1A49-9E6E-434207513F99}" srcOrd="13" destOrd="0" presId="urn:microsoft.com/office/officeart/2005/8/layout/cycle1"/>
    <dgm:cxn modelId="{297B3C5A-1D85-F343-9AEB-B8783D83F8F2}" type="presParOf" srcId="{F29319C8-E657-1546-B93C-D1C8FA638DBA}" destId="{E2647FA9-ADBF-4642-90A0-6D985185A937}" srcOrd="14" destOrd="0" presId="urn:microsoft.com/office/officeart/2005/8/layout/cycle1"/>
    <dgm:cxn modelId="{D15FBA4F-1550-8F4A-BED2-61BFF7E7BE24}" type="presParOf" srcId="{F29319C8-E657-1546-B93C-D1C8FA638DBA}" destId="{DB9349AD-DCB4-C746-BC15-38E58E54A604}" srcOrd="15" destOrd="0" presId="urn:microsoft.com/office/officeart/2005/8/layout/cycle1"/>
    <dgm:cxn modelId="{C852B88C-7B8A-9B42-85C0-B90CDEAE8189}" type="presParOf" srcId="{F29319C8-E657-1546-B93C-D1C8FA638DBA}" destId="{4D3AF233-B682-544A-B61F-19F74B7C87B8}" srcOrd="16" destOrd="0" presId="urn:microsoft.com/office/officeart/2005/8/layout/cycle1"/>
    <dgm:cxn modelId="{9A1D9A46-58E0-5F4E-B806-F84345E3683A}" type="presParOf" srcId="{F29319C8-E657-1546-B93C-D1C8FA638DBA}" destId="{352840E0-DA96-7E42-814D-4F27F5069C26}" srcOrd="17" destOrd="0" presId="urn:microsoft.com/office/officeart/2005/8/layout/cycle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graphic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graphic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&#65279;<?xml version="1.0" encoding="utf-8"?><Relationships xmlns="http://schemas.openxmlformats.org/package/2006/relationships"><Relationship Type="http://schemas.openxmlformats.org/officeDocument/2006/relationships/theme" Target="/ppt/notesMasters/theme/theme1.xml" Id="R50f55eccac0f4466"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A53D6E9-EBCC-42C5-8EB4-0E823B241FFB}" type="datetimeFigureOut">
              <a:rPr lang="zh-CN" altLang="en-US"/>
              <a:t>2025/4/28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5893979-2B87-412A-99DA-1DB99C5F807F}" type="slidenum">
              <a:rPr lang="zh-CN" altLang="en-US"/>
              <a:t>‹#›</a:t>
            </a:fld>
            <a:endParaRPr lang="zh-CN" altLang="en-US"/>
          </a:p>
        </p:txBody>
      </p:sp>
    </p:spTree>
    <p:extLst>
      <p:ext uri="{BB962C8B-B14F-4D97-AF65-F5344CB8AC3E}">
        <p14:creationId xmlns:p14="http://schemas.microsoft.com/office/powerpoint/2010/main" val="47760274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notesSlides/_rels/notesSlide1.xml.rels>&#65279;<?xml version="1.0" encoding="utf-8"?><Relationships xmlns="http://schemas.openxmlformats.org/package/2006/relationships"><Relationship Type="http://schemas.openxmlformats.org/officeDocument/2006/relationships/slide" Target="/ppt/slides/slide1.xml" Id="Rae76959208e24504" /><Relationship Type="http://schemas.openxmlformats.org/officeDocument/2006/relationships/notesMaster" Target="/ppt/notesMasters/notesMaster1.xml" Id="R45641ef3b57745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8a501b1333496f" /><Relationship Type="http://schemas.openxmlformats.org/officeDocument/2006/relationships/notesMaster" Target="/ppt/notesMasters/notesMaster1.xml" Id="R093b834a446c486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dc7128d0924256" /><Relationship Type="http://schemas.openxmlformats.org/officeDocument/2006/relationships/notesMaster" Target="/ppt/notesMasters/notesMaster1.xml" Id="R71cd9e76e4ea43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d816566cbd47f2" /><Relationship Type="http://schemas.openxmlformats.org/officeDocument/2006/relationships/notesMaster" Target="/ppt/notesMasters/notesMaster1.xml" Id="Rbdbf7967882d48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b2023bd6744c45" /><Relationship Type="http://schemas.openxmlformats.org/officeDocument/2006/relationships/notesMaster" Target="/ppt/notesMasters/notesMaster1.xml" Id="R4c068934dfcd4d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9eb1ce62c9f4074" /><Relationship Type="http://schemas.openxmlformats.org/officeDocument/2006/relationships/notesMaster" Target="/ppt/notesMasters/notesMaster1.xml" Id="Rccf3c9fa280346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d402adffe1949e4" /><Relationship Type="http://schemas.openxmlformats.org/officeDocument/2006/relationships/notesMaster" Target="/ppt/notesMasters/notesMaster1.xml" Id="Rb21afe164268403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f9b5e000674440" /><Relationship Type="http://schemas.openxmlformats.org/officeDocument/2006/relationships/notesMaster" Target="/ppt/notesMasters/notesMaster1.xml" Id="R63022efdf8654e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b12ccdb6a76c4b7d" /><Relationship Type="http://schemas.openxmlformats.org/officeDocument/2006/relationships/notesMaster" Target="/ppt/notesMasters/notesMaster1.xml" Id="R37f2ea6a3edb43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f0f0dfcc9fc4052" /><Relationship Type="http://schemas.openxmlformats.org/officeDocument/2006/relationships/notesMaster" Target="/ppt/notesMasters/notesMaster1.xml" Id="Rd322281403a942e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33d4139061b44a6" /><Relationship Type="http://schemas.openxmlformats.org/officeDocument/2006/relationships/notesMaster" Target="/ppt/notesMasters/notesMaster1.xml" Id="R163670d5678e4e0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5f7febe5e444311" /><Relationship Type="http://schemas.openxmlformats.org/officeDocument/2006/relationships/notesMaster" Target="/ppt/notesMasters/notesMaster1.xml" Id="Rfdd3e24e03b142a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78659fbc34e42e2" /><Relationship Type="http://schemas.openxmlformats.org/officeDocument/2006/relationships/notesMaster" Target="/ppt/notesMasters/notesMaster1.xml" Id="R4b40da12f43a4d8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8b2629838ff47a0" /><Relationship Type="http://schemas.openxmlformats.org/officeDocument/2006/relationships/notesMaster" Target="/ppt/notesMasters/notesMaster1.xml" Id="Rbcfaa88e8fd34d4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93079c785024b61" /><Relationship Type="http://schemas.openxmlformats.org/officeDocument/2006/relationships/notesMaster" Target="/ppt/notesMasters/notesMaster1.xml" Id="R316dbd7707634c7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a7d08de85ac448e" /><Relationship Type="http://schemas.openxmlformats.org/officeDocument/2006/relationships/notesMaster" Target="/ppt/notesMasters/notesMaster1.xml" Id="Re9452bcc5edf485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fc073a8614f42f6" /><Relationship Type="http://schemas.openxmlformats.org/officeDocument/2006/relationships/notesMaster" Target="/ppt/notesMasters/notesMaster1.xml" Id="R1020dd05a3174cf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13d7443397a478e" /><Relationship Type="http://schemas.openxmlformats.org/officeDocument/2006/relationships/notesMaster" Target="/ppt/notesMasters/notesMaster1.xml" Id="Re22aef0ff876473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39c1e19c5254ed1" /><Relationship Type="http://schemas.openxmlformats.org/officeDocument/2006/relationships/notesMaster" Target="/ppt/notesMasters/notesMaster1.xml" Id="R8ebc1d9b49f24e9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d8d0906b6464fae" /><Relationship Type="http://schemas.openxmlformats.org/officeDocument/2006/relationships/notesMaster" Target="/ppt/notesMasters/notesMaster1.xml" Id="R5640ca9fd1894de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3558e2c127b472c" /><Relationship Type="http://schemas.openxmlformats.org/officeDocument/2006/relationships/notesMaster" Target="/ppt/notesMasters/notesMaster1.xml" Id="Rb613b8da997e430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abf1940f9cb4803" /><Relationship Type="http://schemas.openxmlformats.org/officeDocument/2006/relationships/notesMaster" Target="/ppt/notesMasters/notesMaster1.xml" Id="Rbe6c92ac19e54b2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a5ea1f813e34bf6" /><Relationship Type="http://schemas.openxmlformats.org/officeDocument/2006/relationships/notesMaster" Target="/ppt/notesMasters/notesMaster1.xml" Id="R7f1311dec2d1426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c07c83ee15144bd" /><Relationship Type="http://schemas.openxmlformats.org/officeDocument/2006/relationships/notesMaster" Target="/ppt/notesMasters/notesMaster1.xml" Id="R670e7d8e04d9469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25f2c69751b4f8e" /><Relationship Type="http://schemas.openxmlformats.org/officeDocument/2006/relationships/notesMaster" Target="/ppt/notesMasters/notesMaster1.xml" Id="R7440c6d0240e477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c4d093bbef44814" /><Relationship Type="http://schemas.openxmlformats.org/officeDocument/2006/relationships/notesMaster" Target="/ppt/notesMasters/notesMaster1.xml" Id="R4065670633234da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5379ff350ea4b00" /><Relationship Type="http://schemas.openxmlformats.org/officeDocument/2006/relationships/notesMaster" Target="/ppt/notesMasters/notesMaster1.xml" Id="R2bff4c2a91154e4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3b9851d1ea840c7" /><Relationship Type="http://schemas.openxmlformats.org/officeDocument/2006/relationships/notesMaster" Target="/ppt/notesMasters/notesMaster1.xml" Id="R2c524f002db64f0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f89994ed4d74979" /><Relationship Type="http://schemas.openxmlformats.org/officeDocument/2006/relationships/notesMaster" Target="/ppt/notesMasters/notesMaster1.xml" Id="R3cb353670f274b50"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98173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03934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856890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103331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570709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90594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749921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345257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002132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02359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230113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647064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060601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120664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522301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283694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37978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295749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335763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474361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914158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946615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574260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287998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225300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474717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390827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585614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431501740"/>
      </p:ext>
    </p:extLst>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hyperlink" Target="http://www.1ppt.com/hangye/" TargetMode="External" Id="Rf6c26ca8e512466bb024f2af77d37038" /><Relationship Type="http://schemas.openxmlformats.org/officeDocument/2006/relationships/slideMaster" Target="/ppt/slideMasters/slideMaster1.xml" Id="R6f05276200b541f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f39f4e616d7449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8c06b4fcdd74ab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c6256bef077442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d4ec3d231ed47d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d3dd294db92422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cb842a9b1fd4e7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6f7b4e626344ad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7dfb8f3c1c641e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7603a27daa443f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239b51f70d64379"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17cd58fa7ed04f1e"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d68238bfbcb1461e"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b818b16e8ef4436c" /></Relationships>
</file>

<file path=ppt/slideLayouts/slideLayout1.xml><?xml version="1.0" encoding="utf-8"?>
<p:sldLayout xmlns:a="http://schemas.openxmlformats.org/drawingml/2006/main" xmlns:r="http://schemas.openxmlformats.org/officeDocument/2006/relationships" xmlns:p="http://schemas.openxmlformats.org/presentationml/2006/main" type="twoTxTwoObj" preserve="1">
  <p:cSld name="3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0" i="0">
                <a:latin typeface="Alibaba PuHuiTi" pitchFamily="18" charset="-122"/>
                <a:ea typeface="Alibaba PuHuiTi" pitchFamily="18"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p>
        </p:txBody>
      </p:sp>
      <p:sp>
        <p:nvSpPr>
          <p:cNvPr id="4" name="内容占位符 3"/>
          <p:cNvSpPr>
            <a:spLocks noGrp="1"/>
          </p:cNvSpPr>
          <p:nvPr>
            <p:ph sz="half" idx="2"/>
          </p:nvPr>
        </p:nvSpPr>
        <p:spPr>
          <a:xfrm>
            <a:off x="839788" y="2505075"/>
            <a:ext cx="5157787" cy="3684588"/>
          </a:xfrm>
        </p:spPr>
        <p:txBody>
          <a:bodyPr/>
          <a:lstStyle>
            <a:lvl1pPr>
              <a:defRPr b="0" i="0">
                <a:latin typeface="Alibaba PuHuiTi" pitchFamily="18" charset="-122"/>
                <a:ea typeface="Alibaba PuHuiTi" pitchFamily="18" charset="-122"/>
              </a:defRPr>
            </a:lvl1pPr>
            <a:lvl2pPr>
              <a:defRPr b="0" i="0">
                <a:latin typeface="Alibaba PuHuiTi" pitchFamily="18" charset="-122"/>
                <a:ea typeface="Alibaba PuHuiTi" pitchFamily="18" charset="-122"/>
              </a:defRPr>
            </a:lvl2pPr>
            <a:lvl3pPr>
              <a:defRPr b="0" i="0">
                <a:latin typeface="Alibaba PuHuiTi" pitchFamily="18" charset="-122"/>
                <a:ea typeface="Alibaba PuHuiTi" pitchFamily="18" charset="-122"/>
              </a:defRPr>
            </a:lvl3pPr>
            <a:lvl4pPr>
              <a:defRPr b="0" i="0">
                <a:latin typeface="Alibaba PuHuiTi" pitchFamily="18" charset="-122"/>
                <a:ea typeface="Alibaba PuHuiTi" pitchFamily="18" charset="-122"/>
              </a:defRPr>
            </a:lvl4pPr>
            <a:lvl5pPr>
              <a:defRPr b="0" i="0">
                <a:latin typeface="Alibaba PuHuiTi" pitchFamily="18" charset="-122"/>
                <a:ea typeface="Alibaba PuHuiTi" pitchFamily="18"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0" i="0">
                <a:latin typeface="Alibaba PuHuiTi" pitchFamily="18" charset="-122"/>
                <a:ea typeface="Alibaba PuHuiTi" pitchFamily="18"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p>
        </p:txBody>
      </p:sp>
      <p:sp>
        <p:nvSpPr>
          <p:cNvPr id="6" name="内容占位符 5"/>
          <p:cNvSpPr>
            <a:spLocks noGrp="1"/>
          </p:cNvSpPr>
          <p:nvPr>
            <p:ph sz="quarter" idx="4"/>
          </p:nvPr>
        </p:nvSpPr>
        <p:spPr>
          <a:xfrm>
            <a:off x="6172200" y="2505075"/>
            <a:ext cx="5183188" cy="3684588"/>
          </a:xfrm>
        </p:spPr>
        <p:txBody>
          <a:bodyPr/>
          <a:lstStyle>
            <a:lvl1pPr>
              <a:defRPr b="0" i="0">
                <a:latin typeface="Alibaba PuHuiTi" pitchFamily="18" charset="-122"/>
                <a:ea typeface="Alibaba PuHuiTi" pitchFamily="18" charset="-122"/>
              </a:defRPr>
            </a:lvl1pPr>
            <a:lvl2pPr>
              <a:defRPr b="0" i="0">
                <a:latin typeface="Alibaba PuHuiTi" pitchFamily="18" charset="-122"/>
                <a:ea typeface="Alibaba PuHuiTi" pitchFamily="18" charset="-122"/>
              </a:defRPr>
            </a:lvl2pPr>
            <a:lvl3pPr>
              <a:defRPr b="0" i="0">
                <a:latin typeface="Alibaba PuHuiTi" pitchFamily="18" charset="-122"/>
                <a:ea typeface="Alibaba PuHuiTi" pitchFamily="18" charset="-122"/>
              </a:defRPr>
            </a:lvl3pPr>
            <a:lvl4pPr>
              <a:defRPr b="0" i="0">
                <a:latin typeface="Alibaba PuHuiTi" pitchFamily="18" charset="-122"/>
                <a:ea typeface="Alibaba PuHuiTi" pitchFamily="18" charset="-122"/>
              </a:defRPr>
            </a:lvl4pPr>
            <a:lvl5pPr>
              <a:defRPr b="0" i="0">
                <a:latin typeface="Alibaba PuHuiTi" pitchFamily="18" charset="-122"/>
                <a:ea typeface="Alibaba PuHuiTi" pitchFamily="18"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lvl1pPr>
              <a:defRPr b="0" i="0">
                <a:latin typeface="Alibaba PuHuiTi" pitchFamily="18" charset="-122"/>
                <a:ea typeface="Alibaba PuHuiTi" pitchFamily="18" charset="-122"/>
              </a:defRPr>
            </a:lvl1pPr>
          </a:lstStyle>
          <a:p>
            <a:fld id="{3CF6130C-8AA1-4F7E-B595-7AA8D4A4029A}" type="datetimeFigureOut">
              <a:rPr lang="zh-CN" altLang="en-US"/>
              <a:pPr/>
              <a:t>2025/4/28</a:t>
            </a:fld>
            <a:endParaRPr lang="zh-CN" altLang="en-US" dirty="0"/>
          </a:p>
        </p:txBody>
      </p:sp>
      <p:sp>
        <p:nvSpPr>
          <p:cNvPr id="8" name="页脚占位符 7"/>
          <p:cNvSpPr>
            <a:spLocks noGrp="1"/>
          </p:cNvSpPr>
          <p:nvPr>
            <p:ph type="ftr" sz="quarter" idx="11"/>
          </p:nvPr>
        </p:nvSpPr>
        <p:spPr/>
        <p:txBody>
          <a:bodyPr/>
          <a:lstStyle>
            <a:lvl1pPr>
              <a:defRPr b="0" i="0">
                <a:latin typeface="Alibaba PuHuiTi" pitchFamily="18" charset="-122"/>
                <a:ea typeface="Alibaba PuHuiTi" pitchFamily="18" charset="-122"/>
              </a:defRPr>
            </a:lvl1pPr>
          </a:lstStyle>
          <a:p>
            <a:endParaRPr lang="zh-CN" altLang="en-US" dirty="0"/>
          </a:p>
        </p:txBody>
      </p:sp>
      <p:sp>
        <p:nvSpPr>
          <p:cNvPr id="9" name="灯片编号占位符 8"/>
          <p:cNvSpPr>
            <a:spLocks noGrp="1"/>
          </p:cNvSpPr>
          <p:nvPr>
            <p:ph type="sldNum" sz="quarter" idx="12"/>
          </p:nvPr>
        </p:nvSpPr>
        <p:spPr/>
        <p:txBody>
          <a:bodyPr/>
          <a:lstStyle>
            <a:lvl1pPr>
              <a:defRPr b="0" i="0">
                <a:latin typeface="Alibaba PuHuiTi" pitchFamily="18" charset="-122"/>
                <a:ea typeface="Alibaba PuHuiTi" pitchFamily="18" charset="-122"/>
              </a:defRPr>
            </a:lvl1pPr>
          </a:lstStyle>
          <a:p>
            <a:fld id="{FA894A74-DA46-4C0C-9262-0B8028A144D8}" type="slidenum">
              <a:rPr lang="zh-CN" altLang="en-US"/>
              <a:pPr/>
              <a:t>‹#›</a:t>
            </a:fld>
            <a:endParaRPr lang="zh-CN" altLang="en-US" dirty="0"/>
          </a:p>
        </p:txBody>
      </p:sp>
      <p:sp>
        <p:nvSpPr>
          <p:cNvPr id="10" name="TextBox 9"/>
          <p:cNvSpPr txBox="1"/>
          <p:nvPr userDrawn="1"/>
        </p:nvSpPr>
        <p:spPr>
          <a:xfrm>
            <a:off x="453650" y="0"/>
            <a:ext cx="54006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f6c26ca8e512466bb024f2af77d37038"/>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hlinkClick r:id="Rf6c26ca8e512466bb024f2af77d37038"/>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f6c26ca8e512466bb024f2af77d37038"/>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p>
        </p:txBody>
      </p:sp>
    </p:spTree>
    <p:extLst>
      <p:ext uri="{BB962C8B-B14F-4D97-AF65-F5344CB8AC3E}">
        <p14:creationId xmlns:p14="http://schemas.microsoft.com/office/powerpoint/2010/main" val="3107279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lvl1pPr>
              <a:defRPr b="0" i="0">
                <a:latin typeface="Alibaba PuHuiTi" pitchFamily="18" charset="-122"/>
                <a:ea typeface="Alibaba PuHuiTi" pitchFamily="18" charset="-122"/>
              </a:defRPr>
            </a:lvl1pPr>
            <a:lvl2pPr>
              <a:defRPr b="0" i="0">
                <a:latin typeface="Alibaba PuHuiTi" pitchFamily="18" charset="-122"/>
                <a:ea typeface="Alibaba PuHuiTi" pitchFamily="18" charset="-122"/>
              </a:defRPr>
            </a:lvl2pPr>
            <a:lvl3pPr>
              <a:defRPr b="0" i="0">
                <a:latin typeface="Alibaba PuHuiTi" pitchFamily="18" charset="-122"/>
                <a:ea typeface="Alibaba PuHuiTi" pitchFamily="18" charset="-122"/>
              </a:defRPr>
            </a:lvl3pPr>
            <a:lvl4pPr>
              <a:defRPr b="0" i="0">
                <a:latin typeface="Alibaba PuHuiTi" pitchFamily="18" charset="-122"/>
                <a:ea typeface="Alibaba PuHuiTi" pitchFamily="18" charset="-122"/>
              </a:defRPr>
            </a:lvl4pPr>
            <a:lvl5pPr>
              <a:defRPr b="0" i="0">
                <a:latin typeface="Alibaba PuHuiTi" pitchFamily="18" charset="-122"/>
                <a:ea typeface="Alibaba PuHuiTi" pitchFamily="18"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lvl1pPr>
              <a:defRPr b="0" i="0">
                <a:latin typeface="Alibaba PuHuiTi" pitchFamily="18" charset="-122"/>
                <a:ea typeface="Alibaba PuHuiTi" pitchFamily="18" charset="-122"/>
              </a:defRPr>
            </a:lvl1pPr>
          </a:lstStyle>
          <a:p>
            <a:fld id="{3CF6130C-8AA1-4F7E-B595-7AA8D4A4029A}" type="datetimeFigureOut">
              <a:rPr lang="zh-CN" altLang="en-US"/>
              <a:pPr/>
              <a:t>2025/4/28</a:t>
            </a:fld>
            <a:endParaRPr lang="zh-CN" altLang="en-US" dirty="0"/>
          </a:p>
        </p:txBody>
      </p:sp>
      <p:sp>
        <p:nvSpPr>
          <p:cNvPr id="5" name="页脚占位符 4"/>
          <p:cNvSpPr>
            <a:spLocks noGrp="1"/>
          </p:cNvSpPr>
          <p:nvPr>
            <p:ph type="ftr" sz="quarter" idx="11"/>
          </p:nvPr>
        </p:nvSpPr>
        <p:spPr/>
        <p:txBody>
          <a:bodyPr/>
          <a:lstStyle>
            <a:lvl1pPr>
              <a:defRPr b="0" i="0">
                <a:latin typeface="Alibaba PuHuiTi" pitchFamily="18" charset="-122"/>
                <a:ea typeface="Alibaba PuHuiTi" pitchFamily="18" charset="-122"/>
              </a:defRPr>
            </a:lvl1pPr>
          </a:lstStyle>
          <a:p>
            <a:endParaRPr lang="zh-CN" altLang="en-US" dirty="0"/>
          </a:p>
        </p:txBody>
      </p:sp>
      <p:sp>
        <p:nvSpPr>
          <p:cNvPr id="6" name="灯片编号占位符 5"/>
          <p:cNvSpPr>
            <a:spLocks noGrp="1"/>
          </p:cNvSpPr>
          <p:nvPr>
            <p:ph type="sldNum" sz="quarter" idx="12"/>
          </p:nvPr>
        </p:nvSpPr>
        <p:spPr/>
        <p:txBody>
          <a:bodyPr/>
          <a:lstStyle>
            <a:lvl1pPr>
              <a:defRPr b="0" i="0">
                <a:latin typeface="Alibaba PuHuiTi" pitchFamily="18" charset="-122"/>
                <a:ea typeface="Alibaba PuHuiTi" pitchFamily="18" charset="-122"/>
              </a:defRPr>
            </a:lvl1pPr>
          </a:lstStyle>
          <a:p>
            <a:fld id="{FA894A74-DA46-4C0C-9262-0B8028A144D8}" type="slidenum">
              <a:rPr lang="zh-CN" altLang="en-US"/>
              <a:pPr/>
              <a:t>‹#›</a:t>
            </a:fld>
            <a:endParaRPr lang="zh-CN" altLang="en-US" dirty="0"/>
          </a:p>
        </p:txBody>
      </p:sp>
    </p:spTree>
    <p:extLst>
      <p:ext uri="{BB962C8B-B14F-4D97-AF65-F5344CB8AC3E}">
        <p14:creationId xmlns:p14="http://schemas.microsoft.com/office/powerpoint/2010/main" val="3785046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b="0" i="0">
                <a:solidFill>
                  <a:schemeClr val="tx1">
                    <a:tint val="75000"/>
                  </a:schemeClr>
                </a:solidFill>
                <a:latin typeface="Alibaba PuHuiTi" pitchFamily="18" charset="-122"/>
                <a:ea typeface="Alibaba PuHuiTi" pitchFamily="18"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编辑母版文本样式</a:t>
            </a:r>
          </a:p>
        </p:txBody>
      </p:sp>
      <p:sp>
        <p:nvSpPr>
          <p:cNvPr id="4" name="日期占位符 3"/>
          <p:cNvSpPr>
            <a:spLocks noGrp="1"/>
          </p:cNvSpPr>
          <p:nvPr>
            <p:ph type="dt" sz="half" idx="10"/>
          </p:nvPr>
        </p:nvSpPr>
        <p:spPr/>
        <p:txBody>
          <a:bodyPr/>
          <a:lstStyle>
            <a:lvl1pPr>
              <a:defRPr b="0" i="0">
                <a:latin typeface="Alibaba PuHuiTi" pitchFamily="18" charset="-122"/>
                <a:ea typeface="Alibaba PuHuiTi" pitchFamily="18" charset="-122"/>
              </a:defRPr>
            </a:lvl1pPr>
          </a:lstStyle>
          <a:p>
            <a:fld id="{3CF6130C-8AA1-4F7E-B595-7AA8D4A4029A}" type="datetimeFigureOut">
              <a:rPr lang="zh-CN" altLang="en-US"/>
              <a:pPr/>
              <a:t>2025/4/28</a:t>
            </a:fld>
            <a:endParaRPr lang="zh-CN" altLang="en-US" dirty="0"/>
          </a:p>
        </p:txBody>
      </p:sp>
      <p:sp>
        <p:nvSpPr>
          <p:cNvPr id="5" name="页脚占位符 4"/>
          <p:cNvSpPr>
            <a:spLocks noGrp="1"/>
          </p:cNvSpPr>
          <p:nvPr>
            <p:ph type="ftr" sz="quarter" idx="11"/>
          </p:nvPr>
        </p:nvSpPr>
        <p:spPr/>
        <p:txBody>
          <a:bodyPr/>
          <a:lstStyle>
            <a:lvl1pPr>
              <a:defRPr b="0" i="0">
                <a:latin typeface="Alibaba PuHuiTi" pitchFamily="18" charset="-122"/>
                <a:ea typeface="Alibaba PuHuiTi" pitchFamily="18" charset="-122"/>
              </a:defRPr>
            </a:lvl1pPr>
          </a:lstStyle>
          <a:p>
            <a:endParaRPr lang="zh-CN" altLang="en-US" dirty="0"/>
          </a:p>
        </p:txBody>
      </p:sp>
      <p:sp>
        <p:nvSpPr>
          <p:cNvPr id="6" name="灯片编号占位符 5"/>
          <p:cNvSpPr>
            <a:spLocks noGrp="1"/>
          </p:cNvSpPr>
          <p:nvPr>
            <p:ph type="sldNum" sz="quarter" idx="12"/>
          </p:nvPr>
        </p:nvSpPr>
        <p:spPr/>
        <p:txBody>
          <a:bodyPr/>
          <a:lstStyle>
            <a:lvl1pPr>
              <a:defRPr b="0" i="0">
                <a:latin typeface="Alibaba PuHuiTi" pitchFamily="18" charset="-122"/>
                <a:ea typeface="Alibaba PuHuiTi" pitchFamily="18" charset="-122"/>
              </a:defRPr>
            </a:lvl1pPr>
          </a:lstStyle>
          <a:p>
            <a:fld id="{FA894A74-DA46-4C0C-9262-0B8028A144D8}" type="slidenum">
              <a:rPr lang="zh-CN" altLang="en-US"/>
              <a:pPr/>
              <a:t>‹#›</a:t>
            </a:fld>
            <a:endParaRPr lang="zh-CN" altLang="en-US" dirty="0"/>
          </a:p>
        </p:txBody>
      </p:sp>
    </p:spTree>
    <p:extLst>
      <p:ext uri="{BB962C8B-B14F-4D97-AF65-F5344CB8AC3E}">
        <p14:creationId xmlns:p14="http://schemas.microsoft.com/office/powerpoint/2010/main" val="3121180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2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0" i="0">
                <a:latin typeface="Alibaba PuHuiTi" pitchFamily="18" charset="-122"/>
                <a:ea typeface="Alibaba PuHuiTi" pitchFamily="18"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p>
        </p:txBody>
      </p:sp>
      <p:sp>
        <p:nvSpPr>
          <p:cNvPr id="4" name="内容占位符 3"/>
          <p:cNvSpPr>
            <a:spLocks noGrp="1"/>
          </p:cNvSpPr>
          <p:nvPr>
            <p:ph sz="half" idx="2"/>
          </p:nvPr>
        </p:nvSpPr>
        <p:spPr>
          <a:xfrm>
            <a:off x="839788" y="2505075"/>
            <a:ext cx="5157787" cy="3684588"/>
          </a:xfrm>
        </p:spPr>
        <p:txBody>
          <a:bodyPr/>
          <a:lstStyle>
            <a:lvl1pPr>
              <a:defRPr b="0" i="0">
                <a:latin typeface="Alibaba PuHuiTi" pitchFamily="18" charset="-122"/>
                <a:ea typeface="Alibaba PuHuiTi" pitchFamily="18" charset="-122"/>
              </a:defRPr>
            </a:lvl1pPr>
            <a:lvl2pPr>
              <a:defRPr b="0" i="0">
                <a:latin typeface="Alibaba PuHuiTi" pitchFamily="18" charset="-122"/>
                <a:ea typeface="Alibaba PuHuiTi" pitchFamily="18" charset="-122"/>
              </a:defRPr>
            </a:lvl2pPr>
            <a:lvl3pPr>
              <a:defRPr b="0" i="0">
                <a:latin typeface="Alibaba PuHuiTi" pitchFamily="18" charset="-122"/>
                <a:ea typeface="Alibaba PuHuiTi" pitchFamily="18" charset="-122"/>
              </a:defRPr>
            </a:lvl3pPr>
            <a:lvl4pPr>
              <a:defRPr b="0" i="0">
                <a:latin typeface="Alibaba PuHuiTi" pitchFamily="18" charset="-122"/>
                <a:ea typeface="Alibaba PuHuiTi" pitchFamily="18" charset="-122"/>
              </a:defRPr>
            </a:lvl4pPr>
            <a:lvl5pPr>
              <a:defRPr b="0" i="0">
                <a:latin typeface="Alibaba PuHuiTi" pitchFamily="18" charset="-122"/>
                <a:ea typeface="Alibaba PuHuiTi" pitchFamily="18"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0" i="0">
                <a:latin typeface="Alibaba PuHuiTi" pitchFamily="18" charset="-122"/>
                <a:ea typeface="Alibaba PuHuiTi" pitchFamily="18"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p>
        </p:txBody>
      </p:sp>
      <p:sp>
        <p:nvSpPr>
          <p:cNvPr id="6" name="内容占位符 5"/>
          <p:cNvSpPr>
            <a:spLocks noGrp="1"/>
          </p:cNvSpPr>
          <p:nvPr>
            <p:ph sz="quarter" idx="4"/>
          </p:nvPr>
        </p:nvSpPr>
        <p:spPr>
          <a:xfrm>
            <a:off x="6172200" y="2505075"/>
            <a:ext cx="5183188" cy="3684588"/>
          </a:xfrm>
        </p:spPr>
        <p:txBody>
          <a:bodyPr/>
          <a:lstStyle>
            <a:lvl1pPr>
              <a:defRPr b="0" i="0">
                <a:latin typeface="Alibaba PuHuiTi" pitchFamily="18" charset="-122"/>
                <a:ea typeface="Alibaba PuHuiTi" pitchFamily="18" charset="-122"/>
              </a:defRPr>
            </a:lvl1pPr>
            <a:lvl2pPr>
              <a:defRPr b="0" i="0">
                <a:latin typeface="Alibaba PuHuiTi" pitchFamily="18" charset="-122"/>
                <a:ea typeface="Alibaba PuHuiTi" pitchFamily="18" charset="-122"/>
              </a:defRPr>
            </a:lvl2pPr>
            <a:lvl3pPr>
              <a:defRPr b="0" i="0">
                <a:latin typeface="Alibaba PuHuiTi" pitchFamily="18" charset="-122"/>
                <a:ea typeface="Alibaba PuHuiTi" pitchFamily="18" charset="-122"/>
              </a:defRPr>
            </a:lvl3pPr>
            <a:lvl4pPr>
              <a:defRPr b="0" i="0">
                <a:latin typeface="Alibaba PuHuiTi" pitchFamily="18" charset="-122"/>
                <a:ea typeface="Alibaba PuHuiTi" pitchFamily="18" charset="-122"/>
              </a:defRPr>
            </a:lvl4pPr>
            <a:lvl5pPr>
              <a:defRPr b="0" i="0">
                <a:latin typeface="Alibaba PuHuiTi" pitchFamily="18" charset="-122"/>
                <a:ea typeface="Alibaba PuHuiTi" pitchFamily="18"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lvl1pPr>
              <a:defRPr b="0" i="0">
                <a:latin typeface="Alibaba PuHuiTi" pitchFamily="18" charset="-122"/>
                <a:ea typeface="Alibaba PuHuiTi" pitchFamily="18" charset="-122"/>
              </a:defRPr>
            </a:lvl1pPr>
          </a:lstStyle>
          <a:p>
            <a:fld id="{3CF6130C-8AA1-4F7E-B595-7AA8D4A4029A}" type="datetimeFigureOut">
              <a:rPr lang="zh-CN" altLang="en-US"/>
              <a:pPr/>
              <a:t>2025/4/28</a:t>
            </a:fld>
            <a:endParaRPr lang="zh-CN" altLang="en-US" dirty="0"/>
          </a:p>
        </p:txBody>
      </p:sp>
      <p:sp>
        <p:nvSpPr>
          <p:cNvPr id="8" name="页脚占位符 7"/>
          <p:cNvSpPr>
            <a:spLocks noGrp="1"/>
          </p:cNvSpPr>
          <p:nvPr>
            <p:ph type="ftr" sz="quarter" idx="11"/>
          </p:nvPr>
        </p:nvSpPr>
        <p:spPr/>
        <p:txBody>
          <a:bodyPr/>
          <a:lstStyle>
            <a:lvl1pPr>
              <a:defRPr b="0" i="0">
                <a:latin typeface="Alibaba PuHuiTi" pitchFamily="18" charset="-122"/>
                <a:ea typeface="Alibaba PuHuiTi" pitchFamily="18" charset="-122"/>
              </a:defRPr>
            </a:lvl1pPr>
          </a:lstStyle>
          <a:p>
            <a:endParaRPr lang="zh-CN" altLang="en-US" dirty="0"/>
          </a:p>
        </p:txBody>
      </p:sp>
      <p:sp>
        <p:nvSpPr>
          <p:cNvPr id="9" name="灯片编号占位符 8"/>
          <p:cNvSpPr>
            <a:spLocks noGrp="1"/>
          </p:cNvSpPr>
          <p:nvPr>
            <p:ph type="sldNum" sz="quarter" idx="12"/>
          </p:nvPr>
        </p:nvSpPr>
        <p:spPr/>
        <p:txBody>
          <a:bodyPr/>
          <a:lstStyle>
            <a:lvl1pPr>
              <a:defRPr b="0" i="0">
                <a:latin typeface="Alibaba PuHuiTi" pitchFamily="18" charset="-122"/>
                <a:ea typeface="Alibaba PuHuiTi" pitchFamily="18" charset="-122"/>
              </a:defRPr>
            </a:lvl1pPr>
          </a:lstStyle>
          <a:p>
            <a:fld id="{FA894A74-DA46-4C0C-9262-0B8028A144D8}" type="slidenum">
              <a:rPr lang="zh-CN" altLang="en-US"/>
              <a:pPr/>
              <a:t>‹#›</a:t>
            </a:fld>
            <a:endParaRPr lang="zh-CN" altLang="en-US" dirty="0"/>
          </a:p>
        </p:txBody>
      </p:sp>
    </p:spTree>
    <p:extLst>
      <p:ext uri="{BB962C8B-B14F-4D97-AF65-F5344CB8AC3E}">
        <p14:creationId xmlns:p14="http://schemas.microsoft.com/office/powerpoint/2010/main" val="1266582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b="0" i="0">
                <a:latin typeface="Alibaba PuHuiTi" pitchFamily="18" charset="-122"/>
                <a:ea typeface="Alibaba PuHuiTi" pitchFamily="18" charset="-12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b="0" i="0">
                <a:latin typeface="Alibaba PuHuiTi" pitchFamily="18" charset="-122"/>
                <a:ea typeface="Alibaba PuHuiTi" pitchFamily="18"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编辑母版文本样式</a:t>
            </a:r>
          </a:p>
        </p:txBody>
      </p:sp>
      <p:sp>
        <p:nvSpPr>
          <p:cNvPr id="5" name="日期占位符 4"/>
          <p:cNvSpPr>
            <a:spLocks noGrp="1"/>
          </p:cNvSpPr>
          <p:nvPr>
            <p:ph type="dt" sz="half" idx="10"/>
          </p:nvPr>
        </p:nvSpPr>
        <p:spPr/>
        <p:txBody>
          <a:bodyPr/>
          <a:lstStyle>
            <a:lvl1pPr>
              <a:defRPr b="0" i="0">
                <a:latin typeface="Alibaba PuHuiTi" pitchFamily="18" charset="-122"/>
                <a:ea typeface="Alibaba PuHuiTi" pitchFamily="18" charset="-122"/>
              </a:defRPr>
            </a:lvl1pPr>
          </a:lstStyle>
          <a:p>
            <a:fld id="{3CF6130C-8AA1-4F7E-B595-7AA8D4A4029A}" type="datetimeFigureOut">
              <a:rPr lang="zh-CN" altLang="en-US"/>
              <a:pPr/>
              <a:t>2025/4/28</a:t>
            </a:fld>
            <a:endParaRPr lang="zh-CN" altLang="en-US" dirty="0"/>
          </a:p>
        </p:txBody>
      </p:sp>
      <p:sp>
        <p:nvSpPr>
          <p:cNvPr id="6" name="页脚占位符 5"/>
          <p:cNvSpPr>
            <a:spLocks noGrp="1"/>
          </p:cNvSpPr>
          <p:nvPr>
            <p:ph type="ftr" sz="quarter" idx="11"/>
          </p:nvPr>
        </p:nvSpPr>
        <p:spPr/>
        <p:txBody>
          <a:bodyPr/>
          <a:lstStyle>
            <a:lvl1pPr>
              <a:defRPr b="0" i="0">
                <a:latin typeface="Alibaba PuHuiTi" pitchFamily="18" charset="-122"/>
                <a:ea typeface="Alibaba PuHuiTi" pitchFamily="18" charset="-122"/>
              </a:defRPr>
            </a:lvl1pPr>
          </a:lstStyle>
          <a:p>
            <a:endParaRPr lang="zh-CN" altLang="en-US" dirty="0"/>
          </a:p>
        </p:txBody>
      </p:sp>
      <p:sp>
        <p:nvSpPr>
          <p:cNvPr id="7" name="灯片编号占位符 6"/>
          <p:cNvSpPr>
            <a:spLocks noGrp="1"/>
          </p:cNvSpPr>
          <p:nvPr>
            <p:ph type="sldNum" sz="quarter" idx="12"/>
          </p:nvPr>
        </p:nvSpPr>
        <p:spPr/>
        <p:txBody>
          <a:bodyPr/>
          <a:lstStyle>
            <a:lvl1pPr>
              <a:defRPr b="0" i="0">
                <a:latin typeface="Alibaba PuHuiTi" pitchFamily="18" charset="-122"/>
                <a:ea typeface="Alibaba PuHuiTi" pitchFamily="18" charset="-122"/>
              </a:defRPr>
            </a:lvl1pPr>
          </a:lstStyle>
          <a:p>
            <a:fld id="{FA894A74-DA46-4C0C-9262-0B8028A144D8}" type="slidenum">
              <a:rPr lang="zh-CN" altLang="en-US"/>
              <a:pPr/>
              <a:t>‹#›</a:t>
            </a:fld>
            <a:endParaRPr lang="zh-CN" altLang="en-US" dirty="0"/>
          </a:p>
        </p:txBody>
      </p:sp>
    </p:spTree>
    <p:extLst>
      <p:ext uri="{BB962C8B-B14F-4D97-AF65-F5344CB8AC3E}">
        <p14:creationId xmlns:p14="http://schemas.microsoft.com/office/powerpoint/2010/main" val="2711678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b="0" i="0">
                <a:latin typeface="Alibaba PuHuiTi" pitchFamily="18" charset="-122"/>
                <a:ea typeface="Alibaba PuHuiTi" pitchFamily="18" charset="-122"/>
              </a:defRPr>
            </a:lvl1pPr>
            <a:lvl2pPr>
              <a:defRPr b="0" i="0">
                <a:latin typeface="Alibaba PuHuiTi" pitchFamily="18" charset="-122"/>
                <a:ea typeface="Alibaba PuHuiTi" pitchFamily="18" charset="-122"/>
              </a:defRPr>
            </a:lvl2pPr>
            <a:lvl3pPr>
              <a:defRPr b="0" i="0">
                <a:latin typeface="Alibaba PuHuiTi" pitchFamily="18" charset="-122"/>
                <a:ea typeface="Alibaba PuHuiTi" pitchFamily="18" charset="-122"/>
              </a:defRPr>
            </a:lvl3pPr>
            <a:lvl4pPr>
              <a:defRPr b="0" i="0">
                <a:latin typeface="Alibaba PuHuiTi" pitchFamily="18" charset="-122"/>
                <a:ea typeface="Alibaba PuHuiTi" pitchFamily="18" charset="-122"/>
              </a:defRPr>
            </a:lvl4pPr>
            <a:lvl5pPr>
              <a:defRPr b="0" i="0">
                <a:latin typeface="Alibaba PuHuiTi" pitchFamily="18" charset="-122"/>
                <a:ea typeface="Alibaba PuHuiTi" pitchFamily="18"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lvl1pPr>
              <a:defRPr b="0" i="0">
                <a:latin typeface="Alibaba PuHuiTi" pitchFamily="18" charset="-122"/>
                <a:ea typeface="Alibaba PuHuiTi" pitchFamily="18" charset="-122"/>
              </a:defRPr>
            </a:lvl1pPr>
          </a:lstStyle>
          <a:p>
            <a:fld id="{3CF6130C-8AA1-4F7E-B595-7AA8D4A4029A}" type="datetimeFigureOut">
              <a:rPr lang="zh-CN" altLang="en-US"/>
              <a:pPr/>
              <a:t>2025/4/28</a:t>
            </a:fld>
            <a:endParaRPr lang="zh-CN" altLang="en-US" dirty="0"/>
          </a:p>
        </p:txBody>
      </p:sp>
      <p:sp>
        <p:nvSpPr>
          <p:cNvPr id="5" name="页脚占位符 4"/>
          <p:cNvSpPr>
            <a:spLocks noGrp="1"/>
          </p:cNvSpPr>
          <p:nvPr>
            <p:ph type="ftr" sz="quarter" idx="11"/>
          </p:nvPr>
        </p:nvSpPr>
        <p:spPr/>
        <p:txBody>
          <a:bodyPr/>
          <a:lstStyle>
            <a:lvl1pPr>
              <a:defRPr b="0" i="0">
                <a:latin typeface="Alibaba PuHuiTi" pitchFamily="18" charset="-122"/>
                <a:ea typeface="Alibaba PuHuiTi" pitchFamily="18" charset="-122"/>
              </a:defRPr>
            </a:lvl1pPr>
          </a:lstStyle>
          <a:p>
            <a:endParaRPr lang="zh-CN" altLang="en-US" dirty="0"/>
          </a:p>
        </p:txBody>
      </p:sp>
      <p:sp>
        <p:nvSpPr>
          <p:cNvPr id="6" name="灯片编号占位符 5"/>
          <p:cNvSpPr>
            <a:spLocks noGrp="1"/>
          </p:cNvSpPr>
          <p:nvPr>
            <p:ph type="sldNum" sz="quarter" idx="12"/>
          </p:nvPr>
        </p:nvSpPr>
        <p:spPr/>
        <p:txBody>
          <a:bodyPr/>
          <a:lstStyle>
            <a:lvl1pPr>
              <a:defRPr b="0" i="0">
                <a:latin typeface="Alibaba PuHuiTi" pitchFamily="18" charset="-122"/>
                <a:ea typeface="Alibaba PuHuiTi" pitchFamily="18" charset="-122"/>
              </a:defRPr>
            </a:lvl1pPr>
          </a:lstStyle>
          <a:p>
            <a:fld id="{FA894A74-DA46-4C0C-9262-0B8028A144D8}" type="slidenum">
              <a:rPr lang="zh-CN" altLang="en-US"/>
              <a:pPr/>
              <a:t>‹#›</a:t>
            </a:fld>
            <a:endParaRPr lang="zh-CN" altLang="en-US" dirty="0"/>
          </a:p>
        </p:txBody>
      </p:sp>
    </p:spTree>
    <p:extLst>
      <p:ext uri="{BB962C8B-B14F-4D97-AF65-F5344CB8AC3E}">
        <p14:creationId xmlns:p14="http://schemas.microsoft.com/office/powerpoint/2010/main" val="2110466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b="0" i="0">
                <a:latin typeface="Alibaba PuHuiTi" pitchFamily="18" charset="-122"/>
                <a:ea typeface="Alibaba PuHuiTi" pitchFamily="18"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单击以编辑母版副标题样式</a:t>
            </a:r>
          </a:p>
        </p:txBody>
      </p:sp>
      <p:sp>
        <p:nvSpPr>
          <p:cNvPr id="4" name="日期占位符 3"/>
          <p:cNvSpPr>
            <a:spLocks noGrp="1"/>
          </p:cNvSpPr>
          <p:nvPr>
            <p:ph type="dt" sz="half" idx="10"/>
          </p:nvPr>
        </p:nvSpPr>
        <p:spPr/>
        <p:txBody>
          <a:bodyPr/>
          <a:lstStyle>
            <a:lvl1pPr>
              <a:defRPr b="0" i="0">
                <a:latin typeface="Alibaba PuHuiTi" pitchFamily="18" charset="-122"/>
                <a:ea typeface="Alibaba PuHuiTi" pitchFamily="18" charset="-122"/>
              </a:defRPr>
            </a:lvl1pPr>
          </a:lstStyle>
          <a:p>
            <a:fld id="{3CF6130C-8AA1-4F7E-B595-7AA8D4A4029A}" type="datetimeFigureOut">
              <a:rPr lang="zh-CN" altLang="en-US"/>
              <a:pPr/>
              <a:t>2025/4/28</a:t>
            </a:fld>
            <a:endParaRPr lang="zh-CN" altLang="en-US" dirty="0"/>
          </a:p>
        </p:txBody>
      </p:sp>
      <p:sp>
        <p:nvSpPr>
          <p:cNvPr id="5" name="页脚占位符 4"/>
          <p:cNvSpPr>
            <a:spLocks noGrp="1"/>
          </p:cNvSpPr>
          <p:nvPr>
            <p:ph type="ftr" sz="quarter" idx="11"/>
          </p:nvPr>
        </p:nvSpPr>
        <p:spPr/>
        <p:txBody>
          <a:bodyPr/>
          <a:lstStyle>
            <a:lvl1pPr>
              <a:defRPr b="0" i="0">
                <a:latin typeface="Alibaba PuHuiTi" pitchFamily="18" charset="-122"/>
                <a:ea typeface="Alibaba PuHuiTi" pitchFamily="18" charset="-122"/>
              </a:defRPr>
            </a:lvl1pPr>
          </a:lstStyle>
          <a:p>
            <a:endParaRPr lang="zh-CN" altLang="en-US" dirty="0"/>
          </a:p>
        </p:txBody>
      </p:sp>
      <p:sp>
        <p:nvSpPr>
          <p:cNvPr id="6" name="灯片编号占位符 5"/>
          <p:cNvSpPr>
            <a:spLocks noGrp="1"/>
          </p:cNvSpPr>
          <p:nvPr>
            <p:ph type="sldNum" sz="quarter" idx="12"/>
          </p:nvPr>
        </p:nvSpPr>
        <p:spPr/>
        <p:txBody>
          <a:bodyPr/>
          <a:lstStyle>
            <a:lvl1pPr>
              <a:defRPr b="0" i="0">
                <a:latin typeface="Alibaba PuHuiTi" pitchFamily="18" charset="-122"/>
                <a:ea typeface="Alibaba PuHuiTi" pitchFamily="18" charset="-122"/>
              </a:defRPr>
            </a:lvl1pPr>
          </a:lstStyle>
          <a:p>
            <a:fld id="{FA894A74-DA46-4C0C-9262-0B8028A144D8}" type="slidenum">
              <a:rPr lang="zh-CN" altLang="en-US"/>
              <a:pPr/>
              <a:t>‹#›</a:t>
            </a:fld>
            <a:endParaRPr lang="zh-CN" altLang="en-US" dirty="0"/>
          </a:p>
        </p:txBody>
      </p:sp>
    </p:spTree>
    <p:extLst>
      <p:ext uri="{BB962C8B-B14F-4D97-AF65-F5344CB8AC3E}">
        <p14:creationId xmlns:p14="http://schemas.microsoft.com/office/powerpoint/2010/main" val="379355241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0" i="0">
                <a:latin typeface="Alibaba PuHuiTi" pitchFamily="18" charset="-122"/>
                <a:ea typeface="Alibaba PuHuiTi" pitchFamily="18"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p>
        </p:txBody>
      </p:sp>
      <p:sp>
        <p:nvSpPr>
          <p:cNvPr id="4" name="内容占位符 3"/>
          <p:cNvSpPr>
            <a:spLocks noGrp="1"/>
          </p:cNvSpPr>
          <p:nvPr>
            <p:ph sz="half" idx="2"/>
          </p:nvPr>
        </p:nvSpPr>
        <p:spPr>
          <a:xfrm>
            <a:off x="839788" y="2505075"/>
            <a:ext cx="5157787" cy="3684588"/>
          </a:xfrm>
        </p:spPr>
        <p:txBody>
          <a:bodyPr/>
          <a:lstStyle>
            <a:lvl1pPr>
              <a:defRPr b="0" i="0">
                <a:latin typeface="Alibaba PuHuiTi" pitchFamily="18" charset="-122"/>
                <a:ea typeface="Alibaba PuHuiTi" pitchFamily="18" charset="-122"/>
              </a:defRPr>
            </a:lvl1pPr>
            <a:lvl2pPr>
              <a:defRPr b="0" i="0">
                <a:latin typeface="Alibaba PuHuiTi" pitchFamily="18" charset="-122"/>
                <a:ea typeface="Alibaba PuHuiTi" pitchFamily="18" charset="-122"/>
              </a:defRPr>
            </a:lvl2pPr>
            <a:lvl3pPr>
              <a:defRPr b="0" i="0">
                <a:latin typeface="Alibaba PuHuiTi" pitchFamily="18" charset="-122"/>
                <a:ea typeface="Alibaba PuHuiTi" pitchFamily="18" charset="-122"/>
              </a:defRPr>
            </a:lvl3pPr>
            <a:lvl4pPr>
              <a:defRPr b="0" i="0">
                <a:latin typeface="Alibaba PuHuiTi" pitchFamily="18" charset="-122"/>
                <a:ea typeface="Alibaba PuHuiTi" pitchFamily="18" charset="-122"/>
              </a:defRPr>
            </a:lvl4pPr>
            <a:lvl5pPr>
              <a:defRPr b="0" i="0">
                <a:latin typeface="Alibaba PuHuiTi" pitchFamily="18" charset="-122"/>
                <a:ea typeface="Alibaba PuHuiTi" pitchFamily="18"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0" i="0">
                <a:latin typeface="Alibaba PuHuiTi" pitchFamily="18" charset="-122"/>
                <a:ea typeface="Alibaba PuHuiTi" pitchFamily="18"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p>
        </p:txBody>
      </p:sp>
      <p:sp>
        <p:nvSpPr>
          <p:cNvPr id="6" name="内容占位符 5"/>
          <p:cNvSpPr>
            <a:spLocks noGrp="1"/>
          </p:cNvSpPr>
          <p:nvPr>
            <p:ph sz="quarter" idx="4"/>
          </p:nvPr>
        </p:nvSpPr>
        <p:spPr>
          <a:xfrm>
            <a:off x="6172200" y="2505075"/>
            <a:ext cx="5183188" cy="3684588"/>
          </a:xfrm>
        </p:spPr>
        <p:txBody>
          <a:bodyPr/>
          <a:lstStyle>
            <a:lvl1pPr>
              <a:defRPr b="0" i="0">
                <a:latin typeface="Alibaba PuHuiTi" pitchFamily="18" charset="-122"/>
                <a:ea typeface="Alibaba PuHuiTi" pitchFamily="18" charset="-122"/>
              </a:defRPr>
            </a:lvl1pPr>
            <a:lvl2pPr>
              <a:defRPr b="0" i="0">
                <a:latin typeface="Alibaba PuHuiTi" pitchFamily="18" charset="-122"/>
                <a:ea typeface="Alibaba PuHuiTi" pitchFamily="18" charset="-122"/>
              </a:defRPr>
            </a:lvl2pPr>
            <a:lvl3pPr>
              <a:defRPr b="0" i="0">
                <a:latin typeface="Alibaba PuHuiTi" pitchFamily="18" charset="-122"/>
                <a:ea typeface="Alibaba PuHuiTi" pitchFamily="18" charset="-122"/>
              </a:defRPr>
            </a:lvl3pPr>
            <a:lvl4pPr>
              <a:defRPr b="0" i="0">
                <a:latin typeface="Alibaba PuHuiTi" pitchFamily="18" charset="-122"/>
                <a:ea typeface="Alibaba PuHuiTi" pitchFamily="18" charset="-122"/>
              </a:defRPr>
            </a:lvl4pPr>
            <a:lvl5pPr>
              <a:defRPr b="0" i="0">
                <a:latin typeface="Alibaba PuHuiTi" pitchFamily="18" charset="-122"/>
                <a:ea typeface="Alibaba PuHuiTi" pitchFamily="18"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lvl1pPr>
              <a:defRPr b="0" i="0">
                <a:latin typeface="Alibaba PuHuiTi" pitchFamily="18" charset="-122"/>
                <a:ea typeface="Alibaba PuHuiTi" pitchFamily="18" charset="-122"/>
              </a:defRPr>
            </a:lvl1pPr>
          </a:lstStyle>
          <a:p>
            <a:fld id="{3CF6130C-8AA1-4F7E-B595-7AA8D4A4029A}" type="datetimeFigureOut">
              <a:rPr lang="zh-CN" altLang="en-US"/>
              <a:pPr/>
              <a:t>2025/4/28</a:t>
            </a:fld>
            <a:endParaRPr lang="zh-CN" altLang="en-US" dirty="0"/>
          </a:p>
        </p:txBody>
      </p:sp>
      <p:sp>
        <p:nvSpPr>
          <p:cNvPr id="8" name="页脚占位符 7"/>
          <p:cNvSpPr>
            <a:spLocks noGrp="1"/>
          </p:cNvSpPr>
          <p:nvPr>
            <p:ph type="ftr" sz="quarter" idx="11"/>
          </p:nvPr>
        </p:nvSpPr>
        <p:spPr/>
        <p:txBody>
          <a:bodyPr/>
          <a:lstStyle>
            <a:lvl1pPr>
              <a:defRPr b="0" i="0">
                <a:latin typeface="Alibaba PuHuiTi" pitchFamily="18" charset="-122"/>
                <a:ea typeface="Alibaba PuHuiTi" pitchFamily="18" charset="-122"/>
              </a:defRPr>
            </a:lvl1pPr>
          </a:lstStyle>
          <a:p>
            <a:endParaRPr lang="zh-CN" altLang="en-US" dirty="0"/>
          </a:p>
        </p:txBody>
      </p:sp>
      <p:sp>
        <p:nvSpPr>
          <p:cNvPr id="9" name="灯片编号占位符 8"/>
          <p:cNvSpPr>
            <a:spLocks noGrp="1"/>
          </p:cNvSpPr>
          <p:nvPr>
            <p:ph type="sldNum" sz="quarter" idx="12"/>
          </p:nvPr>
        </p:nvSpPr>
        <p:spPr/>
        <p:txBody>
          <a:bodyPr/>
          <a:lstStyle>
            <a:lvl1pPr>
              <a:defRPr b="0" i="0">
                <a:latin typeface="Alibaba PuHuiTi" pitchFamily="18" charset="-122"/>
                <a:ea typeface="Alibaba PuHuiTi" pitchFamily="18" charset="-122"/>
              </a:defRPr>
            </a:lvl1pPr>
          </a:lstStyle>
          <a:p>
            <a:fld id="{FA894A74-DA46-4C0C-9262-0B8028A144D8}" type="slidenum">
              <a:rPr lang="zh-CN" altLang="en-US"/>
              <a:pPr/>
              <a:t>‹#›</a:t>
            </a:fld>
            <a:endParaRPr lang="zh-CN" altLang="en-US" dirty="0"/>
          </a:p>
        </p:txBody>
      </p:sp>
    </p:spTree>
    <p:extLst>
      <p:ext uri="{BB962C8B-B14F-4D97-AF65-F5344CB8AC3E}">
        <p14:creationId xmlns:p14="http://schemas.microsoft.com/office/powerpoint/2010/main" val="1794316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b="0" i="0">
                <a:latin typeface="Alibaba PuHuiTi" pitchFamily="18" charset="-122"/>
                <a:ea typeface="Alibaba PuHuiTi" pitchFamily="18" charset="-122"/>
              </a:defRPr>
            </a:lvl1pPr>
            <a:lvl2pPr>
              <a:defRPr sz="2800" b="0" i="0">
                <a:latin typeface="Alibaba PuHuiTi" pitchFamily="18" charset="-122"/>
                <a:ea typeface="Alibaba PuHuiTi" pitchFamily="18" charset="-122"/>
              </a:defRPr>
            </a:lvl2pPr>
            <a:lvl3pPr>
              <a:defRPr sz="2400" b="0" i="0">
                <a:latin typeface="Alibaba PuHuiTi" pitchFamily="18" charset="-122"/>
                <a:ea typeface="Alibaba PuHuiTi" pitchFamily="18" charset="-122"/>
              </a:defRPr>
            </a:lvl3pPr>
            <a:lvl4pPr>
              <a:defRPr sz="2000" b="0" i="0">
                <a:latin typeface="Alibaba PuHuiTi" pitchFamily="18" charset="-122"/>
                <a:ea typeface="Alibaba PuHuiTi" pitchFamily="18" charset="-122"/>
              </a:defRPr>
            </a:lvl4pPr>
            <a:lvl5pPr>
              <a:defRPr sz="2000" b="0" i="0">
                <a:latin typeface="Alibaba PuHuiTi" pitchFamily="18" charset="-122"/>
                <a:ea typeface="Alibaba PuHuiTi" pitchFamily="18" charset="-122"/>
              </a:defRPr>
            </a:lvl5pPr>
            <a:lvl6pPr>
              <a:defRPr sz="2000"/>
            </a:lvl6pPr>
            <a:lvl7pPr>
              <a:defRPr sz="2000"/>
            </a:lvl7pPr>
            <a:lvl8pPr>
              <a:defRPr sz="2000"/>
            </a:lvl8pPr>
            <a:lvl9pPr>
              <a:defRPr sz="20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b="0" i="0">
                <a:latin typeface="Alibaba PuHuiTi" pitchFamily="18" charset="-122"/>
                <a:ea typeface="Alibaba PuHuiTi" pitchFamily="18"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编辑母版文本样式</a:t>
            </a:r>
          </a:p>
        </p:txBody>
      </p:sp>
      <p:sp>
        <p:nvSpPr>
          <p:cNvPr id="5" name="日期占位符 4"/>
          <p:cNvSpPr>
            <a:spLocks noGrp="1"/>
          </p:cNvSpPr>
          <p:nvPr>
            <p:ph type="dt" sz="half" idx="10"/>
          </p:nvPr>
        </p:nvSpPr>
        <p:spPr/>
        <p:txBody>
          <a:bodyPr/>
          <a:lstStyle>
            <a:lvl1pPr>
              <a:defRPr b="0" i="0">
                <a:latin typeface="Alibaba PuHuiTi" pitchFamily="18" charset="-122"/>
                <a:ea typeface="Alibaba PuHuiTi" pitchFamily="18" charset="-122"/>
              </a:defRPr>
            </a:lvl1pPr>
          </a:lstStyle>
          <a:p>
            <a:fld id="{3CF6130C-8AA1-4F7E-B595-7AA8D4A4029A}" type="datetimeFigureOut">
              <a:rPr lang="zh-CN" altLang="en-US"/>
              <a:pPr/>
              <a:t>2025/4/28</a:t>
            </a:fld>
            <a:endParaRPr lang="zh-CN" altLang="en-US" dirty="0"/>
          </a:p>
        </p:txBody>
      </p:sp>
      <p:sp>
        <p:nvSpPr>
          <p:cNvPr id="6" name="页脚占位符 5"/>
          <p:cNvSpPr>
            <a:spLocks noGrp="1"/>
          </p:cNvSpPr>
          <p:nvPr>
            <p:ph type="ftr" sz="quarter" idx="11"/>
          </p:nvPr>
        </p:nvSpPr>
        <p:spPr/>
        <p:txBody>
          <a:bodyPr/>
          <a:lstStyle>
            <a:lvl1pPr>
              <a:defRPr b="0" i="0">
                <a:latin typeface="Alibaba PuHuiTi" pitchFamily="18" charset="-122"/>
                <a:ea typeface="Alibaba PuHuiTi" pitchFamily="18" charset="-122"/>
              </a:defRPr>
            </a:lvl1pPr>
          </a:lstStyle>
          <a:p>
            <a:endParaRPr lang="zh-CN" altLang="en-US" dirty="0"/>
          </a:p>
        </p:txBody>
      </p:sp>
      <p:sp>
        <p:nvSpPr>
          <p:cNvPr id="7" name="灯片编号占位符 6"/>
          <p:cNvSpPr>
            <a:spLocks noGrp="1"/>
          </p:cNvSpPr>
          <p:nvPr>
            <p:ph type="sldNum" sz="quarter" idx="12"/>
          </p:nvPr>
        </p:nvSpPr>
        <p:spPr/>
        <p:txBody>
          <a:bodyPr/>
          <a:lstStyle>
            <a:lvl1pPr>
              <a:defRPr b="0" i="0">
                <a:latin typeface="Alibaba PuHuiTi" pitchFamily="18" charset="-122"/>
                <a:ea typeface="Alibaba PuHuiTi" pitchFamily="18" charset="-122"/>
              </a:defRPr>
            </a:lvl1pPr>
          </a:lstStyle>
          <a:p>
            <a:fld id="{FA894A74-DA46-4C0C-9262-0B8028A144D8}" type="slidenum">
              <a:rPr lang="zh-CN" altLang="en-US"/>
              <a:pPr/>
              <a:t>‹#›</a:t>
            </a:fld>
            <a:endParaRPr lang="zh-CN" altLang="en-US" dirty="0"/>
          </a:p>
        </p:txBody>
      </p:sp>
    </p:spTree>
    <p:extLst>
      <p:ext uri="{BB962C8B-B14F-4D97-AF65-F5344CB8AC3E}">
        <p14:creationId xmlns:p14="http://schemas.microsoft.com/office/powerpoint/2010/main" val="1257251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0" i="0">
                <a:latin typeface="Alibaba PuHuiTi" pitchFamily="18" charset="-122"/>
                <a:ea typeface="Alibaba PuHuiTi" pitchFamily="18"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p>
        </p:txBody>
      </p:sp>
      <p:sp>
        <p:nvSpPr>
          <p:cNvPr id="4" name="内容占位符 3"/>
          <p:cNvSpPr>
            <a:spLocks noGrp="1"/>
          </p:cNvSpPr>
          <p:nvPr>
            <p:ph sz="half" idx="2"/>
          </p:nvPr>
        </p:nvSpPr>
        <p:spPr>
          <a:xfrm>
            <a:off x="839788" y="2505075"/>
            <a:ext cx="5157787" cy="3684588"/>
          </a:xfrm>
        </p:spPr>
        <p:txBody>
          <a:bodyPr/>
          <a:lstStyle>
            <a:lvl1pPr>
              <a:defRPr b="0" i="0">
                <a:latin typeface="Alibaba PuHuiTi" pitchFamily="18" charset="-122"/>
                <a:ea typeface="Alibaba PuHuiTi" pitchFamily="18" charset="-122"/>
              </a:defRPr>
            </a:lvl1pPr>
            <a:lvl2pPr>
              <a:defRPr b="0" i="0">
                <a:latin typeface="Alibaba PuHuiTi" pitchFamily="18" charset="-122"/>
                <a:ea typeface="Alibaba PuHuiTi" pitchFamily="18" charset="-122"/>
              </a:defRPr>
            </a:lvl2pPr>
            <a:lvl3pPr>
              <a:defRPr b="0" i="0">
                <a:latin typeface="Alibaba PuHuiTi" pitchFamily="18" charset="-122"/>
                <a:ea typeface="Alibaba PuHuiTi" pitchFamily="18" charset="-122"/>
              </a:defRPr>
            </a:lvl3pPr>
            <a:lvl4pPr>
              <a:defRPr b="0" i="0">
                <a:latin typeface="Alibaba PuHuiTi" pitchFamily="18" charset="-122"/>
                <a:ea typeface="Alibaba PuHuiTi" pitchFamily="18" charset="-122"/>
              </a:defRPr>
            </a:lvl4pPr>
            <a:lvl5pPr>
              <a:defRPr b="0" i="0">
                <a:latin typeface="Alibaba PuHuiTi" pitchFamily="18" charset="-122"/>
                <a:ea typeface="Alibaba PuHuiTi" pitchFamily="18"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0" i="0">
                <a:latin typeface="Alibaba PuHuiTi" pitchFamily="18" charset="-122"/>
                <a:ea typeface="Alibaba PuHuiTi" pitchFamily="18"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p>
        </p:txBody>
      </p:sp>
      <p:sp>
        <p:nvSpPr>
          <p:cNvPr id="6" name="内容占位符 5"/>
          <p:cNvSpPr>
            <a:spLocks noGrp="1"/>
          </p:cNvSpPr>
          <p:nvPr>
            <p:ph sz="quarter" idx="4"/>
          </p:nvPr>
        </p:nvSpPr>
        <p:spPr>
          <a:xfrm>
            <a:off x="6172200" y="2505075"/>
            <a:ext cx="5183188" cy="3684588"/>
          </a:xfrm>
        </p:spPr>
        <p:txBody>
          <a:bodyPr/>
          <a:lstStyle>
            <a:lvl1pPr>
              <a:defRPr b="0" i="0">
                <a:latin typeface="Alibaba PuHuiTi" pitchFamily="18" charset="-122"/>
                <a:ea typeface="Alibaba PuHuiTi" pitchFamily="18" charset="-122"/>
              </a:defRPr>
            </a:lvl1pPr>
            <a:lvl2pPr>
              <a:defRPr b="0" i="0">
                <a:latin typeface="Alibaba PuHuiTi" pitchFamily="18" charset="-122"/>
                <a:ea typeface="Alibaba PuHuiTi" pitchFamily="18" charset="-122"/>
              </a:defRPr>
            </a:lvl2pPr>
            <a:lvl3pPr>
              <a:defRPr b="0" i="0">
                <a:latin typeface="Alibaba PuHuiTi" pitchFamily="18" charset="-122"/>
                <a:ea typeface="Alibaba PuHuiTi" pitchFamily="18" charset="-122"/>
              </a:defRPr>
            </a:lvl3pPr>
            <a:lvl4pPr>
              <a:defRPr b="0" i="0">
                <a:latin typeface="Alibaba PuHuiTi" pitchFamily="18" charset="-122"/>
                <a:ea typeface="Alibaba PuHuiTi" pitchFamily="18" charset="-122"/>
              </a:defRPr>
            </a:lvl4pPr>
            <a:lvl5pPr>
              <a:defRPr b="0" i="0">
                <a:latin typeface="Alibaba PuHuiTi" pitchFamily="18" charset="-122"/>
                <a:ea typeface="Alibaba PuHuiTi" pitchFamily="18"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lvl1pPr>
              <a:defRPr b="0" i="0">
                <a:latin typeface="Alibaba PuHuiTi" pitchFamily="18" charset="-122"/>
                <a:ea typeface="Alibaba PuHuiTi" pitchFamily="18" charset="-122"/>
              </a:defRPr>
            </a:lvl1pPr>
          </a:lstStyle>
          <a:p>
            <a:fld id="{3CF6130C-8AA1-4F7E-B595-7AA8D4A4029A}" type="datetimeFigureOut">
              <a:rPr lang="zh-CN" altLang="en-US"/>
              <a:pPr/>
              <a:t>2025/4/28</a:t>
            </a:fld>
            <a:endParaRPr lang="zh-CN" altLang="en-US" dirty="0"/>
          </a:p>
        </p:txBody>
      </p:sp>
      <p:sp>
        <p:nvSpPr>
          <p:cNvPr id="8" name="页脚占位符 7"/>
          <p:cNvSpPr>
            <a:spLocks noGrp="1"/>
          </p:cNvSpPr>
          <p:nvPr>
            <p:ph type="ftr" sz="quarter" idx="11"/>
          </p:nvPr>
        </p:nvSpPr>
        <p:spPr/>
        <p:txBody>
          <a:bodyPr/>
          <a:lstStyle>
            <a:lvl1pPr>
              <a:defRPr b="0" i="0">
                <a:latin typeface="Alibaba PuHuiTi" pitchFamily="18" charset="-122"/>
                <a:ea typeface="Alibaba PuHuiTi" pitchFamily="18" charset="-122"/>
              </a:defRPr>
            </a:lvl1pPr>
          </a:lstStyle>
          <a:p>
            <a:endParaRPr lang="zh-CN" altLang="en-US" dirty="0"/>
          </a:p>
        </p:txBody>
      </p:sp>
      <p:sp>
        <p:nvSpPr>
          <p:cNvPr id="9" name="灯片编号占位符 8"/>
          <p:cNvSpPr>
            <a:spLocks noGrp="1"/>
          </p:cNvSpPr>
          <p:nvPr>
            <p:ph type="sldNum" sz="quarter" idx="12"/>
          </p:nvPr>
        </p:nvSpPr>
        <p:spPr/>
        <p:txBody>
          <a:bodyPr/>
          <a:lstStyle>
            <a:lvl1pPr>
              <a:defRPr b="0" i="0">
                <a:latin typeface="Alibaba PuHuiTi" pitchFamily="18" charset="-122"/>
                <a:ea typeface="Alibaba PuHuiTi" pitchFamily="18" charset="-122"/>
              </a:defRPr>
            </a:lvl1pPr>
          </a:lstStyle>
          <a:p>
            <a:fld id="{FA894A74-DA46-4C0C-9262-0B8028A144D8}" type="slidenum">
              <a:rPr lang="zh-CN" altLang="en-US"/>
              <a:pPr/>
              <a:t>‹#›</a:t>
            </a:fld>
            <a:endParaRPr lang="zh-CN" altLang="en-US" dirty="0"/>
          </a:p>
        </p:txBody>
      </p:sp>
    </p:spTree>
    <p:extLst>
      <p:ext uri="{BB962C8B-B14F-4D97-AF65-F5344CB8AC3E}">
        <p14:creationId xmlns:p14="http://schemas.microsoft.com/office/powerpoint/2010/main" val="1112592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EA10589-5E5D-B14E-954C-8C14AA3266DD}"/>
              </a:ext>
            </a:extLst>
          </p:cNvPr>
          <p:cNvSpPr/>
          <p:nvPr userDrawn="1"/>
        </p:nvSpPr>
        <p:spPr>
          <a:xfrm>
            <a:off x="0" y="0"/>
            <a:ext cx="12192000" cy="6858000"/>
          </a:xfrm>
          <a:prstGeom prst="rect">
            <a:avLst/>
          </a:prstGeom>
          <a:solidFill>
            <a:srgbClr val="E7E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Alibaba PuHuiTi" pitchFamily="18" charset="-122"/>
              <a:ea typeface="Alibaba PuHuiTi" pitchFamily="18" charset="-122"/>
            </a:endParaRPr>
          </a:p>
        </p:txBody>
      </p:sp>
      <p:sp>
        <p:nvSpPr>
          <p:cNvPr id="6" name="矩形 5">
            <a:extLst>
              <a:ext uri="{FF2B5EF4-FFF2-40B4-BE49-F238E27FC236}">
                <a16:creationId xmlns:a16="http://schemas.microsoft.com/office/drawing/2014/main" id="{A41686B2-E9B6-CB4E-8804-9A0A8D92FC0D}"/>
              </a:ext>
            </a:extLst>
          </p:cNvPr>
          <p:cNvSpPr/>
          <p:nvPr userDrawn="1"/>
        </p:nvSpPr>
        <p:spPr>
          <a:xfrm>
            <a:off x="0" y="510441"/>
            <a:ext cx="12192000" cy="58371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Alibaba PuHuiTi" pitchFamily="18" charset="-122"/>
              <a:ea typeface="Alibaba PuHuiTi" pitchFamily="18" charset="-122"/>
            </a:endParaRPr>
          </a:p>
        </p:txBody>
      </p:sp>
      <p:sp>
        <p:nvSpPr>
          <p:cNvPr id="2" name="日期占位符 1"/>
          <p:cNvSpPr>
            <a:spLocks noGrp="1"/>
          </p:cNvSpPr>
          <p:nvPr>
            <p:ph type="dt" sz="half" idx="10"/>
          </p:nvPr>
        </p:nvSpPr>
        <p:spPr/>
        <p:txBody>
          <a:bodyPr/>
          <a:lstStyle>
            <a:lvl1pPr>
              <a:defRPr b="0" i="0">
                <a:latin typeface="Alibaba PuHuiTi" pitchFamily="18" charset="-122"/>
                <a:ea typeface="Alibaba PuHuiTi" pitchFamily="18" charset="-122"/>
              </a:defRPr>
            </a:lvl1pPr>
          </a:lstStyle>
          <a:p>
            <a:fld id="{3CF6130C-8AA1-4F7E-B595-7AA8D4A4029A}" type="datetimeFigureOut">
              <a:rPr lang="zh-CN" altLang="en-US"/>
              <a:pPr/>
              <a:t>2025/4/28</a:t>
            </a:fld>
            <a:endParaRPr lang="zh-CN" altLang="en-US" dirty="0"/>
          </a:p>
        </p:txBody>
      </p:sp>
      <p:sp>
        <p:nvSpPr>
          <p:cNvPr id="3" name="页脚占位符 2"/>
          <p:cNvSpPr>
            <a:spLocks noGrp="1"/>
          </p:cNvSpPr>
          <p:nvPr>
            <p:ph type="ftr" sz="quarter" idx="11"/>
          </p:nvPr>
        </p:nvSpPr>
        <p:spPr/>
        <p:txBody>
          <a:bodyPr/>
          <a:lstStyle>
            <a:lvl1pPr>
              <a:defRPr b="0" i="0">
                <a:latin typeface="Alibaba PuHuiTi" pitchFamily="18" charset="-122"/>
                <a:ea typeface="Alibaba PuHuiTi" pitchFamily="18" charset="-122"/>
              </a:defRPr>
            </a:lvl1pPr>
          </a:lstStyle>
          <a:p>
            <a:endParaRPr lang="zh-CN" altLang="en-US" dirty="0"/>
          </a:p>
        </p:txBody>
      </p:sp>
      <p:sp>
        <p:nvSpPr>
          <p:cNvPr id="4" name="灯片编号占位符 3"/>
          <p:cNvSpPr>
            <a:spLocks noGrp="1"/>
          </p:cNvSpPr>
          <p:nvPr>
            <p:ph type="sldNum" sz="quarter" idx="12"/>
          </p:nvPr>
        </p:nvSpPr>
        <p:spPr/>
        <p:txBody>
          <a:bodyPr/>
          <a:lstStyle>
            <a:lvl1pPr>
              <a:defRPr b="0" i="0">
                <a:latin typeface="Alibaba PuHuiTi" pitchFamily="18" charset="-122"/>
                <a:ea typeface="Alibaba PuHuiTi" pitchFamily="18" charset="-122"/>
              </a:defRPr>
            </a:lvl1pPr>
          </a:lstStyle>
          <a:p>
            <a:fld id="{FA894A74-DA46-4C0C-9262-0B8028A144D8}" type="slidenum">
              <a:rPr lang="zh-CN" altLang="en-US"/>
              <a:pPr/>
              <a:t>‹#›</a:t>
            </a:fld>
            <a:endParaRPr lang="zh-CN" altLang="en-US" dirty="0"/>
          </a:p>
        </p:txBody>
      </p:sp>
    </p:spTree>
    <p:extLst>
      <p:ext uri="{BB962C8B-B14F-4D97-AF65-F5344CB8AC3E}">
        <p14:creationId xmlns:p14="http://schemas.microsoft.com/office/powerpoint/2010/main" val="24095876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b="0" i="0">
                <a:latin typeface="Alibaba PuHuiTi" pitchFamily="18" charset="-122"/>
                <a:ea typeface="Alibaba PuHuiTi" pitchFamily="18" charset="-122"/>
              </a:defRPr>
            </a:lvl1pPr>
            <a:lvl2pPr>
              <a:defRPr b="0" i="0">
                <a:latin typeface="Alibaba PuHuiTi" pitchFamily="18" charset="-122"/>
                <a:ea typeface="Alibaba PuHuiTi" pitchFamily="18" charset="-122"/>
              </a:defRPr>
            </a:lvl2pPr>
            <a:lvl3pPr>
              <a:defRPr b="0" i="0">
                <a:latin typeface="Alibaba PuHuiTi" pitchFamily="18" charset="-122"/>
                <a:ea typeface="Alibaba PuHuiTi" pitchFamily="18" charset="-122"/>
              </a:defRPr>
            </a:lvl3pPr>
            <a:lvl4pPr>
              <a:defRPr b="0" i="0">
                <a:latin typeface="Alibaba PuHuiTi" pitchFamily="18" charset="-122"/>
                <a:ea typeface="Alibaba PuHuiTi" pitchFamily="18" charset="-122"/>
              </a:defRPr>
            </a:lvl4pPr>
            <a:lvl5pPr>
              <a:defRPr b="0" i="0">
                <a:latin typeface="Alibaba PuHuiTi" pitchFamily="18" charset="-122"/>
                <a:ea typeface="Alibaba PuHuiTi" pitchFamily="18"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172200" y="1825625"/>
            <a:ext cx="5181600" cy="4351338"/>
          </a:xfrm>
        </p:spPr>
        <p:txBody>
          <a:bodyPr/>
          <a:lstStyle>
            <a:lvl1pPr>
              <a:defRPr b="0" i="0">
                <a:latin typeface="Alibaba PuHuiTi" pitchFamily="18" charset="-122"/>
                <a:ea typeface="Alibaba PuHuiTi" pitchFamily="18" charset="-122"/>
              </a:defRPr>
            </a:lvl1pPr>
            <a:lvl2pPr>
              <a:defRPr b="0" i="0">
                <a:latin typeface="Alibaba PuHuiTi" pitchFamily="18" charset="-122"/>
                <a:ea typeface="Alibaba PuHuiTi" pitchFamily="18" charset="-122"/>
              </a:defRPr>
            </a:lvl2pPr>
            <a:lvl3pPr>
              <a:defRPr b="0" i="0">
                <a:latin typeface="Alibaba PuHuiTi" pitchFamily="18" charset="-122"/>
                <a:ea typeface="Alibaba PuHuiTi" pitchFamily="18" charset="-122"/>
              </a:defRPr>
            </a:lvl3pPr>
            <a:lvl4pPr>
              <a:defRPr b="0" i="0">
                <a:latin typeface="Alibaba PuHuiTi" pitchFamily="18" charset="-122"/>
                <a:ea typeface="Alibaba PuHuiTi" pitchFamily="18" charset="-122"/>
              </a:defRPr>
            </a:lvl4pPr>
            <a:lvl5pPr>
              <a:defRPr b="0" i="0">
                <a:latin typeface="Alibaba PuHuiTi" pitchFamily="18" charset="-122"/>
                <a:ea typeface="Alibaba PuHuiTi" pitchFamily="18"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lvl1pPr>
              <a:defRPr b="0" i="0">
                <a:latin typeface="Alibaba PuHuiTi" pitchFamily="18" charset="-122"/>
                <a:ea typeface="Alibaba PuHuiTi" pitchFamily="18" charset="-122"/>
              </a:defRPr>
            </a:lvl1pPr>
          </a:lstStyle>
          <a:p>
            <a:fld id="{3CF6130C-8AA1-4F7E-B595-7AA8D4A4029A}" type="datetimeFigureOut">
              <a:rPr lang="zh-CN" altLang="en-US"/>
              <a:pPr/>
              <a:t>2025/4/28</a:t>
            </a:fld>
            <a:endParaRPr lang="zh-CN" altLang="en-US" dirty="0"/>
          </a:p>
        </p:txBody>
      </p:sp>
      <p:sp>
        <p:nvSpPr>
          <p:cNvPr id="6" name="页脚占位符 5"/>
          <p:cNvSpPr>
            <a:spLocks noGrp="1"/>
          </p:cNvSpPr>
          <p:nvPr>
            <p:ph type="ftr" sz="quarter" idx="11"/>
          </p:nvPr>
        </p:nvSpPr>
        <p:spPr/>
        <p:txBody>
          <a:bodyPr/>
          <a:lstStyle>
            <a:lvl1pPr>
              <a:defRPr b="0" i="0">
                <a:latin typeface="Alibaba PuHuiTi" pitchFamily="18" charset="-122"/>
                <a:ea typeface="Alibaba PuHuiTi" pitchFamily="18" charset="-122"/>
              </a:defRPr>
            </a:lvl1pPr>
          </a:lstStyle>
          <a:p>
            <a:endParaRPr lang="zh-CN" altLang="en-US" dirty="0"/>
          </a:p>
        </p:txBody>
      </p:sp>
      <p:sp>
        <p:nvSpPr>
          <p:cNvPr id="7" name="灯片编号占位符 6"/>
          <p:cNvSpPr>
            <a:spLocks noGrp="1"/>
          </p:cNvSpPr>
          <p:nvPr>
            <p:ph type="sldNum" sz="quarter" idx="12"/>
          </p:nvPr>
        </p:nvSpPr>
        <p:spPr/>
        <p:txBody>
          <a:bodyPr/>
          <a:lstStyle>
            <a:lvl1pPr>
              <a:defRPr b="0" i="0">
                <a:latin typeface="Alibaba PuHuiTi" pitchFamily="18" charset="-122"/>
                <a:ea typeface="Alibaba PuHuiTi" pitchFamily="18" charset="-122"/>
              </a:defRPr>
            </a:lvl1pPr>
          </a:lstStyle>
          <a:p>
            <a:fld id="{FA894A74-DA46-4C0C-9262-0B8028A144D8}" type="slidenum">
              <a:rPr lang="zh-CN" altLang="en-US"/>
              <a:pPr/>
              <a:t>‹#›</a:t>
            </a:fld>
            <a:endParaRPr lang="zh-CN" altLang="en-US" dirty="0"/>
          </a:p>
        </p:txBody>
      </p:sp>
    </p:spTree>
    <p:extLst>
      <p:ext uri="{BB962C8B-B14F-4D97-AF65-F5344CB8AC3E}">
        <p14:creationId xmlns:p14="http://schemas.microsoft.com/office/powerpoint/2010/main" val="40672678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b="0" i="0">
                <a:latin typeface="Alibaba PuHuiTi" pitchFamily="18" charset="-122"/>
                <a:ea typeface="Alibaba PuHuiTi" pitchFamily="18" charset="-122"/>
              </a:defRPr>
            </a:lvl1pPr>
          </a:lstStyle>
          <a:p>
            <a:fld id="{3CF6130C-8AA1-4F7E-B595-7AA8D4A4029A}" type="datetimeFigureOut">
              <a:rPr lang="zh-CN" altLang="en-US"/>
              <a:pPr/>
              <a:t>2025/4/28</a:t>
            </a:fld>
            <a:endParaRPr lang="zh-CN" altLang="en-US" dirty="0"/>
          </a:p>
        </p:txBody>
      </p:sp>
      <p:sp>
        <p:nvSpPr>
          <p:cNvPr id="4" name="页脚占位符 3"/>
          <p:cNvSpPr>
            <a:spLocks noGrp="1"/>
          </p:cNvSpPr>
          <p:nvPr>
            <p:ph type="ftr" sz="quarter" idx="11"/>
          </p:nvPr>
        </p:nvSpPr>
        <p:spPr/>
        <p:txBody>
          <a:bodyPr/>
          <a:lstStyle>
            <a:lvl1pPr>
              <a:defRPr b="0" i="0">
                <a:latin typeface="Alibaba PuHuiTi" pitchFamily="18" charset="-122"/>
                <a:ea typeface="Alibaba PuHuiTi" pitchFamily="18" charset="-122"/>
              </a:defRPr>
            </a:lvl1pPr>
          </a:lstStyle>
          <a:p>
            <a:endParaRPr lang="zh-CN" altLang="en-US" dirty="0"/>
          </a:p>
        </p:txBody>
      </p:sp>
      <p:sp>
        <p:nvSpPr>
          <p:cNvPr id="5" name="灯片编号占位符 4"/>
          <p:cNvSpPr>
            <a:spLocks noGrp="1"/>
          </p:cNvSpPr>
          <p:nvPr>
            <p:ph type="sldNum" sz="quarter" idx="12"/>
          </p:nvPr>
        </p:nvSpPr>
        <p:spPr/>
        <p:txBody>
          <a:bodyPr/>
          <a:lstStyle>
            <a:lvl1pPr>
              <a:defRPr b="0" i="0">
                <a:latin typeface="Alibaba PuHuiTi" pitchFamily="18" charset="-122"/>
                <a:ea typeface="Alibaba PuHuiTi" pitchFamily="18" charset="-122"/>
              </a:defRPr>
            </a:lvl1pPr>
          </a:lstStyle>
          <a:p>
            <a:fld id="{FA894A74-DA46-4C0C-9262-0B8028A144D8}" type="slidenum">
              <a:rPr lang="zh-CN" altLang="en-US"/>
              <a:pPr/>
              <a:t>‹#›</a:t>
            </a:fld>
            <a:endParaRPr lang="zh-CN" altLang="en-US" dirty="0"/>
          </a:p>
        </p:txBody>
      </p:sp>
    </p:spTree>
    <p:extLst>
      <p:ext uri="{BB962C8B-B14F-4D97-AF65-F5344CB8AC3E}">
        <p14:creationId xmlns:p14="http://schemas.microsoft.com/office/powerpoint/2010/main" val="507501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lvl1pPr>
              <a:defRPr b="0" i="0">
                <a:latin typeface="Alibaba PuHuiTi" pitchFamily="18" charset="-122"/>
                <a:ea typeface="Alibaba PuHuiTi" pitchFamily="18" charset="-122"/>
              </a:defRPr>
            </a:lvl1pPr>
            <a:lvl2pPr>
              <a:defRPr b="0" i="0">
                <a:latin typeface="Alibaba PuHuiTi" pitchFamily="18" charset="-122"/>
                <a:ea typeface="Alibaba PuHuiTi" pitchFamily="18" charset="-122"/>
              </a:defRPr>
            </a:lvl2pPr>
            <a:lvl3pPr>
              <a:defRPr b="0" i="0">
                <a:latin typeface="Alibaba PuHuiTi" pitchFamily="18" charset="-122"/>
                <a:ea typeface="Alibaba PuHuiTi" pitchFamily="18" charset="-122"/>
              </a:defRPr>
            </a:lvl3pPr>
            <a:lvl4pPr>
              <a:defRPr b="0" i="0">
                <a:latin typeface="Alibaba PuHuiTi" pitchFamily="18" charset="-122"/>
                <a:ea typeface="Alibaba PuHuiTi" pitchFamily="18" charset="-122"/>
              </a:defRPr>
            </a:lvl4pPr>
            <a:lvl5pPr>
              <a:defRPr b="0" i="0">
                <a:latin typeface="Alibaba PuHuiTi" pitchFamily="18" charset="-122"/>
                <a:ea typeface="Alibaba PuHuiTi" pitchFamily="18"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lvl1pPr>
              <a:defRPr b="0" i="0">
                <a:latin typeface="Alibaba PuHuiTi" pitchFamily="18" charset="-122"/>
                <a:ea typeface="Alibaba PuHuiTi" pitchFamily="18" charset="-122"/>
              </a:defRPr>
            </a:lvl1pPr>
          </a:lstStyle>
          <a:p>
            <a:fld id="{3CF6130C-8AA1-4F7E-B595-7AA8D4A4029A}" type="datetimeFigureOut">
              <a:rPr lang="zh-CN" altLang="en-US"/>
              <a:pPr/>
              <a:t>2025/4/28</a:t>
            </a:fld>
            <a:endParaRPr lang="zh-CN" altLang="en-US" dirty="0"/>
          </a:p>
        </p:txBody>
      </p:sp>
      <p:sp>
        <p:nvSpPr>
          <p:cNvPr id="5" name="页脚占位符 4"/>
          <p:cNvSpPr>
            <a:spLocks noGrp="1"/>
          </p:cNvSpPr>
          <p:nvPr>
            <p:ph type="ftr" sz="quarter" idx="11"/>
          </p:nvPr>
        </p:nvSpPr>
        <p:spPr/>
        <p:txBody>
          <a:bodyPr/>
          <a:lstStyle>
            <a:lvl1pPr>
              <a:defRPr b="0" i="0">
                <a:latin typeface="Alibaba PuHuiTi" pitchFamily="18" charset="-122"/>
                <a:ea typeface="Alibaba PuHuiTi" pitchFamily="18" charset="-122"/>
              </a:defRPr>
            </a:lvl1pPr>
          </a:lstStyle>
          <a:p>
            <a:endParaRPr lang="zh-CN" altLang="en-US" dirty="0"/>
          </a:p>
        </p:txBody>
      </p:sp>
      <p:sp>
        <p:nvSpPr>
          <p:cNvPr id="6" name="灯片编号占位符 5"/>
          <p:cNvSpPr>
            <a:spLocks noGrp="1"/>
          </p:cNvSpPr>
          <p:nvPr>
            <p:ph type="sldNum" sz="quarter" idx="12"/>
          </p:nvPr>
        </p:nvSpPr>
        <p:spPr/>
        <p:txBody>
          <a:bodyPr/>
          <a:lstStyle>
            <a:lvl1pPr>
              <a:defRPr b="0" i="0">
                <a:latin typeface="Alibaba PuHuiTi" pitchFamily="18" charset="-122"/>
                <a:ea typeface="Alibaba PuHuiTi" pitchFamily="18" charset="-122"/>
              </a:defRPr>
            </a:lvl1pPr>
          </a:lstStyle>
          <a:p>
            <a:fld id="{FA894A74-DA46-4C0C-9262-0B8028A144D8}" type="slidenum">
              <a:rPr lang="zh-CN" altLang="en-US"/>
              <a:pPr/>
              <a:t>‹#›</a:t>
            </a:fld>
            <a:endParaRPr lang="zh-CN" altLang="en-US" dirty="0"/>
          </a:p>
        </p:txBody>
      </p:sp>
    </p:spTree>
    <p:extLst>
      <p:ext uri="{BB962C8B-B14F-4D97-AF65-F5344CB8AC3E}">
        <p14:creationId xmlns:p14="http://schemas.microsoft.com/office/powerpoint/2010/main" val="3294516551"/>
      </p:ext>
    </p:extLst>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5a25a5945140eb" /><Relationship Type="http://schemas.openxmlformats.org/officeDocument/2006/relationships/slideLayout" Target="/ppt/slideLayouts/slideLayout1.xml" Id="R3ec1156ce7944057" /><Relationship Type="http://schemas.openxmlformats.org/officeDocument/2006/relationships/slideLayout" Target="/ppt/slideLayouts/slideLayout2.xml" Id="Rf794a1dd9d7248c0" /><Relationship Type="http://schemas.openxmlformats.org/officeDocument/2006/relationships/slideLayout" Target="/ppt/slideLayouts/slideLayout3.xml" Id="Rd6244c744f744fd6" /><Relationship Type="http://schemas.openxmlformats.org/officeDocument/2006/relationships/slideLayout" Target="/ppt/slideLayouts/slideLayout4.xml" Id="Rd93f19d562e64fbc" /><Relationship Type="http://schemas.openxmlformats.org/officeDocument/2006/relationships/slideLayout" Target="/ppt/slideLayouts/slideLayout5.xml" Id="R8b93d40e70074fcf" /><Relationship Type="http://schemas.openxmlformats.org/officeDocument/2006/relationships/slideLayout" Target="/ppt/slideLayouts/slideLayout6.xml" Id="Raccee1736c6d42ca" /><Relationship Type="http://schemas.openxmlformats.org/officeDocument/2006/relationships/slideLayout" Target="/ppt/slideLayouts/slideLayout7.xml" Id="R85f3e7bfc7784709" /><Relationship Type="http://schemas.openxmlformats.org/officeDocument/2006/relationships/slideLayout" Target="/ppt/slideLayouts/slideLayout8.xml" Id="Re97952ece60c4503" /><Relationship Type="http://schemas.openxmlformats.org/officeDocument/2006/relationships/slideLayout" Target="/ppt/slideLayouts/slideLayout9.xml" Id="Rd3ee184306e946cf" /><Relationship Type="http://schemas.openxmlformats.org/officeDocument/2006/relationships/slideLayout" Target="/ppt/slideLayouts/slideLayout10.xml" Id="Re3e4883aac604ba1" /><Relationship Type="http://schemas.openxmlformats.org/officeDocument/2006/relationships/slideLayout" Target="/ppt/slideLayouts/slideLayout11.xml" Id="R827e4a6f8b384ac6" /><Relationship Type="http://schemas.openxmlformats.org/officeDocument/2006/relationships/slideLayout" Target="/ppt/slideLayouts/slideLayout12.xml" Id="Rf08a5177a32e457e" /><Relationship Type="http://schemas.openxmlformats.org/officeDocument/2006/relationships/slideLayout" Target="/ppt/slideLayouts/slideLayout13.xml" Id="Rb6c6a533112248be" /><Relationship Type="http://schemas.openxmlformats.org/officeDocument/2006/relationships/slideLayout" Target="/ppt/slideLayouts/slideLayout14.xml" Id="R6f33721d0acc478b"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Alibaba PuHuiTi" pitchFamily="18" charset="-122"/>
                <a:ea typeface="Alibaba PuHuiTi" pitchFamily="18" charset="-122"/>
              </a:defRPr>
            </a:lvl1pPr>
          </a:lstStyle>
          <a:p>
            <a:fld id="{3CF6130C-8AA1-4F7E-B595-7AA8D4A4029A}" type="datetimeFigureOut">
              <a:rPr lang="zh-CN" altLang="en-US"/>
              <a:pPr/>
              <a:t>2025/4/28</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Alibaba PuHuiTi" pitchFamily="18" charset="-122"/>
                <a:ea typeface="Alibaba PuHuiTi" pitchFamily="18"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Alibaba PuHuiTi" pitchFamily="18" charset="-122"/>
                <a:ea typeface="Alibaba PuHuiTi" pitchFamily="18" charset="-122"/>
              </a:defRPr>
            </a:lvl1pPr>
          </a:lstStyle>
          <a:p>
            <a:fld id="{FA894A74-DA46-4C0C-9262-0B8028A144D8}" type="slidenum">
              <a:rPr lang="zh-CN" altLang="en-US"/>
              <a:pPr/>
              <a:t>‹#›</a:t>
            </a:fld>
            <a:endParaRPr lang="zh-CN" altLang="en-US" dirty="0"/>
          </a:p>
        </p:txBody>
      </p:sp>
    </p:spTree>
    <p:extLst>
      <p:ext uri="{BB962C8B-B14F-4D97-AF65-F5344CB8AC3E}">
        <p14:creationId xmlns:p14="http://schemas.microsoft.com/office/powerpoint/2010/main" val="3519992528"/>
      </p:ext>
    </p:extLst>
  </p:cSld>
  <p:clrMap bg1="lt1" tx1="dk1" bg2="lt2" tx2="dk2" accent1="accent1" accent2="accent2" accent3="accent3" accent4="accent4" accent5="accent5" accent6="accent6" hlink="hlink" folHlink="folHlink"/>
  <p:sldLayoutIdLst>
    <p:sldLayoutId id="2147483655" r:id="R85f3e7bfc7784709"/>
    <p:sldLayoutId id="2147483654" r:id="Raccee1736c6d42ca"/>
    <p:sldLayoutId id="2147483651" r:id="Rd6244c744f744fd6"/>
    <p:sldLayoutId id="2147483660" r:id="Rf08a5177a32e457e"/>
    <p:sldLayoutId id="2147483658" r:id="Re3e4883aac604ba1"/>
    <p:sldLayoutId id="2147483656" r:id="Re97952ece60c4503"/>
    <p:sldLayoutId id="2147483652" r:id="Rd93f19d562e64fbc"/>
    <p:sldLayoutId id="2147483649" r:id="R3ec1156ce7944057"/>
    <p:sldLayoutId id="2147483661" r:id="Rb6c6a533112248be"/>
    <p:sldLayoutId id="2147483659" r:id="R827e4a6f8b384ac6"/>
    <p:sldLayoutId id="2147483657" r:id="Rd3ee184306e946cf"/>
    <p:sldLayoutId id="2147483653" r:id="R8b93d40e70074fcf"/>
    <p:sldLayoutId id="2147483650" r:id="Rf794a1dd9d7248c0"/>
    <p:sldLayoutId id="2147483662" r:id="R6f33721d0acc478b"/>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libaba PuHuiTi" pitchFamily="18" charset="-122"/>
          <a:ea typeface="Alibaba PuHuiTi"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libaba PuHuiTi" pitchFamily="18" charset="-122"/>
          <a:ea typeface="Alibaba PuHuiTi"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libaba PuHuiTi" pitchFamily="18" charset="-122"/>
          <a:ea typeface="Alibaba PuHuiTi"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libaba PuHuiTi" pitchFamily="18" charset="-122"/>
          <a:ea typeface="Alibaba PuHuiTi"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libaba PuHuiTi" pitchFamily="18" charset="-122"/>
          <a:ea typeface="Alibaba PuHuiTi"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theme2.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阿里巴巴普惠体 Medium"/>
        <a:ea typeface="阿里巴巴普惠体 Medium"/>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image" Target="/ppt/media/image.bin" Id="Rc7256017dd2d4075" /><Relationship Type="http://schemas.openxmlformats.org/officeDocument/2006/relationships/image" Target="/ppt/media/image2.bin" Id="Ra8042195f11941d9" /><Relationship Type="http://schemas.openxmlformats.org/officeDocument/2006/relationships/image" Target="/ppt/media/image3.bin" Id="R051e3774819b4e4d" /><Relationship Type="http://schemas.openxmlformats.org/officeDocument/2006/relationships/notesSlide" Target="/ppt/notesSlides/notesSlide1.xml" Id="R5587bf7a19f446b6" /><Relationship Type="http://schemas.openxmlformats.org/officeDocument/2006/relationships/slideLayout" Target="/ppt/slideLayouts/slideLayout7.xml" Id="R6c2a82f1c1504e14" /></Relationships>
</file>

<file path=ppt/slides/_rels/slide2.xml.rels>&#65279;<?xml version="1.0" encoding="utf-8"?><Relationships xmlns="http://schemas.openxmlformats.org/package/2006/relationships"><Relationship Type="http://schemas.openxmlformats.org/officeDocument/2006/relationships/image" Target="/ppt/media/image2.bin" Id="Rb365d9e8de2e42b3" /><Relationship Type="http://schemas.openxmlformats.org/officeDocument/2006/relationships/image" Target="/ppt/media/image4.bin" Id="R477815ff7dcd436a" /><Relationship Type="http://schemas.openxmlformats.org/officeDocument/2006/relationships/notesSlide" Target="/ppt/notesSlides/notesSlide2.xml" Id="R7eb1c65b2717485f" /><Relationship Type="http://schemas.openxmlformats.org/officeDocument/2006/relationships/slideLayout" Target="/ppt/slideLayouts/slideLayout6.xml" Id="Rb1bd29bd08e842cc" /></Relationships>
</file>

<file path=ppt/slides/_rels/slide3.xml.rels>&#65279;<?xml version="1.0" encoding="utf-8"?><Relationships xmlns="http://schemas.openxmlformats.org/package/2006/relationships"><Relationship Type="http://schemas.openxmlformats.org/officeDocument/2006/relationships/image" Target="/ppt/media/image2.bin" Id="R4af4f20a8bdc477f" /><Relationship Type="http://schemas.openxmlformats.org/officeDocument/2006/relationships/image" Target="/ppt/media/image5.bin" Id="R30203e16050a414d" /><Relationship Type="http://schemas.openxmlformats.org/officeDocument/2006/relationships/notesSlide" Target="/ppt/notesSlides/notesSlide3.xml" Id="Rd01bc57d84fd4b00" /><Relationship Type="http://schemas.openxmlformats.org/officeDocument/2006/relationships/slideLayout" Target="/ppt/slideLayouts/slideLayout3.xml" Id="R9b5f95f26f544ece" /></Relationships>
</file>

<file path=ppt/slides/_rels/slide4.xml.rels>&#65279;<?xml version="1.0" encoding="utf-8"?><Relationships xmlns="http://schemas.openxmlformats.org/package/2006/relationships"><Relationship Type="http://schemas.openxmlformats.org/officeDocument/2006/relationships/image" Target="/ppt/media/image.bin" Id="R5170a223fbe74ac9" /><Relationship Type="http://schemas.openxmlformats.org/officeDocument/2006/relationships/notesSlide" Target="/ppt/notesSlides/notesSlide4.xml" Id="R2318da0347e8452d" /><Relationship Type="http://schemas.openxmlformats.org/officeDocument/2006/relationships/slideLayout" Target="/ppt/slideLayouts/slideLayout11.xml" Id="R8d12a2dd62034271" /></Relationships>
</file>

<file path=ppt/slides/_rels/slide5.xml.rels>&#65279;<?xml version="1.0" encoding="utf-8"?><Relationships xmlns="http://schemas.openxmlformats.org/package/2006/relationships"><Relationship Type="http://schemas.openxmlformats.org/officeDocument/2006/relationships/image" Target="/ppt/media/image6.bin" Id="R4d8aecc337234ac3" /><Relationship Type="http://schemas.openxmlformats.org/officeDocument/2006/relationships/notesSlide" Target="/ppt/notesSlides/notesSlide5.xml" Id="Ra9c2a211e905440a" /><Relationship Type="http://schemas.openxmlformats.org/officeDocument/2006/relationships/slideLayout" Target="/ppt/slideLayouts/slideLayout11.xml" Id="R1ae531323fb8407a" /></Relationships>
</file>

<file path=ppt/slides/_rels/slide6.xml.rels>&#65279;<?xml version="1.0" encoding="utf-8"?><Relationships xmlns="http://schemas.openxmlformats.org/package/2006/relationships"><Relationship Type="http://schemas.openxmlformats.org/officeDocument/2006/relationships/image" Target="/ppt/media/image7.bin" Id="Ra5ec0025617f48e5" /><Relationship Type="http://schemas.openxmlformats.org/officeDocument/2006/relationships/notesSlide" Target="/ppt/notesSlides/notesSlide6.xml" Id="Rcd5a8b65f9364d2c" /><Relationship Type="http://schemas.openxmlformats.org/officeDocument/2006/relationships/slideLayout" Target="/ppt/slideLayouts/slideLayout11.xml" Id="Rcf50936dae2d41e6" /></Relationships>
</file>

<file path=ppt/slides/_rels/slide7.xml.rels>&#65279;<?xml version="1.0" encoding="utf-8"?><Relationships xmlns="http://schemas.openxmlformats.org/package/2006/relationships"><Relationship Type="http://schemas.openxmlformats.org/officeDocument/2006/relationships/image" Target="/ppt/media/image8.bin" Id="R97c5c7853a864cec" /><Relationship Type="http://schemas.openxmlformats.org/officeDocument/2006/relationships/notesSlide" Target="/ppt/notesSlides/notesSlide7.xml" Id="R6e9ce90997cc4d9c" /><Relationship Type="http://schemas.openxmlformats.org/officeDocument/2006/relationships/slideLayout" Target="/ppt/slideLayouts/slideLayout11.xml" Id="R0bbd127628a54c1c" /></Relationships>
</file>

<file path=ppt/slides/_rels/slide8.xml.rels>&#65279;<?xml version="1.0" encoding="utf-8"?><Relationships xmlns="http://schemas.openxmlformats.org/package/2006/relationships"><Relationship Type="http://schemas.openxmlformats.org/officeDocument/2006/relationships/image" Target="/ppt/media/image9.bin" Id="R18d537ef262543dc" /><Relationship Type="http://schemas.openxmlformats.org/officeDocument/2006/relationships/notesSlide" Target="/ppt/notesSlides/notesSlide8.xml" Id="Rcb2451ec1fed4350" /><Relationship Type="http://schemas.openxmlformats.org/officeDocument/2006/relationships/slideLayout" Target="/ppt/slideLayouts/slideLayout11.xml" Id="R9e7da61bcde34016" /></Relationships>
</file>

<file path=ppt/slides/_rels/slide9.xml.rels>&#65279;<?xml version="1.0" encoding="utf-8"?><Relationships xmlns="http://schemas.openxmlformats.org/package/2006/relationships"><Relationship Type="http://schemas.openxmlformats.org/officeDocument/2006/relationships/image" Target="/ppt/media/image10.bin" Id="Rb51f420a70d14816" /><Relationship Type="http://schemas.openxmlformats.org/officeDocument/2006/relationships/diagramData" Target="/ppt/graphics/data1.xml" Id="Ra8efade0e90941a7" /><Relationship Type="http://schemas.openxmlformats.org/officeDocument/2006/relationships/diagramLayout" Target="/ppt/graphics/layout1.xml" Id="Rffe7a55da18740bf" /><Relationship Type="http://schemas.openxmlformats.org/officeDocument/2006/relationships/diagramQuickStyle" Target="/ppt/graphics/quickStyle1.xml" Id="Ra4b42fede5e74d86" /><Relationship Type="http://schemas.openxmlformats.org/officeDocument/2006/relationships/diagramColors" Target="/ppt/graphics/colors1.xml" Id="R9942da93e94545be" /><Relationship Type="http://schemas.openxmlformats.org/officeDocument/2006/relationships/notesSlide" Target="/ppt/notesSlides/notesSlide9.xml" Id="Rd88e1b9c45eb40aa" /><Relationship Type="http://schemas.openxmlformats.org/officeDocument/2006/relationships/slideLayout" Target="/ppt/slideLayouts/slideLayout11.xml" Id="R8bb2147b272f40b7" /></Relationships>
</file>

<file path=ppt/slides/_rels/slide10.xml.rels>&#65279;<?xml version="1.0" encoding="utf-8"?><Relationships xmlns="http://schemas.openxmlformats.org/package/2006/relationships"><Relationship Type="http://schemas.openxmlformats.org/officeDocument/2006/relationships/image" Target="/ppt/media/image2.bin" Id="R700bfac5b25c4934" /><Relationship Type="http://schemas.openxmlformats.org/officeDocument/2006/relationships/image" Target="/ppt/media/image5.bin" Id="R2bfe9c352a154ff8" /><Relationship Type="http://schemas.openxmlformats.org/officeDocument/2006/relationships/notesSlide" Target="/ppt/notesSlides/notesSlide10.xml" Id="Rf87d22c467a948b4" /><Relationship Type="http://schemas.openxmlformats.org/officeDocument/2006/relationships/slideLayout" Target="/ppt/slideLayouts/slideLayout3.xml" Id="Rd2521fddace24934" /></Relationships>
</file>

<file path=ppt/slides/_rels/slide11.xml.rels>&#65279;<?xml version="1.0" encoding="utf-8"?><Relationships xmlns="http://schemas.openxmlformats.org/package/2006/relationships"><Relationship Type="http://schemas.openxmlformats.org/officeDocument/2006/relationships/image" Target="/ppt/media/image11.bin" Id="R49676615308d4980" /><Relationship Type="http://schemas.openxmlformats.org/officeDocument/2006/relationships/image" Target="/ppt/media/image12.bin" Id="Raad74bf1f2c2454d" /><Relationship Type="http://schemas.openxmlformats.org/officeDocument/2006/relationships/notesSlide" Target="/ppt/notesSlides/notesSlide11.xml" Id="R68fefc08859c4d00" /><Relationship Type="http://schemas.openxmlformats.org/officeDocument/2006/relationships/slideLayout" Target="/ppt/slideLayouts/slideLayout11.xml" Id="Rb7cc46e1811e45b6" /></Relationships>
</file>

<file path=ppt/slides/_rels/slide12.xml.rels>&#65279;<?xml version="1.0" encoding="utf-8"?><Relationships xmlns="http://schemas.openxmlformats.org/package/2006/relationships"><Relationship Type="http://schemas.openxmlformats.org/officeDocument/2006/relationships/image" Target="/ppt/media/image11.bin" Id="R4b19f877e4a34b94" /><Relationship Type="http://schemas.openxmlformats.org/officeDocument/2006/relationships/image" Target="/ppt/media/image13.bin" Id="R51231fe0274544a3" /><Relationship Type="http://schemas.openxmlformats.org/officeDocument/2006/relationships/notesSlide" Target="/ppt/notesSlides/notesSlide12.xml" Id="Rb14c926264274897" /><Relationship Type="http://schemas.openxmlformats.org/officeDocument/2006/relationships/slideLayout" Target="/ppt/slideLayouts/slideLayout11.xml" Id="R13470acde6dc4fba" /></Relationships>
</file>

<file path=ppt/slides/_rels/slide13.xml.rels>&#65279;<?xml version="1.0" encoding="utf-8"?><Relationships xmlns="http://schemas.openxmlformats.org/package/2006/relationships"><Relationship Type="http://schemas.openxmlformats.org/officeDocument/2006/relationships/image" Target="/ppt/media/image14.bin" Id="R9549443ce69a44dd" /><Relationship Type="http://schemas.openxmlformats.org/officeDocument/2006/relationships/image" Target="/ppt/media/image15.bin" Id="R81614e8c9702440e" /><Relationship Type="http://schemas.openxmlformats.org/officeDocument/2006/relationships/notesSlide" Target="/ppt/notesSlides/notesSlide13.xml" Id="R09c0af5fc9a94dfe" /><Relationship Type="http://schemas.openxmlformats.org/officeDocument/2006/relationships/slideLayout" Target="/ppt/slideLayouts/slideLayout11.xml" Id="R8ac9293983c846cc" /></Relationships>
</file>

<file path=ppt/slides/_rels/slide14.xml.rels>&#65279;<?xml version="1.0" encoding="utf-8"?><Relationships xmlns="http://schemas.openxmlformats.org/package/2006/relationships"><Relationship Type="http://schemas.openxmlformats.org/officeDocument/2006/relationships/image" Target="/ppt/media/image2.bin" Id="Rfe6ba4c8556c4e05" /><Relationship Type="http://schemas.openxmlformats.org/officeDocument/2006/relationships/image" Target="/ppt/media/image16.bin" Id="R2e65c3da9d034657" /><Relationship Type="http://schemas.openxmlformats.org/officeDocument/2006/relationships/notesSlide" Target="/ppt/notesSlides/notesSlide14.xml" Id="R4cb21a0d65944e06" /><Relationship Type="http://schemas.openxmlformats.org/officeDocument/2006/relationships/slideLayout" Target="/ppt/slideLayouts/slideLayout3.xml" Id="R2bcc302728df49b4" /></Relationships>
</file>

<file path=ppt/slides/_rels/slide15.xml.rels>&#65279;<?xml version="1.0" encoding="utf-8"?><Relationships xmlns="http://schemas.openxmlformats.org/package/2006/relationships"><Relationship Type="http://schemas.openxmlformats.org/officeDocument/2006/relationships/image" Target="/ppt/media/image17.bin" Id="Rfa760fb1629849fc" /><Relationship Type="http://schemas.openxmlformats.org/officeDocument/2006/relationships/image" Target="/ppt/media/image18.bin" Id="R06c1e135307e45d6" /><Relationship Type="http://schemas.openxmlformats.org/officeDocument/2006/relationships/notesSlide" Target="/ppt/notesSlides/notesSlide15.xml" Id="R50da9cf5247e4d8e" /><Relationship Type="http://schemas.openxmlformats.org/officeDocument/2006/relationships/slideLayout" Target="/ppt/slideLayouts/slideLayout11.xml" Id="Rf31316f2d6ec458a" /></Relationships>
</file>

<file path=ppt/slides/_rels/slide16.xml.rels>&#65279;<?xml version="1.0" encoding="utf-8"?><Relationships xmlns="http://schemas.openxmlformats.org/package/2006/relationships"><Relationship Type="http://schemas.openxmlformats.org/officeDocument/2006/relationships/image" Target="/ppt/media/image19.bin" Id="R655ae59d560b45cd" /><Relationship Type="http://schemas.openxmlformats.org/officeDocument/2006/relationships/notesSlide" Target="/ppt/notesSlides/notesSlide16.xml" Id="Re3910ce938774862" /><Relationship Type="http://schemas.openxmlformats.org/officeDocument/2006/relationships/slideLayout" Target="/ppt/slideLayouts/slideLayout11.xml" Id="R8eaf8d9f7af549aa" /></Relationships>
</file>

<file path=ppt/slides/_rels/slide17.xml.rels>&#65279;<?xml version="1.0" encoding="utf-8"?><Relationships xmlns="http://schemas.openxmlformats.org/package/2006/relationships"><Relationship Type="http://schemas.openxmlformats.org/officeDocument/2006/relationships/image" Target="/ppt/media/image20.bin" Id="R7058a90d9dee4e8b" /><Relationship Type="http://schemas.openxmlformats.org/officeDocument/2006/relationships/image" Target="/ppt/media/image21.bin" Id="R7ca1572ca6194e3e" /><Relationship Type="http://schemas.openxmlformats.org/officeDocument/2006/relationships/notesSlide" Target="/ppt/notesSlides/notesSlide17.xml" Id="Re7659e75a3ff42dd" /><Relationship Type="http://schemas.openxmlformats.org/officeDocument/2006/relationships/slideLayout" Target="/ppt/slideLayouts/slideLayout11.xml" Id="R3c2c59dad02046b2" /></Relationships>
</file>

<file path=ppt/slides/_rels/slide18.xml.rels>&#65279;<?xml version="1.0" encoding="utf-8"?><Relationships xmlns="http://schemas.openxmlformats.org/package/2006/relationships"><Relationship Type="http://schemas.openxmlformats.org/officeDocument/2006/relationships/image" Target="/ppt/media/image22.bin" Id="R5522ff22a44e4a83" /><Relationship Type="http://schemas.openxmlformats.org/officeDocument/2006/relationships/image" Target="/ppt/media/image23.bin" Id="R446aa4a39cb047a8" /><Relationship Type="http://schemas.openxmlformats.org/officeDocument/2006/relationships/notesSlide" Target="/ppt/notesSlides/notesSlide18.xml" Id="R3ece06e69f9949a7" /><Relationship Type="http://schemas.openxmlformats.org/officeDocument/2006/relationships/slideLayout" Target="/ppt/slideLayouts/slideLayout11.xml" Id="R5f0fcc114d724092" /></Relationships>
</file>

<file path=ppt/slides/_rels/slide19.xml.rels>&#65279;<?xml version="1.0" encoding="utf-8"?><Relationships xmlns="http://schemas.openxmlformats.org/package/2006/relationships"><Relationship Type="http://schemas.openxmlformats.org/officeDocument/2006/relationships/image" Target="/ppt/media/image24.bin" Id="R0e905023f0174a33" /><Relationship Type="http://schemas.openxmlformats.org/officeDocument/2006/relationships/notesSlide" Target="/ppt/notesSlides/notesSlide19.xml" Id="Rade001015bfb4293" /><Relationship Type="http://schemas.openxmlformats.org/officeDocument/2006/relationships/slideLayout" Target="/ppt/slideLayouts/slideLayout11.xml" Id="R4b173068ae144ad0" /></Relationships>
</file>

<file path=ppt/slides/_rels/slide20.xml.rels>&#65279;<?xml version="1.0" encoding="utf-8"?><Relationships xmlns="http://schemas.openxmlformats.org/package/2006/relationships"><Relationship Type="http://schemas.openxmlformats.org/officeDocument/2006/relationships/image" Target="/ppt/media/image25.bin" Id="R22389b6cc1594b61" /><Relationship Type="http://schemas.openxmlformats.org/officeDocument/2006/relationships/notesSlide" Target="/ppt/notesSlides/notesSlide20.xml" Id="R64cbeeb8868a4cff" /><Relationship Type="http://schemas.openxmlformats.org/officeDocument/2006/relationships/slideLayout" Target="/ppt/slideLayouts/slideLayout11.xml" Id="Rd9a7b86886384e76" /></Relationships>
</file>

<file path=ppt/slides/_rels/slide21.xml.rels>&#65279;<?xml version="1.0" encoding="utf-8"?><Relationships xmlns="http://schemas.openxmlformats.org/package/2006/relationships"><Relationship Type="http://schemas.openxmlformats.org/officeDocument/2006/relationships/image" Target="/ppt/media/image26.bin" Id="R70ec8ee260ce4435" /><Relationship Type="http://schemas.openxmlformats.org/officeDocument/2006/relationships/notesSlide" Target="/ppt/notesSlides/notesSlide21.xml" Id="R6165de379970451e" /><Relationship Type="http://schemas.openxmlformats.org/officeDocument/2006/relationships/slideLayout" Target="/ppt/slideLayouts/slideLayout11.xml" Id="R59d69f865c8d4c3f" /></Relationships>
</file>

<file path=ppt/slides/_rels/slide22.xml.rels>&#65279;<?xml version="1.0" encoding="utf-8"?><Relationships xmlns="http://schemas.openxmlformats.org/package/2006/relationships"><Relationship Type="http://schemas.openxmlformats.org/officeDocument/2006/relationships/image" Target="/ppt/media/image2.bin" Id="R3becc4ace51e41f2" /><Relationship Type="http://schemas.openxmlformats.org/officeDocument/2006/relationships/image" Target="/ppt/media/image16.bin" Id="R0ce910bcd30c40ce" /><Relationship Type="http://schemas.openxmlformats.org/officeDocument/2006/relationships/notesSlide" Target="/ppt/notesSlides/notesSlide22.xml" Id="R053d7d028bc64f5f" /><Relationship Type="http://schemas.openxmlformats.org/officeDocument/2006/relationships/slideLayout" Target="/ppt/slideLayouts/slideLayout3.xml" Id="R9822b7bbaba945a9" /></Relationships>
</file>

<file path=ppt/slides/_rels/slide23.xml.rels>&#65279;<?xml version="1.0" encoding="utf-8"?><Relationships xmlns="http://schemas.openxmlformats.org/package/2006/relationships"><Relationship Type="http://schemas.openxmlformats.org/officeDocument/2006/relationships/image" Target="/ppt/media/image27.bin" Id="Rbbea89cd11b84076" /><Relationship Type="http://schemas.openxmlformats.org/officeDocument/2006/relationships/notesSlide" Target="/ppt/notesSlides/notesSlide23.xml" Id="R01eba29b84074085" /><Relationship Type="http://schemas.openxmlformats.org/officeDocument/2006/relationships/slideLayout" Target="/ppt/slideLayouts/slideLayout11.xml" Id="Rd1a99d04474b40d8" /></Relationships>
</file>

<file path=ppt/slides/_rels/slide24.xml.rels>&#65279;<?xml version="1.0" encoding="utf-8"?><Relationships xmlns="http://schemas.openxmlformats.org/package/2006/relationships"><Relationship Type="http://schemas.openxmlformats.org/officeDocument/2006/relationships/image" Target="/ppt/media/image28.bin" Id="Rb2643f11d4884b1d" /><Relationship Type="http://schemas.openxmlformats.org/officeDocument/2006/relationships/image" Target="/ppt/media/image29.bin" Id="Red53b3faf8e64739" /><Relationship Type="http://schemas.openxmlformats.org/officeDocument/2006/relationships/notesSlide" Target="/ppt/notesSlides/notesSlide24.xml" Id="Rdf8aebd6ea594e54" /><Relationship Type="http://schemas.openxmlformats.org/officeDocument/2006/relationships/slideLayout" Target="/ppt/slideLayouts/slideLayout11.xml" Id="R10fb0833e53248de" /></Relationships>
</file>

<file path=ppt/slides/_rels/slide25.xml.rels>&#65279;<?xml version="1.0" encoding="utf-8"?><Relationships xmlns="http://schemas.openxmlformats.org/package/2006/relationships"><Relationship Type="http://schemas.openxmlformats.org/officeDocument/2006/relationships/image" Target="/ppt/media/image30.bin" Id="R738fca7f9a764669" /><Relationship Type="http://schemas.openxmlformats.org/officeDocument/2006/relationships/image" Target="/ppt/media/image31.bin" Id="R1939e2216e664ef3" /><Relationship Type="http://schemas.openxmlformats.org/officeDocument/2006/relationships/image" Target="/ppt/media/image32.bin" Id="Rc4ccd03890104e7a" /><Relationship Type="http://schemas.openxmlformats.org/officeDocument/2006/relationships/notesSlide" Target="/ppt/notesSlides/notesSlide25.xml" Id="R5a89c4682df04ec1" /><Relationship Type="http://schemas.openxmlformats.org/officeDocument/2006/relationships/slideLayout" Target="/ppt/slideLayouts/slideLayout11.xml" Id="R742a343b1f9a479f" /></Relationships>
</file>

<file path=ppt/slides/_rels/slide26.xml.rels>&#65279;<?xml version="1.0" encoding="utf-8"?><Relationships xmlns="http://schemas.openxmlformats.org/package/2006/relationships"><Relationship Type="http://schemas.openxmlformats.org/officeDocument/2006/relationships/image" Target="/ppt/media/image33.bin" Id="R21e5c7bbf4ea400c" /><Relationship Type="http://schemas.openxmlformats.org/officeDocument/2006/relationships/notesSlide" Target="/ppt/notesSlides/notesSlide26.xml" Id="R79161995545f477a" /><Relationship Type="http://schemas.openxmlformats.org/officeDocument/2006/relationships/slideLayout" Target="/ppt/slideLayouts/slideLayout11.xml" Id="Ra842addea70b4641" /></Relationships>
</file>

<file path=ppt/slides/_rels/slide27.xml.rels>&#65279;<?xml version="1.0" encoding="utf-8"?><Relationships xmlns="http://schemas.openxmlformats.org/package/2006/relationships"><Relationship Type="http://schemas.openxmlformats.org/officeDocument/2006/relationships/image" Target="/ppt/media/image34.bin" Id="Rfd3ff098902445c7" /><Relationship Type="http://schemas.openxmlformats.org/officeDocument/2006/relationships/image" Target="/ppt/media/image35.bin" Id="Re9c5557536b84ed6" /><Relationship Type="http://schemas.openxmlformats.org/officeDocument/2006/relationships/notesSlide" Target="/ppt/notesSlides/notesSlide27.xml" Id="R3db1a05b22cf468c" /><Relationship Type="http://schemas.openxmlformats.org/officeDocument/2006/relationships/slideLayout" Target="/ppt/slideLayouts/slideLayout11.xml" Id="R68444fca5cf546c9" /></Relationships>
</file>

<file path=ppt/slides/_rels/slide28.xml.rels>&#65279;<?xml version="1.0" encoding="utf-8"?><Relationships xmlns="http://schemas.openxmlformats.org/package/2006/relationships"><Relationship Type="http://schemas.openxmlformats.org/officeDocument/2006/relationships/image" Target="/ppt/media/image36.bin" Id="R66f7a8664cc34e34" /><Relationship Type="http://schemas.openxmlformats.org/officeDocument/2006/relationships/notesSlide" Target="/ppt/notesSlides/notesSlide28.xml" Id="Ra32b6eb60ecb419e" /><Relationship Type="http://schemas.openxmlformats.org/officeDocument/2006/relationships/slideLayout" Target="/ppt/slideLayouts/slideLayout11.xml" Id="R9c5117f0d5f44864" /></Relationships>
</file>

<file path=ppt/slides/_rels/slide29.xml.rels>&#65279;<?xml version="1.0" encoding="utf-8"?><Relationships xmlns="http://schemas.openxmlformats.org/package/2006/relationships"><Relationship Type="http://schemas.openxmlformats.org/officeDocument/2006/relationships/image" Target="/ppt/media/image.bin" Id="Raa7baac5afca40cf" /><Relationship Type="http://schemas.openxmlformats.org/officeDocument/2006/relationships/image" Target="/ppt/media/image2.bin" Id="R380850ab3cfa4460" /><Relationship Type="http://schemas.openxmlformats.org/officeDocument/2006/relationships/image" Target="/ppt/media/image3.bin" Id="R68eeb3c105f94f68" /><Relationship Type="http://schemas.openxmlformats.org/officeDocument/2006/relationships/notesSlide" Target="/ppt/notesSlides/notesSlide29.xml" Id="Reea62847ca29497c" /><Relationship Type="http://schemas.openxmlformats.org/officeDocument/2006/relationships/slideLayout" Target="/ppt/slideLayouts/slideLayout7.xml" Id="R1aad8f0badc549f2" /></Relationships>
</file>

<file path=ppt/slides/_rels/slide30.xml.rels>&#65279;<?xml version="1.0" encoding="utf-8"?><Relationships xmlns="http://schemas.openxmlformats.org/package/2006/relationships"><Relationship Type="http://schemas.openxmlformats.org/officeDocument/2006/relationships/hyperlink" Target="https://pptsupermarket.com/customizes" TargetMode="External" Id="R27100e644daa4f63bbf61f098958c470" /><Relationship Type="http://schemas.openxmlformats.org/officeDocument/2006/relationships/image" Target="/ppt/media/image37.bin" Id="R590a002d1ce84cd5" /><Relationship Type="http://schemas.openxmlformats.org/officeDocument/2006/relationships/image" Target="/ppt/media/image38.bin" Id="Rdf4ff2baf08e4fcc" /><Relationship Type="http://schemas.openxmlformats.org/officeDocument/2006/relationships/image" Target="/ppt/media/image39.bin" Id="Rf3ce29a038b94ea5" /><Relationship Type="http://schemas.openxmlformats.org/officeDocument/2006/relationships/customXml" Target="/ppt/customXML/item.xml" Id="Ra9bdb6ca51754872" /><Relationship Type="http://schemas.openxmlformats.org/officeDocument/2006/relationships/customXml" Target="/ppt/customXML/item2.xml" Id="R47e98972fbf04304" /><Relationship Type="http://schemas.openxmlformats.org/officeDocument/2006/relationships/slideLayout" Target="/ppt/slideLayouts/slideLayout6.xml" Id="Rb3241cb3443a4126" /></Relationships>
</file>

<file path=ppt/slides/_rels/slide31.xml.rels>&#65279;<?xml version="1.0" encoding="utf-8"?><Relationships xmlns="http://schemas.openxmlformats.org/package/2006/relationships"><Relationship Type="http://schemas.openxmlformats.org/officeDocument/2006/relationships/hyperlink" Target="https://www.pptsupermarket.com/" TargetMode="External" Id="R88e2704c6f5c483fb79df54bdbd616d6" /><Relationship Type="http://schemas.openxmlformats.org/officeDocument/2006/relationships/image" Target="/ppt/media/image40.bin" Id="R7fd39a0dded14244" /><Relationship Type="http://schemas.openxmlformats.org/officeDocument/2006/relationships/image" Target="/ppt/media/image41.bin" Id="R557f1cfadae94a74" /><Relationship Type="http://schemas.openxmlformats.org/officeDocument/2006/relationships/image" Target="/ppt/media/image42.bin" Id="Re57b12875cb04717" /><Relationship Type="http://schemas.openxmlformats.org/officeDocument/2006/relationships/image" Target="/ppt/media/image38.bin" Id="R4a66aa7944664981" /><Relationship Type="http://schemas.openxmlformats.org/officeDocument/2006/relationships/image" Target="/ppt/media/image43.bin" Id="Rb5748e8b079d42ad" /><Relationship Type="http://schemas.openxmlformats.org/officeDocument/2006/relationships/image" Target="/ppt/media/image44.bin" Id="Rb1db7005c0ce44e1" /><Relationship Type="http://schemas.openxmlformats.org/officeDocument/2006/relationships/image" Target="/ppt/media/image39.bin" Id="Ra628b1b4bcfb42f9" /><Relationship Type="http://schemas.openxmlformats.org/officeDocument/2006/relationships/customXml" Target="/ppt/customXML/item3.xml" Id="R5f6b22b09a0c428a" /><Relationship Type="http://schemas.openxmlformats.org/officeDocument/2006/relationships/customXml" Target="/ppt/customXML/item4.xml" Id="Rf1f5ce6797c64be4" /><Relationship Type="http://schemas.openxmlformats.org/officeDocument/2006/relationships/customXml" Target="/ppt/customXML/item5.xml" Id="Rdf4955d28b3b423d" /><Relationship Type="http://schemas.openxmlformats.org/officeDocument/2006/relationships/slideLayout" Target="/ppt/slideLayouts/slideLayout6.xml" Id="Rc7528095da544dba" /></Relationships>
</file>

<file path=ppt/slides/_rels/slide32.xml.rels>&#65279;<?xml version="1.0" encoding="utf-8"?><Relationships xmlns="http://schemas.openxmlformats.org/package/2006/relationships"><Relationship Type="http://schemas.openxmlformats.org/officeDocument/2006/relationships/image" Target="/ppt/media/image45.bin" Id="R1601ff3a80f4453b" /><Relationship Type="http://schemas.openxmlformats.org/officeDocument/2006/relationships/image" Target="/ppt/media/image46.bin" Id="Rd478f7094672435c" /><Relationship Type="http://schemas.openxmlformats.org/officeDocument/2006/relationships/image" Target="/ppt/media/image44.bin" Id="R79ca12dc704f4c33" /><Relationship Type="http://schemas.openxmlformats.org/officeDocument/2006/relationships/image" Target="/ppt/media/image47.bin" Id="Rc266e13c39624efc" /><Relationship Type="http://schemas.openxmlformats.org/officeDocument/2006/relationships/customXml" Target="/ppt/customXML/item6.xml" Id="R3ff43304fcf14286" /><Relationship Type="http://schemas.openxmlformats.org/officeDocument/2006/relationships/customXml" Target="/ppt/customXML/item7.xml" Id="Rb78a544e400b4825" /><Relationship Type="http://schemas.openxmlformats.org/officeDocument/2006/relationships/customXml" Target="/ppt/customXML/item8.xml" Id="R3ac47efeb14f43c5" /><Relationship Type="http://schemas.openxmlformats.org/officeDocument/2006/relationships/slideLayout" Target="/ppt/slideLayouts/slideLayout7.xml" Id="R33434ae94bf44cbe" /></Relationships>
</file>

<file path=ppt/slides/_rels/slide33.xml.rels>&#65279;<?xml version="1.0" encoding="utf-8"?><Relationships xmlns="http://schemas.openxmlformats.org/package/2006/relationships"><Relationship Type="http://schemas.openxmlformats.org/officeDocument/2006/relationships/hyperlink" Target="https://www.100font.com/thread-118.htm" TargetMode="External" Id="Rc34056d2da9b449f8c4e33a3f62df23b" /><Relationship Type="http://schemas.openxmlformats.org/officeDocument/2006/relationships/hyperlink" Target="https://storyset.com/" TargetMode="External" Id="R6da1039b09df4920b3c9f38c8dc6a55d" /><Relationship Type="http://schemas.openxmlformats.org/officeDocument/2006/relationships/slideLayout" Target="/ppt/slideLayouts/slideLayout6.xml" Id="R58f622a010a04d8a"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F009CEC4-C05C-CF43-B7C5-0B9A58306F90}"/>
              </a:ext>
            </a:extLst>
          </p:cNvPr>
          <p:cNvSpPr/>
          <p:nvPr/>
        </p:nvSpPr>
        <p:spPr>
          <a:xfrm>
            <a:off x="0" y="0"/>
            <a:ext cx="12192000" cy="6858000"/>
          </a:xfrm>
          <a:prstGeom prst="rect">
            <a:avLst/>
          </a:prstGeom>
          <a:solidFill>
            <a:srgbClr val="E7E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20" name="矩形 19">
            <a:extLst>
              <a:ext uri="{FF2B5EF4-FFF2-40B4-BE49-F238E27FC236}">
                <a16:creationId xmlns:a16="http://schemas.microsoft.com/office/drawing/2014/main" id="{63EB13A4-B451-0D4B-84D4-794FA5170764}"/>
              </a:ext>
            </a:extLst>
          </p:cNvPr>
          <p:cNvSpPr/>
          <p:nvPr/>
        </p:nvSpPr>
        <p:spPr>
          <a:xfrm>
            <a:off x="0" y="992221"/>
            <a:ext cx="12192000" cy="51697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pic>
        <p:nvPicPr>
          <p:cNvPr id="14" name="图片 13">
            <a:extLst>
              <a:ext uri="{FF2B5EF4-FFF2-40B4-BE49-F238E27FC236}">
                <a16:creationId xmlns:a16="http://schemas.microsoft.com/office/drawing/2014/main" id="{7545494A-81B3-4741-81E6-B179066F5F1C}"/>
              </a:ext>
            </a:extLst>
          </p:cNvPr>
          <p:cNvPicPr>
            <a:picLocks noChangeAspect="1"/>
          </p:cNvPicPr>
          <p:nvPr/>
        </p:nvPicPr>
        <p:blipFill>
          <a:blip r:embed="Rc7256017dd2d4075" cstate="screen">
            <a:duotone>
              <a:schemeClr val="accent5">
                <a:shade val="45000"/>
                <a:satMod val="135000"/>
              </a:schemeClr>
              <a:prstClr val="white"/>
            </a:duotone>
            <a:alphaModFix amt="9000"/>
            <a:extLst>
              <a:ext uri="{28A0092B-C50C-407E-A947-70E740481C1C}">
                <a14:useLocalDpi xmlns:a14="http://schemas.microsoft.com/office/drawing/2010/main"/>
              </a:ext>
            </a:extLst>
          </a:blip>
          <a:stretch>
            <a:fillRect/>
          </a:stretch>
        </p:blipFill>
        <p:spPr>
          <a:xfrm rot="825356">
            <a:off x="506443" y="1872144"/>
            <a:ext cx="2843122" cy="2843122"/>
          </a:xfrm>
          <a:prstGeom prst="rect">
            <a:avLst/>
          </a:prstGeom>
          <a:effectLst/>
        </p:spPr>
      </p:pic>
      <p:sp>
        <p:nvSpPr>
          <p:cNvPr id="3" name="矩形 2">
            <a:extLst>
              <a:ext uri="{FF2B5EF4-FFF2-40B4-BE49-F238E27FC236}">
                <a16:creationId xmlns:a16="http://schemas.microsoft.com/office/drawing/2014/main" id="{54290FA0-77AF-EF40-BA71-2D8200E4A114}"/>
              </a:ext>
            </a:extLst>
          </p:cNvPr>
          <p:cNvSpPr/>
          <p:nvPr/>
        </p:nvSpPr>
        <p:spPr>
          <a:xfrm>
            <a:off x="580455" y="2364352"/>
            <a:ext cx="2692261" cy="1446550"/>
          </a:xfrm>
          <a:prstGeom prst="rect">
            <a:avLst/>
          </a:prstGeom>
        </p:spPr>
        <p:txBody>
          <a:bodyPr wrap="square">
            <a:spAutoFit/>
          </a:bodyPr>
          <a:lstStyle/>
          <a:p>
            <a:pPr algn="dist"/>
            <a:r>
              <a:rPr lang="zh-CN" altLang="en-US" sz="8800" b="1" dirty="0">
                <a:gradFill>
                  <a:gsLst>
                    <a:gs pos="100000">
                      <a:srgbClr val="FE9A09"/>
                    </a:gs>
                    <a:gs pos="0">
                      <a:srgbClr val="FCCB15"/>
                    </a:gs>
                  </a:gsLst>
                  <a:lin ang="16200000" scaled="0"/>
                </a:gradFill>
                <a:latin typeface="Arial"/>
                <a:ea typeface="微软雅黑"/>
                <a:cs typeface="Alibaba PuHuiTi" pitchFamily="18" charset="-122"/>
                <a:sym typeface="Arial"/>
              </a:rPr>
              <a:t>金融</a:t>
            </a:r>
            <a:endParaRPr lang="zh-CN" altLang="en-US" sz="8800" dirty="0">
              <a:gradFill>
                <a:gsLst>
                  <a:gs pos="100000">
                    <a:srgbClr val="A6AFD7"/>
                  </a:gs>
                  <a:gs pos="0">
                    <a:srgbClr val="B1C3F0"/>
                  </a:gs>
                </a:gsLst>
                <a:lin ang="16200000" scaled="0"/>
              </a:gradFill>
              <a:latin typeface="Arial"/>
              <a:ea typeface="微软雅黑"/>
              <a:cs typeface="Alibaba PuHuiTi Heavy" pitchFamily="18" charset="-122"/>
              <a:sym typeface="Arial"/>
            </a:endParaRPr>
          </a:p>
        </p:txBody>
      </p:sp>
      <p:sp>
        <p:nvSpPr>
          <p:cNvPr id="5" name="矩形 4">
            <a:extLst>
              <a:ext uri="{FF2B5EF4-FFF2-40B4-BE49-F238E27FC236}">
                <a16:creationId xmlns:a16="http://schemas.microsoft.com/office/drawing/2014/main" id="{CF42B547-C2A0-EA4F-9285-AE9B5A181F33}"/>
              </a:ext>
            </a:extLst>
          </p:cNvPr>
          <p:cNvSpPr/>
          <p:nvPr/>
        </p:nvSpPr>
        <p:spPr>
          <a:xfrm>
            <a:off x="651181" y="1722735"/>
            <a:ext cx="2621535" cy="769441"/>
          </a:xfrm>
          <a:prstGeom prst="rect">
            <a:avLst/>
          </a:prstGeom>
        </p:spPr>
        <p:txBody>
          <a:bodyPr wrap="square">
            <a:spAutoFit/>
          </a:bodyPr>
          <a:lstStyle/>
          <a:p>
            <a:pPr algn="dist"/>
            <a:r>
              <a:rPr lang="en" altLang="zh-CN" sz="4400" b="1" dirty="0">
                <a:solidFill>
                  <a:srgbClr val="A6AFD7">
                    <a:alpha val="12381"/>
                  </a:srgbClr>
                </a:solidFill>
                <a:latin typeface="Arial"/>
                <a:ea typeface="微软雅黑"/>
                <a:cs typeface="Alibaba PuHuiTi" pitchFamily="18" charset="-122"/>
                <a:sym typeface="Arial"/>
              </a:rPr>
              <a:t>Finance</a:t>
            </a:r>
            <a:endParaRPr lang="zh-CN" altLang="en-US" sz="4400" b="1" dirty="0">
              <a:solidFill>
                <a:srgbClr val="A6AFD7">
                  <a:alpha val="12381"/>
                </a:srgbClr>
              </a:solidFill>
              <a:latin typeface="Arial"/>
              <a:ea typeface="微软雅黑"/>
              <a:cs typeface="Alibaba PuHuiTi" pitchFamily="18" charset="-122"/>
              <a:sym typeface="Arial"/>
            </a:endParaRPr>
          </a:p>
        </p:txBody>
      </p:sp>
      <p:sp>
        <p:nvSpPr>
          <p:cNvPr id="7" name="矩形 6">
            <a:extLst>
              <a:ext uri="{FF2B5EF4-FFF2-40B4-BE49-F238E27FC236}">
                <a16:creationId xmlns:a16="http://schemas.microsoft.com/office/drawing/2014/main" id="{82A88EBD-34ED-C042-9F46-7A07D9006A62}"/>
              </a:ext>
            </a:extLst>
          </p:cNvPr>
          <p:cNvSpPr/>
          <p:nvPr/>
        </p:nvSpPr>
        <p:spPr>
          <a:xfrm>
            <a:off x="732311" y="3769656"/>
            <a:ext cx="3839692" cy="387203"/>
          </a:xfrm>
          <a:prstGeom prst="rect">
            <a:avLst/>
          </a:prstGeom>
          <a:gradFill>
            <a:gsLst>
              <a:gs pos="100000">
                <a:srgbClr val="B1C3F0"/>
              </a:gs>
              <a:gs pos="0">
                <a:srgbClr val="A6AFD7"/>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15" name="椭圆 14">
            <a:extLst>
              <a:ext uri="{FF2B5EF4-FFF2-40B4-BE49-F238E27FC236}">
                <a16:creationId xmlns:a16="http://schemas.microsoft.com/office/drawing/2014/main" id="{CCBEB9DD-9A87-9B4F-9DB5-D1980920BFD5}"/>
              </a:ext>
            </a:extLst>
          </p:cNvPr>
          <p:cNvSpPr/>
          <p:nvPr/>
        </p:nvSpPr>
        <p:spPr>
          <a:xfrm flipH="1">
            <a:off x="330741" y="606088"/>
            <a:ext cx="239312" cy="239312"/>
          </a:xfrm>
          <a:prstGeom prst="ellipse">
            <a:avLst/>
          </a:prstGeom>
          <a:solidFill>
            <a:srgbClr val="FF5F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pic>
        <p:nvPicPr>
          <p:cNvPr id="18" name="图片 17">
            <a:extLst>
              <a:ext uri="{FF2B5EF4-FFF2-40B4-BE49-F238E27FC236}">
                <a16:creationId xmlns:a16="http://schemas.microsoft.com/office/drawing/2014/main" id="{209B19FE-5746-2840-A1AB-4134B5EB74AC}"/>
              </a:ext>
            </a:extLst>
          </p:cNvPr>
          <p:cNvPicPr>
            <a:picLocks noChangeAspect="1"/>
          </p:cNvPicPr>
          <p:nvPr/>
        </p:nvPicPr>
        <p:blipFill rotWithShape="1">
          <a:blip r:embed="Ra8042195f11941d9" cstate="screen">
            <a:extLst>
              <a:ext uri="{28A0092B-C50C-407E-A947-70E740481C1C}">
                <a14:useLocalDpi xmlns:a14="http://schemas.microsoft.com/office/drawing/2010/main"/>
              </a:ext>
            </a:extLst>
          </a:blip>
          <a:srcRect/>
          <a:stretch/>
        </p:blipFill>
        <p:spPr>
          <a:xfrm>
            <a:off x="5848" y="5301182"/>
            <a:ext cx="12186151" cy="1556818"/>
          </a:xfrm>
          <a:prstGeom prst="rect">
            <a:avLst/>
          </a:prstGeom>
        </p:spPr>
      </p:pic>
      <p:sp>
        <p:nvSpPr>
          <p:cNvPr id="22" name="椭圆 21">
            <a:extLst>
              <a:ext uri="{FF2B5EF4-FFF2-40B4-BE49-F238E27FC236}">
                <a16:creationId xmlns:a16="http://schemas.microsoft.com/office/drawing/2014/main" id="{60E04DF3-DFFF-3644-AEA8-89D1358FE729}"/>
              </a:ext>
            </a:extLst>
          </p:cNvPr>
          <p:cNvSpPr/>
          <p:nvPr/>
        </p:nvSpPr>
        <p:spPr>
          <a:xfrm flipH="1">
            <a:off x="758758" y="606088"/>
            <a:ext cx="239312" cy="239312"/>
          </a:xfrm>
          <a:prstGeom prst="ellipse">
            <a:avLst/>
          </a:prstGeom>
          <a:solidFill>
            <a:srgbClr val="FEB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23" name="椭圆 22">
            <a:extLst>
              <a:ext uri="{FF2B5EF4-FFF2-40B4-BE49-F238E27FC236}">
                <a16:creationId xmlns:a16="http://schemas.microsoft.com/office/drawing/2014/main" id="{77453F3D-2D75-4F4C-930D-16FCF7E54E8E}"/>
              </a:ext>
            </a:extLst>
          </p:cNvPr>
          <p:cNvSpPr/>
          <p:nvPr/>
        </p:nvSpPr>
        <p:spPr>
          <a:xfrm flipH="1">
            <a:off x="1206231" y="606088"/>
            <a:ext cx="239312" cy="239312"/>
          </a:xfrm>
          <a:prstGeom prst="ellipse">
            <a:avLst/>
          </a:prstGeom>
          <a:solidFill>
            <a:srgbClr val="28C8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pic>
        <p:nvPicPr>
          <p:cNvPr id="25" name="图片 24">
            <a:extLst>
              <a:ext uri="{FF2B5EF4-FFF2-40B4-BE49-F238E27FC236}">
                <a16:creationId xmlns:a16="http://schemas.microsoft.com/office/drawing/2014/main" id="{712F48EA-4A79-D946-939D-0B901EA04BC8}"/>
              </a:ext>
            </a:extLst>
          </p:cNvPr>
          <p:cNvPicPr>
            <a:picLocks noChangeAspect="1"/>
          </p:cNvPicPr>
          <p:nvPr/>
        </p:nvPicPr>
        <p:blipFill>
          <a:blip r:embed="R051e3774819b4e4d" cstate="screen">
            <a:extLst>
              <a:ext uri="{28A0092B-C50C-407E-A947-70E740481C1C}">
                <a14:useLocalDpi xmlns:a14="http://schemas.microsoft.com/office/drawing/2010/main"/>
              </a:ext>
            </a:extLst>
          </a:blip>
          <a:stretch>
            <a:fillRect/>
          </a:stretch>
        </p:blipFill>
        <p:spPr>
          <a:xfrm>
            <a:off x="6051013" y="1819369"/>
            <a:ext cx="6042999" cy="4435106"/>
          </a:xfrm>
          <a:prstGeom prst="rect">
            <a:avLst/>
          </a:prstGeom>
        </p:spPr>
      </p:pic>
      <p:sp>
        <p:nvSpPr>
          <p:cNvPr id="4" name="文本框 3">
            <a:extLst>
              <a:ext uri="{FF2B5EF4-FFF2-40B4-BE49-F238E27FC236}">
                <a16:creationId xmlns:a16="http://schemas.microsoft.com/office/drawing/2014/main" id="{85E185D6-11A2-9141-9732-2EB1E570CB5F}"/>
              </a:ext>
            </a:extLst>
          </p:cNvPr>
          <p:cNvSpPr txBox="1"/>
          <p:nvPr/>
        </p:nvSpPr>
        <p:spPr>
          <a:xfrm>
            <a:off x="852893" y="3779935"/>
            <a:ext cx="3593604" cy="376924"/>
          </a:xfrm>
          <a:prstGeom prst="rect">
            <a:avLst/>
          </a:prstGeom>
          <a:noFill/>
        </p:spPr>
        <p:txBody>
          <a:bodyPr wrap="square" rtlCol="0">
            <a:spAutoFit/>
          </a:bodyPr>
          <a:lstStyle/>
          <a:p>
            <a:pPr algn="dist"/>
            <a:r>
              <a:rPr kumimoji="1" lang="en-US" altLang="zh-CN" dirty="0">
                <a:solidFill>
                  <a:schemeClr val="bg1"/>
                </a:solidFill>
                <a:latin typeface="Arial"/>
                <a:ea typeface="微软雅黑"/>
                <a:cs typeface="Alibaba PuHuiTi" pitchFamily="18" charset="-122"/>
                <a:sym typeface="Arial"/>
              </a:rPr>
              <a:t>3.15</a:t>
            </a:r>
            <a:r>
              <a:rPr kumimoji="1" lang="zh-CN" altLang="en-US" dirty="0">
                <a:solidFill>
                  <a:schemeClr val="bg1"/>
                </a:solidFill>
                <a:latin typeface="Arial"/>
                <a:ea typeface="微软雅黑"/>
                <a:cs typeface="Alibaba PuHuiTi" pitchFamily="18" charset="-122"/>
                <a:sym typeface="Arial"/>
              </a:rPr>
              <a:t>国际消费者权益日</a:t>
            </a:r>
          </a:p>
        </p:txBody>
      </p:sp>
      <p:sp>
        <p:nvSpPr>
          <p:cNvPr id="6" name="矩形 5">
            <a:extLst>
              <a:ext uri="{FF2B5EF4-FFF2-40B4-BE49-F238E27FC236}">
                <a16:creationId xmlns:a16="http://schemas.microsoft.com/office/drawing/2014/main" id="{7EB902FD-7117-4A49-B3DB-BAFD22F4D846}"/>
              </a:ext>
            </a:extLst>
          </p:cNvPr>
          <p:cNvSpPr/>
          <p:nvPr/>
        </p:nvSpPr>
        <p:spPr>
          <a:xfrm>
            <a:off x="729134" y="4229448"/>
            <a:ext cx="3477700" cy="620363"/>
          </a:xfrm>
          <a:prstGeom prst="rect">
            <a:avLst/>
          </a:prstGeom>
        </p:spPr>
        <p:txBody>
          <a:bodyPr wrap="square">
            <a:spAutoFit/>
          </a:bodyPr>
          <a:lstStyle/>
          <a:p>
            <a:pPr>
              <a:lnSpc>
                <a:spcPct val="150000"/>
              </a:lnSpc>
            </a:pPr>
            <a:r>
              <a:rPr lang="en" altLang="zh-CN" sz="1200" dirty="0">
                <a:solidFill>
                  <a:srgbClr val="A6AFD7"/>
                </a:solidFill>
                <a:latin typeface="Arial"/>
                <a:ea typeface="微软雅黑"/>
                <a:cs typeface="Alibaba PuHuiTi Light" pitchFamily="18" charset="-122"/>
                <a:sym typeface="Arial"/>
              </a:rPr>
              <a:t>3.15 International Consumer Rights Day International Consumer Rights Day</a:t>
            </a:r>
            <a:endParaRPr lang="zh-CN" altLang="en-US" sz="1200" dirty="0">
              <a:solidFill>
                <a:srgbClr val="A6AFD7"/>
              </a:solidFill>
              <a:latin typeface="Arial"/>
              <a:ea typeface="微软雅黑"/>
              <a:cs typeface="Alibaba PuHuiTi Light" pitchFamily="18" charset="-122"/>
              <a:sym typeface="Arial"/>
            </a:endParaRPr>
          </a:p>
        </p:txBody>
      </p:sp>
      <p:sp>
        <p:nvSpPr>
          <p:cNvPr id="8" name="矩形 7">
            <a:extLst>
              <a:ext uri="{FF2B5EF4-FFF2-40B4-BE49-F238E27FC236}">
                <a16:creationId xmlns:a16="http://schemas.microsoft.com/office/drawing/2014/main" id="{E1A1C95B-FE00-9745-B7C0-FD375105AC09}"/>
              </a:ext>
            </a:extLst>
          </p:cNvPr>
          <p:cNvSpPr/>
          <p:nvPr/>
        </p:nvSpPr>
        <p:spPr>
          <a:xfrm>
            <a:off x="729134" y="5103361"/>
            <a:ext cx="686785" cy="45719"/>
          </a:xfrm>
          <a:prstGeom prst="rect">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24" name="矩形 23">
            <a:extLst>
              <a:ext uri="{FF2B5EF4-FFF2-40B4-BE49-F238E27FC236}">
                <a16:creationId xmlns:a16="http://schemas.microsoft.com/office/drawing/2014/main" id="{A33DF2CA-859A-1641-B1E0-AC8CA445F7F3}"/>
              </a:ext>
            </a:extLst>
          </p:cNvPr>
          <p:cNvSpPr/>
          <p:nvPr/>
        </p:nvSpPr>
        <p:spPr>
          <a:xfrm>
            <a:off x="3311227" y="2302797"/>
            <a:ext cx="2705259" cy="1569660"/>
          </a:xfrm>
          <a:prstGeom prst="rect">
            <a:avLst/>
          </a:prstGeom>
        </p:spPr>
        <p:txBody>
          <a:bodyPr wrap="square">
            <a:spAutoFit/>
          </a:bodyPr>
          <a:lstStyle/>
          <a:p>
            <a:pPr algn="ctr"/>
            <a:r>
              <a:rPr lang="en-US" altLang="zh-CN" sz="9600" b="1" dirty="0">
                <a:gradFill>
                  <a:gsLst>
                    <a:gs pos="100000">
                      <a:srgbClr val="A6AFD7"/>
                    </a:gs>
                    <a:gs pos="0">
                      <a:srgbClr val="B1C3F0"/>
                    </a:gs>
                  </a:gsLst>
                  <a:lin ang="16200000" scaled="0"/>
                </a:gradFill>
                <a:latin typeface="Arial"/>
                <a:ea typeface="微软雅黑"/>
                <a:cs typeface="Alibaba PuHuiTi Heavy" pitchFamily="18" charset="-122"/>
                <a:sym typeface="Arial"/>
              </a:rPr>
              <a:t>3</a:t>
            </a:r>
            <a:r>
              <a:rPr lang="zh-CN" altLang="en-US" sz="9600" b="1" dirty="0">
                <a:gradFill>
                  <a:gsLst>
                    <a:gs pos="100000">
                      <a:srgbClr val="A6AFD7"/>
                    </a:gs>
                    <a:gs pos="0">
                      <a:srgbClr val="B1C3F0"/>
                    </a:gs>
                  </a:gsLst>
                  <a:lin ang="16200000" scaled="0"/>
                </a:gradFill>
                <a:latin typeface="Arial"/>
                <a:ea typeface="微软雅黑"/>
                <a:cs typeface="Alibaba PuHuiTi Heavy" pitchFamily="18" charset="-122"/>
                <a:sym typeface="Arial"/>
              </a:rPr>
              <a:t> </a:t>
            </a:r>
            <a:r>
              <a:rPr lang="en-US" altLang="zh-CN" sz="9600" b="1" dirty="0">
                <a:gradFill>
                  <a:gsLst>
                    <a:gs pos="100000">
                      <a:srgbClr val="A6AFD7"/>
                    </a:gs>
                    <a:gs pos="0">
                      <a:srgbClr val="B1C3F0"/>
                    </a:gs>
                  </a:gsLst>
                  <a:lin ang="16200000" scaled="0"/>
                </a:gradFill>
                <a:latin typeface="Arial"/>
                <a:ea typeface="微软雅黑"/>
                <a:cs typeface="Alibaba PuHuiTi Heavy" pitchFamily="18" charset="-122"/>
                <a:sym typeface="Arial"/>
              </a:rPr>
              <a:t>15</a:t>
            </a:r>
            <a:endParaRPr lang="zh-CN" altLang="en-US" sz="9600" b="1" dirty="0">
              <a:gradFill>
                <a:gsLst>
                  <a:gs pos="100000">
                    <a:srgbClr val="A6AFD7"/>
                  </a:gs>
                  <a:gs pos="0">
                    <a:srgbClr val="B1C3F0"/>
                  </a:gs>
                </a:gsLst>
                <a:lin ang="16200000" scaled="0"/>
              </a:gradFill>
              <a:latin typeface="Arial"/>
              <a:ea typeface="微软雅黑"/>
              <a:cs typeface="Alibaba PuHuiTi Heavy" pitchFamily="18" charset="-122"/>
              <a:sym typeface="Arial"/>
            </a:endParaRPr>
          </a:p>
        </p:txBody>
      </p:sp>
      <p:sp>
        <p:nvSpPr>
          <p:cNvPr id="26" name="文本框 25">
            <a:extLst>
              <a:ext uri="{FF2B5EF4-FFF2-40B4-BE49-F238E27FC236}">
                <a16:creationId xmlns:a16="http://schemas.microsoft.com/office/drawing/2014/main" id="{EC40EEB4-B8F2-B641-87C3-1D41277BDF75}"/>
              </a:ext>
            </a:extLst>
          </p:cNvPr>
          <p:cNvSpPr txBox="1"/>
          <p:nvPr/>
        </p:nvSpPr>
        <p:spPr>
          <a:xfrm>
            <a:off x="4087752" y="2490151"/>
            <a:ext cx="492443" cy="1200329"/>
          </a:xfrm>
          <a:prstGeom prst="rect">
            <a:avLst/>
          </a:prstGeom>
          <a:noFill/>
        </p:spPr>
        <p:txBody>
          <a:bodyPr wrap="none" rtlCol="0">
            <a:spAutoFit/>
          </a:bodyPr>
          <a:lstStyle/>
          <a:p>
            <a:pPr algn="ctr"/>
            <a:r>
              <a:rPr kumimoji="1" lang="en-US" altLang="zh-CN" sz="7200" b="1" dirty="0">
                <a:gradFill>
                  <a:gsLst>
                    <a:gs pos="100000">
                      <a:srgbClr val="A6AFD7"/>
                    </a:gs>
                    <a:gs pos="0">
                      <a:srgbClr val="B1C3F0"/>
                    </a:gs>
                  </a:gsLst>
                  <a:lin ang="16200000" scaled="0"/>
                </a:gradFill>
                <a:latin typeface="Arial"/>
                <a:ea typeface="微软雅黑"/>
                <a:cs typeface="Alibaba PuHuiTi" pitchFamily="18" charset="-122"/>
                <a:sym typeface="Arial"/>
              </a:rPr>
              <a:t>·</a:t>
            </a:r>
            <a:endParaRPr kumimoji="1" lang="zh-CN" altLang="en-US" sz="7200" b="1" dirty="0">
              <a:gradFill>
                <a:gsLst>
                  <a:gs pos="100000">
                    <a:srgbClr val="A6AFD7"/>
                  </a:gs>
                  <a:gs pos="0">
                    <a:srgbClr val="B1C3F0"/>
                  </a:gs>
                </a:gsLst>
                <a:lin ang="16200000" scaled="0"/>
              </a:gradFill>
              <a:latin typeface="Arial"/>
              <a:ea typeface="微软雅黑"/>
              <a:cs typeface="Alibaba PuHuiTi" pitchFamily="18" charset="-122"/>
              <a:sym typeface="Arial"/>
            </a:endParaRPr>
          </a:p>
        </p:txBody>
      </p:sp>
    </p:spTree>
    <p:extLst>
      <p:ext uri="{BB962C8B-B14F-4D97-AF65-F5344CB8AC3E}">
        <p14:creationId xmlns:p14="http://schemas.microsoft.com/office/powerpoint/2010/main" val="264632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heel(1)">
                                      <p:cBhvr>
                                        <p:cTn id="7" dur="2000"/>
                                        <p:tgtEl>
                                          <p:spTgt spid="20"/>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heel(1)">
                                      <p:cBhvr>
                                        <p:cTn id="10" dur="2000"/>
                                        <p:tgtEl>
                                          <p:spTgt spid="7"/>
                                        </p:tgtEl>
                                      </p:cBhvr>
                                    </p:animEffect>
                                  </p:childTnLst>
                                </p:cTn>
                              </p:par>
                              <p:par>
                                <p:cTn id="11" presetID="21" presetClass="entr" presetSubtype="1"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heel(1)">
                                      <p:cBhvr>
                                        <p:cTn id="13" dur="2000"/>
                                        <p:tgtEl>
                                          <p:spTgt spid="14"/>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heel(1)">
                                      <p:cBhvr>
                                        <p:cTn id="16" dur="2000"/>
                                        <p:tgtEl>
                                          <p:spTgt spid="15"/>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wheel(1)">
                                      <p:cBhvr>
                                        <p:cTn id="19" dur="2000"/>
                                        <p:tgtEl>
                                          <p:spTgt spid="22"/>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heel(1)">
                                      <p:cBhvr>
                                        <p:cTn id="22" dur="2000"/>
                                        <p:tgtEl>
                                          <p:spTgt spid="23"/>
                                        </p:tgtEl>
                                      </p:cBhvr>
                                    </p:animEffect>
                                  </p:childTnLst>
                                </p:cTn>
                              </p:par>
                              <p:par>
                                <p:cTn id="23" presetID="21" presetClass="entr" presetSubtype="1"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wheel(1)">
                                      <p:cBhvr>
                                        <p:cTn id="25" dur="2000"/>
                                        <p:tgtEl>
                                          <p:spTgt spid="25"/>
                                        </p:tgtEl>
                                      </p:cBhvr>
                                    </p:animEffect>
                                  </p:childTnLst>
                                </p:cTn>
                              </p:par>
                              <p:par>
                                <p:cTn id="26" presetID="21" presetClass="entr" presetSubtype="1" fill="hold" grpId="0"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heel(1)">
                                      <p:cBhvr>
                                        <p:cTn id="28" dur="2000"/>
                                        <p:tgtEl>
                                          <p:spTgt spid="3"/>
                                        </p:tgtEl>
                                      </p:cBhvr>
                                    </p:animEffect>
                                  </p:childTnLst>
                                </p:cTn>
                              </p:par>
                              <p:par>
                                <p:cTn id="29" presetID="21" presetClass="entr" presetSubtype="1"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heel(1)">
                                      <p:cBhvr>
                                        <p:cTn id="31" dur="2000"/>
                                        <p:tgtEl>
                                          <p:spTgt spid="4"/>
                                        </p:tgtEl>
                                      </p:cBhvr>
                                    </p:animEffect>
                                  </p:childTnLst>
                                </p:cTn>
                              </p:par>
                              <p:par>
                                <p:cTn id="32" presetID="21" presetClass="entr" presetSubtype="1" fill="hold" grpId="0"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heel(1)">
                                      <p:cBhvr>
                                        <p:cTn id="34" dur="2000"/>
                                        <p:tgtEl>
                                          <p:spTgt spid="5"/>
                                        </p:tgtEl>
                                      </p:cBhvr>
                                    </p:animEffect>
                                  </p:childTnLst>
                                </p:cTn>
                              </p:par>
                              <p:par>
                                <p:cTn id="35" presetID="21" presetClass="entr" presetSubtype="1" fill="hold" grpId="0"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heel(1)">
                                      <p:cBhvr>
                                        <p:cTn id="37" dur="2000"/>
                                        <p:tgtEl>
                                          <p:spTgt spid="6"/>
                                        </p:tgtEl>
                                      </p:cBhvr>
                                    </p:animEffect>
                                  </p:childTnLst>
                                </p:cTn>
                              </p:par>
                              <p:par>
                                <p:cTn id="38" presetID="21" presetClass="entr" presetSubtype="1" fill="hold" grpId="0"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heel(1)">
                                      <p:cBhvr>
                                        <p:cTn id="40" dur="2000"/>
                                        <p:tgtEl>
                                          <p:spTgt spid="8"/>
                                        </p:tgtEl>
                                      </p:cBhvr>
                                    </p:animEffect>
                                  </p:childTnLst>
                                </p:cTn>
                              </p:par>
                              <p:par>
                                <p:cTn id="41" presetID="21" presetClass="entr" presetSubtype="1"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wheel(1)">
                                      <p:cBhvr>
                                        <p:cTn id="43" dur="2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3" grpId="0"/>
      <p:bldP spid="5" grpId="0"/>
      <p:bldP spid="7" grpId="0" animBg="1"/>
      <p:bldP spid="15" grpId="0" animBg="1"/>
      <p:bldP spid="22" grpId="0" animBg="1"/>
      <p:bldP spid="23" grpId="0" animBg="1"/>
      <p:bldP spid="4" grpId="0"/>
      <p:bldP spid="6" grpId="0"/>
      <p:bldP spid="8" grpId="0" animBg="1"/>
      <p:bldP spid="2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A429BB65-4AAE-5744-A4F1-8D33D54CCBA0}"/>
              </a:ext>
            </a:extLst>
          </p:cNvPr>
          <p:cNvSpPr/>
          <p:nvPr/>
        </p:nvSpPr>
        <p:spPr>
          <a:xfrm>
            <a:off x="0" y="0"/>
            <a:ext cx="12192000" cy="6858000"/>
          </a:xfrm>
          <a:prstGeom prst="rect">
            <a:avLst/>
          </a:prstGeom>
          <a:solidFill>
            <a:srgbClr val="E7E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5" name="矩形 4">
            <a:extLst>
              <a:ext uri="{FF2B5EF4-FFF2-40B4-BE49-F238E27FC236}">
                <a16:creationId xmlns:a16="http://schemas.microsoft.com/office/drawing/2014/main" id="{50AC08BD-9700-004D-A6C5-865CCD267DD1}"/>
              </a:ext>
            </a:extLst>
          </p:cNvPr>
          <p:cNvSpPr/>
          <p:nvPr/>
        </p:nvSpPr>
        <p:spPr>
          <a:xfrm>
            <a:off x="0" y="992221"/>
            <a:ext cx="12192000" cy="51697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pic>
        <p:nvPicPr>
          <p:cNvPr id="33" name="图片 32">
            <a:extLst>
              <a:ext uri="{FF2B5EF4-FFF2-40B4-BE49-F238E27FC236}">
                <a16:creationId xmlns:a16="http://schemas.microsoft.com/office/drawing/2014/main" id="{3E5A0AA3-2111-C64C-9471-6823A60E3B8A}"/>
              </a:ext>
            </a:extLst>
          </p:cNvPr>
          <p:cNvPicPr>
            <a:picLocks noChangeAspect="1"/>
          </p:cNvPicPr>
          <p:nvPr/>
        </p:nvPicPr>
        <p:blipFill rotWithShape="1">
          <a:blip r:embed="Rb365d9e8de2e42b3" cstate="screen">
            <a:extLst>
              <a:ext uri="{28A0092B-C50C-407E-A947-70E740481C1C}">
                <a14:useLocalDpi xmlns:a14="http://schemas.microsoft.com/office/drawing/2010/main"/>
              </a:ext>
            </a:extLst>
          </a:blip>
          <a:srcRect/>
          <a:stretch/>
        </p:blipFill>
        <p:spPr>
          <a:xfrm>
            <a:off x="5848" y="5301182"/>
            <a:ext cx="12186151" cy="1556818"/>
          </a:xfrm>
          <a:prstGeom prst="rect">
            <a:avLst/>
          </a:prstGeom>
        </p:spPr>
      </p:pic>
      <p:pic>
        <p:nvPicPr>
          <p:cNvPr id="35" name="图片 34">
            <a:extLst>
              <a:ext uri="{FF2B5EF4-FFF2-40B4-BE49-F238E27FC236}">
                <a16:creationId xmlns:a16="http://schemas.microsoft.com/office/drawing/2014/main" id="{D823C17E-B0D7-1D45-8999-79F97612FFE0}"/>
              </a:ext>
            </a:extLst>
          </p:cNvPr>
          <p:cNvPicPr>
            <a:picLocks noChangeAspect="1"/>
          </p:cNvPicPr>
          <p:nvPr/>
        </p:nvPicPr>
        <p:blipFill>
          <a:blip r:embed="R477815ff7dcd436a" cstate="screen">
            <a:extLst>
              <a:ext uri="{28A0092B-C50C-407E-A947-70E740481C1C}">
                <a14:useLocalDpi xmlns:a14="http://schemas.microsoft.com/office/drawing/2010/main"/>
              </a:ext>
            </a:extLst>
          </a:blip>
          <a:stretch>
            <a:fillRect/>
          </a:stretch>
        </p:blipFill>
        <p:spPr>
          <a:xfrm>
            <a:off x="255476" y="2903864"/>
            <a:ext cx="4439276" cy="3258094"/>
          </a:xfrm>
          <a:prstGeom prst="rect">
            <a:avLst/>
          </a:prstGeom>
        </p:spPr>
      </p:pic>
      <p:sp>
        <p:nvSpPr>
          <p:cNvPr id="34" name="矩形 33">
            <a:extLst>
              <a:ext uri="{FF2B5EF4-FFF2-40B4-BE49-F238E27FC236}">
                <a16:creationId xmlns:a16="http://schemas.microsoft.com/office/drawing/2014/main" id="{A59344C3-F7F9-E24F-BC42-2779B778A2AA}"/>
              </a:ext>
            </a:extLst>
          </p:cNvPr>
          <p:cNvSpPr/>
          <p:nvPr/>
        </p:nvSpPr>
        <p:spPr>
          <a:xfrm>
            <a:off x="1978553" y="2093150"/>
            <a:ext cx="2480230" cy="461665"/>
          </a:xfrm>
          <a:prstGeom prst="rect">
            <a:avLst/>
          </a:prstGeom>
        </p:spPr>
        <p:txBody>
          <a:bodyPr wrap="square">
            <a:spAutoFit/>
          </a:bodyPr>
          <a:lstStyle/>
          <a:p>
            <a:pPr algn="dist"/>
            <a:r>
              <a:rPr lang="en-US" altLang="zh-CN" sz="2400" dirty="0">
                <a:gradFill>
                  <a:gsLst>
                    <a:gs pos="100000">
                      <a:srgbClr val="A6AFD7">
                        <a:alpha val="13719"/>
                      </a:srgbClr>
                    </a:gs>
                    <a:gs pos="0">
                      <a:srgbClr val="B1C3F0">
                        <a:alpha val="17155"/>
                      </a:srgbClr>
                    </a:gs>
                  </a:gsLst>
                  <a:lin ang="16200000" scaled="0"/>
                </a:gradFill>
                <a:latin typeface="Arial"/>
                <a:ea typeface="微软雅黑"/>
                <a:cs typeface="Alibaba PuHuiTi" pitchFamily="18" charset="-122"/>
                <a:sym typeface="Arial"/>
              </a:rPr>
              <a:t>CONTENTS</a:t>
            </a:r>
            <a:endParaRPr lang="zh-CN" altLang="en-US" sz="2400" dirty="0">
              <a:gradFill>
                <a:gsLst>
                  <a:gs pos="100000">
                    <a:srgbClr val="A6AFD7">
                      <a:alpha val="13719"/>
                    </a:srgbClr>
                  </a:gs>
                  <a:gs pos="0">
                    <a:srgbClr val="B1C3F0">
                      <a:alpha val="17155"/>
                    </a:srgbClr>
                  </a:gs>
                </a:gsLst>
                <a:lin ang="16200000" scaled="0"/>
              </a:gradFill>
              <a:latin typeface="Arial"/>
              <a:ea typeface="微软雅黑"/>
              <a:cs typeface="Alibaba PuHuiTi" pitchFamily="18" charset="-122"/>
              <a:sym typeface="Arial"/>
            </a:endParaRPr>
          </a:p>
        </p:txBody>
      </p:sp>
      <p:sp>
        <p:nvSpPr>
          <p:cNvPr id="6" name="椭圆 5">
            <a:extLst>
              <a:ext uri="{FF2B5EF4-FFF2-40B4-BE49-F238E27FC236}">
                <a16:creationId xmlns:a16="http://schemas.microsoft.com/office/drawing/2014/main" id="{74F2FA0E-C5EF-E54F-B93A-6A20E966E01E}"/>
              </a:ext>
            </a:extLst>
          </p:cNvPr>
          <p:cNvSpPr/>
          <p:nvPr/>
        </p:nvSpPr>
        <p:spPr>
          <a:xfrm flipH="1">
            <a:off x="330741" y="606088"/>
            <a:ext cx="239312" cy="239312"/>
          </a:xfrm>
          <a:prstGeom prst="ellipse">
            <a:avLst/>
          </a:prstGeom>
          <a:solidFill>
            <a:srgbClr val="FF5F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7" name="椭圆 6">
            <a:extLst>
              <a:ext uri="{FF2B5EF4-FFF2-40B4-BE49-F238E27FC236}">
                <a16:creationId xmlns:a16="http://schemas.microsoft.com/office/drawing/2014/main" id="{715B25EC-7BC5-084F-9093-92DC25B9F94D}"/>
              </a:ext>
            </a:extLst>
          </p:cNvPr>
          <p:cNvSpPr/>
          <p:nvPr/>
        </p:nvSpPr>
        <p:spPr>
          <a:xfrm flipH="1">
            <a:off x="758758" y="606088"/>
            <a:ext cx="239312" cy="239312"/>
          </a:xfrm>
          <a:prstGeom prst="ellipse">
            <a:avLst/>
          </a:prstGeom>
          <a:solidFill>
            <a:srgbClr val="FEB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8" name="椭圆 7">
            <a:extLst>
              <a:ext uri="{FF2B5EF4-FFF2-40B4-BE49-F238E27FC236}">
                <a16:creationId xmlns:a16="http://schemas.microsoft.com/office/drawing/2014/main" id="{6068E4DD-CD40-414B-BC3B-5A11F64B9F71}"/>
              </a:ext>
            </a:extLst>
          </p:cNvPr>
          <p:cNvSpPr/>
          <p:nvPr/>
        </p:nvSpPr>
        <p:spPr>
          <a:xfrm flipH="1">
            <a:off x="1206231" y="606088"/>
            <a:ext cx="239312" cy="239312"/>
          </a:xfrm>
          <a:prstGeom prst="ellipse">
            <a:avLst/>
          </a:prstGeom>
          <a:solidFill>
            <a:srgbClr val="28C8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11" name="矩形 10">
            <a:extLst>
              <a:ext uri="{FF2B5EF4-FFF2-40B4-BE49-F238E27FC236}">
                <a16:creationId xmlns:a16="http://schemas.microsoft.com/office/drawing/2014/main" id="{002AF903-C699-184C-B0C0-54CEB2B17191}"/>
              </a:ext>
            </a:extLst>
          </p:cNvPr>
          <p:cNvSpPr/>
          <p:nvPr/>
        </p:nvSpPr>
        <p:spPr>
          <a:xfrm>
            <a:off x="2144389" y="1516218"/>
            <a:ext cx="2148559" cy="923330"/>
          </a:xfrm>
          <a:prstGeom prst="rect">
            <a:avLst/>
          </a:prstGeom>
          <a:noFill/>
        </p:spPr>
        <p:txBody>
          <a:bodyPr wrap="square">
            <a:spAutoFit/>
          </a:bodyPr>
          <a:lstStyle/>
          <a:p>
            <a:pPr algn="dist"/>
            <a:r>
              <a:rPr lang="zh-CN" altLang="en-US" sz="5400" b="1" dirty="0">
                <a:gradFill>
                  <a:gsLst>
                    <a:gs pos="100000">
                      <a:srgbClr val="A6AFD7"/>
                    </a:gs>
                    <a:gs pos="0">
                      <a:srgbClr val="B1C3F0"/>
                    </a:gs>
                  </a:gsLst>
                  <a:lin ang="16200000" scaled="0"/>
                </a:gradFill>
                <a:latin typeface="Arial"/>
                <a:ea typeface="微软雅黑"/>
                <a:cs typeface="Alibaba PuHuiTi" pitchFamily="18" charset="-122"/>
                <a:sym typeface="Arial"/>
              </a:rPr>
              <a:t>目录</a:t>
            </a:r>
          </a:p>
        </p:txBody>
      </p:sp>
      <p:sp>
        <p:nvSpPr>
          <p:cNvPr id="12" name="矩形 11">
            <a:extLst>
              <a:ext uri="{FF2B5EF4-FFF2-40B4-BE49-F238E27FC236}">
                <a16:creationId xmlns:a16="http://schemas.microsoft.com/office/drawing/2014/main" id="{69B58BA9-600A-D349-8D40-661FCE94005B}"/>
              </a:ext>
            </a:extLst>
          </p:cNvPr>
          <p:cNvSpPr/>
          <p:nvPr/>
        </p:nvSpPr>
        <p:spPr>
          <a:xfrm>
            <a:off x="6457190" y="1781166"/>
            <a:ext cx="2698175"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金融知识大普及</a:t>
            </a:r>
            <a:endParaRPr lang="en-US" altLang="zh-CN" sz="2800" b="1" dirty="0">
              <a:gradFill>
                <a:gsLst>
                  <a:gs pos="100000">
                    <a:srgbClr val="A6AFD7"/>
                  </a:gs>
                  <a:gs pos="0">
                    <a:srgbClr val="B1C3F0"/>
                  </a:gs>
                </a:gsLst>
                <a:lin ang="16200000" scaled="0"/>
              </a:gradFill>
              <a:latin typeface="Arial"/>
              <a:ea typeface="微软雅黑"/>
              <a:cs typeface="Alibaba PuHuiTi" pitchFamily="18" charset="-122"/>
              <a:sym typeface="Arial"/>
            </a:endParaRPr>
          </a:p>
        </p:txBody>
      </p:sp>
      <p:sp>
        <p:nvSpPr>
          <p:cNvPr id="13" name="矩形 12">
            <a:extLst>
              <a:ext uri="{FF2B5EF4-FFF2-40B4-BE49-F238E27FC236}">
                <a16:creationId xmlns:a16="http://schemas.microsoft.com/office/drawing/2014/main" id="{A60F0A55-B64B-8B43-A14B-BF3D37E57A60}"/>
              </a:ext>
            </a:extLst>
          </p:cNvPr>
          <p:cNvSpPr/>
          <p:nvPr/>
        </p:nvSpPr>
        <p:spPr>
          <a:xfrm>
            <a:off x="6457190" y="2749353"/>
            <a:ext cx="4493538"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如何维护个人金融信息安全</a:t>
            </a:r>
            <a:endParaRPr lang="en-US" altLang="zh-CN" sz="2800" b="1" dirty="0">
              <a:gradFill>
                <a:gsLst>
                  <a:gs pos="100000">
                    <a:srgbClr val="A6AFD7"/>
                  </a:gs>
                  <a:gs pos="0">
                    <a:srgbClr val="B1C3F0"/>
                  </a:gs>
                </a:gsLst>
                <a:lin ang="16200000" scaled="0"/>
              </a:gradFill>
              <a:latin typeface="Arial"/>
              <a:ea typeface="微软雅黑"/>
              <a:cs typeface="Alibaba PuHuiTi" pitchFamily="18" charset="-122"/>
              <a:sym typeface="Arial"/>
            </a:endParaRPr>
          </a:p>
        </p:txBody>
      </p:sp>
      <p:sp>
        <p:nvSpPr>
          <p:cNvPr id="14" name="矩形 13">
            <a:extLst>
              <a:ext uri="{FF2B5EF4-FFF2-40B4-BE49-F238E27FC236}">
                <a16:creationId xmlns:a16="http://schemas.microsoft.com/office/drawing/2014/main" id="{A83E1DA7-7FA3-AC45-9407-F387EE82061F}"/>
              </a:ext>
            </a:extLst>
          </p:cNvPr>
          <p:cNvSpPr/>
          <p:nvPr/>
        </p:nvSpPr>
        <p:spPr>
          <a:xfrm>
            <a:off x="6457190" y="3839679"/>
            <a:ext cx="3416320"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金融消费要注意什么</a:t>
            </a:r>
            <a:endParaRPr lang="en-US" altLang="zh-CN" sz="2800" b="1" dirty="0">
              <a:gradFill>
                <a:gsLst>
                  <a:gs pos="100000">
                    <a:srgbClr val="A6AFD7"/>
                  </a:gs>
                  <a:gs pos="0">
                    <a:srgbClr val="B1C3F0"/>
                  </a:gs>
                </a:gsLst>
                <a:lin ang="16200000" scaled="0"/>
              </a:gradFill>
              <a:latin typeface="Arial"/>
              <a:ea typeface="微软雅黑"/>
              <a:cs typeface="Alibaba PuHuiTi" pitchFamily="18" charset="-122"/>
              <a:sym typeface="Arial"/>
            </a:endParaRPr>
          </a:p>
        </p:txBody>
      </p:sp>
      <p:sp>
        <p:nvSpPr>
          <p:cNvPr id="15" name="矩形 14">
            <a:extLst>
              <a:ext uri="{FF2B5EF4-FFF2-40B4-BE49-F238E27FC236}">
                <a16:creationId xmlns:a16="http://schemas.microsoft.com/office/drawing/2014/main" id="{0A2E12CF-C4B0-B544-B6D8-5C9D47602466}"/>
              </a:ext>
            </a:extLst>
          </p:cNvPr>
          <p:cNvSpPr/>
          <p:nvPr/>
        </p:nvSpPr>
        <p:spPr>
          <a:xfrm>
            <a:off x="6457190" y="4789933"/>
            <a:ext cx="3775393"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金融消费纠纷解决途径</a:t>
            </a:r>
          </a:p>
        </p:txBody>
      </p:sp>
      <p:grpSp>
        <p:nvGrpSpPr>
          <p:cNvPr id="19" name="组合 18">
            <a:extLst>
              <a:ext uri="{FF2B5EF4-FFF2-40B4-BE49-F238E27FC236}">
                <a16:creationId xmlns:a16="http://schemas.microsoft.com/office/drawing/2014/main" id="{9D7ADE7F-A904-BB4D-A972-49AAF18BF7C2}"/>
              </a:ext>
            </a:extLst>
          </p:cNvPr>
          <p:cNvGrpSpPr/>
          <p:nvPr/>
        </p:nvGrpSpPr>
        <p:grpSpPr>
          <a:xfrm>
            <a:off x="5469156" y="1710123"/>
            <a:ext cx="863091" cy="665306"/>
            <a:chOff x="320810" y="2585980"/>
            <a:chExt cx="863091" cy="665306"/>
          </a:xfrm>
        </p:grpSpPr>
        <p:sp>
          <p:nvSpPr>
            <p:cNvPr id="17" name="菱形 16">
              <a:extLst>
                <a:ext uri="{FF2B5EF4-FFF2-40B4-BE49-F238E27FC236}">
                  <a16:creationId xmlns:a16="http://schemas.microsoft.com/office/drawing/2014/main" id="{83FE229F-E8D8-124E-B1D5-A4C204626EB1}"/>
                </a:ext>
              </a:extLst>
            </p:cNvPr>
            <p:cNvSpPr/>
            <p:nvPr/>
          </p:nvSpPr>
          <p:spPr>
            <a:xfrm>
              <a:off x="482174" y="2585980"/>
              <a:ext cx="665306" cy="665306"/>
            </a:xfrm>
            <a:prstGeom prst="diamond">
              <a:avLst/>
            </a:prstGeom>
            <a:noFill/>
            <a:ln w="25400">
              <a:solidFill>
                <a:srgbClr val="A6AF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16" name="菱形 15">
              <a:extLst>
                <a:ext uri="{FF2B5EF4-FFF2-40B4-BE49-F238E27FC236}">
                  <a16:creationId xmlns:a16="http://schemas.microsoft.com/office/drawing/2014/main" id="{36DD9189-45EE-8044-86A2-E7605104F4CB}"/>
                </a:ext>
              </a:extLst>
            </p:cNvPr>
            <p:cNvSpPr/>
            <p:nvPr/>
          </p:nvSpPr>
          <p:spPr>
            <a:xfrm>
              <a:off x="320810" y="2585980"/>
              <a:ext cx="665306" cy="665306"/>
            </a:xfrm>
            <a:prstGeom prst="diamond">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18" name="文本框 17">
              <a:extLst>
                <a:ext uri="{FF2B5EF4-FFF2-40B4-BE49-F238E27FC236}">
                  <a16:creationId xmlns:a16="http://schemas.microsoft.com/office/drawing/2014/main" id="{9BA6C7E4-F2C7-7A45-AD04-15D9FBA4EA0C}"/>
                </a:ext>
              </a:extLst>
            </p:cNvPr>
            <p:cNvSpPr txBox="1"/>
            <p:nvPr/>
          </p:nvSpPr>
          <p:spPr>
            <a:xfrm>
              <a:off x="409895" y="2706106"/>
              <a:ext cx="774006" cy="461665"/>
            </a:xfrm>
            <a:prstGeom prst="rect">
              <a:avLst/>
            </a:prstGeom>
            <a:noFill/>
          </p:spPr>
          <p:txBody>
            <a:bodyPr wrap="square" rtlCol="0">
              <a:spAutoFit/>
            </a:bodyPr>
            <a:lstStyle/>
            <a:p>
              <a:r>
                <a:rPr kumimoji="1" lang="en-US" altLang="zh-CN" sz="2400" dirty="0">
                  <a:solidFill>
                    <a:schemeClr val="bg1"/>
                  </a:solidFill>
                  <a:latin typeface="Arial"/>
                  <a:ea typeface="微软雅黑"/>
                  <a:cs typeface="Alibaba PuHuiTi" pitchFamily="18" charset="-122"/>
                  <a:sym typeface="Arial"/>
                </a:rPr>
                <a:t>01</a:t>
              </a:r>
              <a:endParaRPr kumimoji="1" lang="zh-CN" altLang="en-US" sz="2400" dirty="0">
                <a:solidFill>
                  <a:schemeClr val="bg1"/>
                </a:solidFill>
                <a:latin typeface="Arial"/>
                <a:ea typeface="微软雅黑"/>
                <a:cs typeface="Alibaba PuHuiTi" pitchFamily="18" charset="-122"/>
                <a:sym typeface="Arial"/>
              </a:endParaRPr>
            </a:p>
          </p:txBody>
        </p:sp>
      </p:grpSp>
      <p:grpSp>
        <p:nvGrpSpPr>
          <p:cNvPr id="20" name="组合 19">
            <a:extLst>
              <a:ext uri="{FF2B5EF4-FFF2-40B4-BE49-F238E27FC236}">
                <a16:creationId xmlns:a16="http://schemas.microsoft.com/office/drawing/2014/main" id="{59468B8B-09AC-D842-8660-F365DE2ADDC4}"/>
              </a:ext>
            </a:extLst>
          </p:cNvPr>
          <p:cNvGrpSpPr/>
          <p:nvPr/>
        </p:nvGrpSpPr>
        <p:grpSpPr>
          <a:xfrm>
            <a:off x="5469156" y="2678310"/>
            <a:ext cx="845162" cy="665306"/>
            <a:chOff x="320810" y="2585980"/>
            <a:chExt cx="845162" cy="665306"/>
          </a:xfrm>
        </p:grpSpPr>
        <p:sp>
          <p:nvSpPr>
            <p:cNvPr id="21" name="菱形 20">
              <a:extLst>
                <a:ext uri="{FF2B5EF4-FFF2-40B4-BE49-F238E27FC236}">
                  <a16:creationId xmlns:a16="http://schemas.microsoft.com/office/drawing/2014/main" id="{2993452D-A065-2B47-A873-B8A47710C15D}"/>
                </a:ext>
              </a:extLst>
            </p:cNvPr>
            <p:cNvSpPr/>
            <p:nvPr/>
          </p:nvSpPr>
          <p:spPr>
            <a:xfrm>
              <a:off x="482174" y="2585980"/>
              <a:ext cx="665306" cy="665306"/>
            </a:xfrm>
            <a:prstGeom prst="diamond">
              <a:avLst/>
            </a:prstGeom>
            <a:noFill/>
            <a:ln w="25400">
              <a:solidFill>
                <a:srgbClr val="A6AF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22" name="菱形 21">
              <a:extLst>
                <a:ext uri="{FF2B5EF4-FFF2-40B4-BE49-F238E27FC236}">
                  <a16:creationId xmlns:a16="http://schemas.microsoft.com/office/drawing/2014/main" id="{9CD5F55D-7401-F94C-83BF-84D5DA8BA593}"/>
                </a:ext>
              </a:extLst>
            </p:cNvPr>
            <p:cNvSpPr/>
            <p:nvPr/>
          </p:nvSpPr>
          <p:spPr>
            <a:xfrm>
              <a:off x="320810" y="2585980"/>
              <a:ext cx="665306" cy="665306"/>
            </a:xfrm>
            <a:prstGeom prst="diamond">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23" name="文本框 22">
              <a:extLst>
                <a:ext uri="{FF2B5EF4-FFF2-40B4-BE49-F238E27FC236}">
                  <a16:creationId xmlns:a16="http://schemas.microsoft.com/office/drawing/2014/main" id="{65D48F42-DECB-8B4C-9FCB-E5347A572C16}"/>
                </a:ext>
              </a:extLst>
            </p:cNvPr>
            <p:cNvSpPr txBox="1"/>
            <p:nvPr/>
          </p:nvSpPr>
          <p:spPr>
            <a:xfrm>
              <a:off x="391966" y="2706106"/>
              <a:ext cx="774006" cy="461665"/>
            </a:xfrm>
            <a:prstGeom prst="rect">
              <a:avLst/>
            </a:prstGeom>
            <a:noFill/>
          </p:spPr>
          <p:txBody>
            <a:bodyPr wrap="square" rtlCol="0">
              <a:spAutoFit/>
            </a:bodyPr>
            <a:lstStyle/>
            <a:p>
              <a:r>
                <a:rPr kumimoji="1" lang="en-US" altLang="zh-CN" sz="2400" dirty="0">
                  <a:solidFill>
                    <a:schemeClr val="bg1"/>
                  </a:solidFill>
                  <a:latin typeface="Arial"/>
                  <a:ea typeface="微软雅黑"/>
                  <a:cs typeface="Alibaba PuHuiTi" pitchFamily="18" charset="-122"/>
                  <a:sym typeface="Arial"/>
                </a:rPr>
                <a:t>02</a:t>
              </a:r>
              <a:endParaRPr kumimoji="1" lang="zh-CN" altLang="en-US" sz="2400" dirty="0">
                <a:solidFill>
                  <a:schemeClr val="bg1"/>
                </a:solidFill>
                <a:latin typeface="Arial"/>
                <a:ea typeface="微软雅黑"/>
                <a:cs typeface="Alibaba PuHuiTi" pitchFamily="18" charset="-122"/>
                <a:sym typeface="Arial"/>
              </a:endParaRPr>
            </a:p>
          </p:txBody>
        </p:sp>
      </p:grpSp>
      <p:grpSp>
        <p:nvGrpSpPr>
          <p:cNvPr id="24" name="组合 23">
            <a:extLst>
              <a:ext uri="{FF2B5EF4-FFF2-40B4-BE49-F238E27FC236}">
                <a16:creationId xmlns:a16="http://schemas.microsoft.com/office/drawing/2014/main" id="{1056D556-6C38-8641-BA3E-DD8012825ACD}"/>
              </a:ext>
            </a:extLst>
          </p:cNvPr>
          <p:cNvGrpSpPr/>
          <p:nvPr/>
        </p:nvGrpSpPr>
        <p:grpSpPr>
          <a:xfrm>
            <a:off x="5469156" y="3768636"/>
            <a:ext cx="845162" cy="665306"/>
            <a:chOff x="320810" y="2585980"/>
            <a:chExt cx="845162" cy="665306"/>
          </a:xfrm>
        </p:grpSpPr>
        <p:sp>
          <p:nvSpPr>
            <p:cNvPr id="25" name="菱形 24">
              <a:extLst>
                <a:ext uri="{FF2B5EF4-FFF2-40B4-BE49-F238E27FC236}">
                  <a16:creationId xmlns:a16="http://schemas.microsoft.com/office/drawing/2014/main" id="{2FFDDFE3-0D4A-384B-A773-7DF9027AF44B}"/>
                </a:ext>
              </a:extLst>
            </p:cNvPr>
            <p:cNvSpPr/>
            <p:nvPr/>
          </p:nvSpPr>
          <p:spPr>
            <a:xfrm>
              <a:off x="482174" y="2585980"/>
              <a:ext cx="665306" cy="665306"/>
            </a:xfrm>
            <a:prstGeom prst="diamond">
              <a:avLst/>
            </a:prstGeom>
            <a:noFill/>
            <a:ln w="25400">
              <a:solidFill>
                <a:srgbClr val="A6AF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26" name="菱形 25">
              <a:extLst>
                <a:ext uri="{FF2B5EF4-FFF2-40B4-BE49-F238E27FC236}">
                  <a16:creationId xmlns:a16="http://schemas.microsoft.com/office/drawing/2014/main" id="{0A5A032D-F98B-7847-BC8F-614ADE249610}"/>
                </a:ext>
              </a:extLst>
            </p:cNvPr>
            <p:cNvSpPr/>
            <p:nvPr/>
          </p:nvSpPr>
          <p:spPr>
            <a:xfrm>
              <a:off x="320810" y="2585980"/>
              <a:ext cx="665306" cy="665306"/>
            </a:xfrm>
            <a:prstGeom prst="diamond">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27" name="文本框 26">
              <a:extLst>
                <a:ext uri="{FF2B5EF4-FFF2-40B4-BE49-F238E27FC236}">
                  <a16:creationId xmlns:a16="http://schemas.microsoft.com/office/drawing/2014/main" id="{07DDB9D2-B33B-B64F-A473-26D99B43E1CF}"/>
                </a:ext>
              </a:extLst>
            </p:cNvPr>
            <p:cNvSpPr txBox="1"/>
            <p:nvPr/>
          </p:nvSpPr>
          <p:spPr>
            <a:xfrm>
              <a:off x="391966" y="2706106"/>
              <a:ext cx="774006" cy="461665"/>
            </a:xfrm>
            <a:prstGeom prst="rect">
              <a:avLst/>
            </a:prstGeom>
            <a:noFill/>
          </p:spPr>
          <p:txBody>
            <a:bodyPr wrap="square" rtlCol="0">
              <a:spAutoFit/>
            </a:bodyPr>
            <a:lstStyle/>
            <a:p>
              <a:r>
                <a:rPr kumimoji="1" lang="en-US" altLang="zh-CN" sz="2400" dirty="0">
                  <a:solidFill>
                    <a:schemeClr val="bg1"/>
                  </a:solidFill>
                  <a:latin typeface="Arial"/>
                  <a:ea typeface="微软雅黑"/>
                  <a:cs typeface="Alibaba PuHuiTi" pitchFamily="18" charset="-122"/>
                  <a:sym typeface="Arial"/>
                </a:rPr>
                <a:t>03</a:t>
              </a:r>
              <a:endParaRPr kumimoji="1" lang="zh-CN" altLang="en-US" sz="2400" dirty="0">
                <a:solidFill>
                  <a:schemeClr val="bg1"/>
                </a:solidFill>
                <a:latin typeface="Arial"/>
                <a:ea typeface="微软雅黑"/>
                <a:cs typeface="Alibaba PuHuiTi" pitchFamily="18" charset="-122"/>
                <a:sym typeface="Arial"/>
              </a:endParaRPr>
            </a:p>
          </p:txBody>
        </p:sp>
      </p:grpSp>
      <p:grpSp>
        <p:nvGrpSpPr>
          <p:cNvPr id="29" name="组合 28">
            <a:extLst>
              <a:ext uri="{FF2B5EF4-FFF2-40B4-BE49-F238E27FC236}">
                <a16:creationId xmlns:a16="http://schemas.microsoft.com/office/drawing/2014/main" id="{2C602842-4946-DC47-9F15-FAFC296E5540}"/>
              </a:ext>
            </a:extLst>
          </p:cNvPr>
          <p:cNvGrpSpPr/>
          <p:nvPr/>
        </p:nvGrpSpPr>
        <p:grpSpPr>
          <a:xfrm>
            <a:off x="5469156" y="4718890"/>
            <a:ext cx="845162" cy="665306"/>
            <a:chOff x="320810" y="2585980"/>
            <a:chExt cx="845162" cy="665306"/>
          </a:xfrm>
        </p:grpSpPr>
        <p:sp>
          <p:nvSpPr>
            <p:cNvPr id="30" name="菱形 29">
              <a:extLst>
                <a:ext uri="{FF2B5EF4-FFF2-40B4-BE49-F238E27FC236}">
                  <a16:creationId xmlns:a16="http://schemas.microsoft.com/office/drawing/2014/main" id="{8ACAB43B-A11F-F443-96E0-F27C2D1254CF}"/>
                </a:ext>
              </a:extLst>
            </p:cNvPr>
            <p:cNvSpPr/>
            <p:nvPr/>
          </p:nvSpPr>
          <p:spPr>
            <a:xfrm>
              <a:off x="482174" y="2585980"/>
              <a:ext cx="665306" cy="665306"/>
            </a:xfrm>
            <a:prstGeom prst="diamond">
              <a:avLst/>
            </a:prstGeom>
            <a:noFill/>
            <a:ln w="25400">
              <a:solidFill>
                <a:srgbClr val="A6AF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31" name="菱形 30">
              <a:extLst>
                <a:ext uri="{FF2B5EF4-FFF2-40B4-BE49-F238E27FC236}">
                  <a16:creationId xmlns:a16="http://schemas.microsoft.com/office/drawing/2014/main" id="{F00CE5CF-D542-0044-9B04-36B1373389A8}"/>
                </a:ext>
              </a:extLst>
            </p:cNvPr>
            <p:cNvSpPr/>
            <p:nvPr/>
          </p:nvSpPr>
          <p:spPr>
            <a:xfrm>
              <a:off x="320810" y="2585980"/>
              <a:ext cx="665306" cy="665306"/>
            </a:xfrm>
            <a:prstGeom prst="diamond">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32" name="文本框 31">
              <a:extLst>
                <a:ext uri="{FF2B5EF4-FFF2-40B4-BE49-F238E27FC236}">
                  <a16:creationId xmlns:a16="http://schemas.microsoft.com/office/drawing/2014/main" id="{DE88177F-4B64-0542-9841-252A5E3D2502}"/>
                </a:ext>
              </a:extLst>
            </p:cNvPr>
            <p:cNvSpPr txBox="1"/>
            <p:nvPr/>
          </p:nvSpPr>
          <p:spPr>
            <a:xfrm>
              <a:off x="391966" y="2706106"/>
              <a:ext cx="774006" cy="461665"/>
            </a:xfrm>
            <a:prstGeom prst="rect">
              <a:avLst/>
            </a:prstGeom>
            <a:noFill/>
          </p:spPr>
          <p:txBody>
            <a:bodyPr wrap="square" rtlCol="0">
              <a:spAutoFit/>
            </a:bodyPr>
            <a:lstStyle/>
            <a:p>
              <a:r>
                <a:rPr kumimoji="1" lang="en-US" altLang="zh-CN" sz="2400" dirty="0">
                  <a:solidFill>
                    <a:schemeClr val="bg1"/>
                  </a:solidFill>
                  <a:latin typeface="Arial"/>
                  <a:ea typeface="微软雅黑"/>
                  <a:cs typeface="Alibaba PuHuiTi" pitchFamily="18" charset="-122"/>
                  <a:sym typeface="Arial"/>
                </a:rPr>
                <a:t>04</a:t>
              </a:r>
              <a:endParaRPr kumimoji="1" lang="zh-CN" altLang="en-US" sz="2400" dirty="0">
                <a:solidFill>
                  <a:schemeClr val="bg1"/>
                </a:solidFill>
                <a:latin typeface="Arial"/>
                <a:ea typeface="微软雅黑"/>
                <a:cs typeface="Alibaba PuHuiTi" pitchFamily="18" charset="-122"/>
                <a:sym typeface="Arial"/>
              </a:endParaRPr>
            </a:p>
          </p:txBody>
        </p:sp>
      </p:grpSp>
      <p:sp>
        <p:nvSpPr>
          <p:cNvPr id="36" name="TextBox 4">
            <a:extLst>
              <a:ext uri="{FF2B5EF4-FFF2-40B4-BE49-F238E27FC236}">
                <a16:creationId xmlns:a16="http://schemas.microsoft.com/office/drawing/2014/main" id="{EB684C7E-20A7-9694-F2D4-694B922B40F4}"/>
              </a:ext>
            </a:extLst>
          </p:cNvPr>
          <p:cNvSpPr txBox="1"/>
          <p:nvPr/>
        </p:nvSpPr>
        <p:spPr>
          <a:xfrm>
            <a:off x="0" y="0"/>
            <a:ext cx="45365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p>
        </p:txBody>
      </p:sp>
    </p:spTree>
    <p:extLst>
      <p:ext uri="{BB962C8B-B14F-4D97-AF65-F5344CB8AC3E}">
        <p14:creationId xmlns:p14="http://schemas.microsoft.com/office/powerpoint/2010/main" val="479891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par>
                                <p:cTn id="10" presetID="55" presetClass="entr" presetSubtype="0" fill="hold" nodeType="withEffect">
                                  <p:stCondLst>
                                    <p:cond delay="0"/>
                                  </p:stCondLst>
                                  <p:childTnLst>
                                    <p:set>
                                      <p:cBhvr>
                                        <p:cTn id="11" dur="1" fill="hold">
                                          <p:stCondLst>
                                            <p:cond delay="0"/>
                                          </p:stCondLst>
                                        </p:cTn>
                                        <p:tgtEl>
                                          <p:spTgt spid="35"/>
                                        </p:tgtEl>
                                        <p:attrNameLst>
                                          <p:attrName>style.visibility</p:attrName>
                                        </p:attrNameLst>
                                      </p:cBhvr>
                                      <p:to>
                                        <p:strVal val="visible"/>
                                      </p:to>
                                    </p:set>
                                    <p:anim calcmode="lin" valueType="num">
                                      <p:cBhvr>
                                        <p:cTn id="12" dur="1000" fill="hold"/>
                                        <p:tgtEl>
                                          <p:spTgt spid="35"/>
                                        </p:tgtEl>
                                        <p:attrNameLst>
                                          <p:attrName>ppt_w</p:attrName>
                                        </p:attrNameLst>
                                      </p:cBhvr>
                                      <p:tavLst>
                                        <p:tav tm="0">
                                          <p:val>
                                            <p:strVal val="#ppt_w*0.70"/>
                                          </p:val>
                                        </p:tav>
                                        <p:tav tm="100000">
                                          <p:val>
                                            <p:strVal val="#ppt_w"/>
                                          </p:val>
                                        </p:tav>
                                      </p:tavLst>
                                    </p:anim>
                                    <p:anim calcmode="lin" valueType="num">
                                      <p:cBhvr>
                                        <p:cTn id="13" dur="1000" fill="hold"/>
                                        <p:tgtEl>
                                          <p:spTgt spid="35"/>
                                        </p:tgtEl>
                                        <p:attrNameLst>
                                          <p:attrName>ppt_h</p:attrName>
                                        </p:attrNameLst>
                                      </p:cBhvr>
                                      <p:tavLst>
                                        <p:tav tm="0">
                                          <p:val>
                                            <p:strVal val="#ppt_h"/>
                                          </p:val>
                                        </p:tav>
                                        <p:tav tm="100000">
                                          <p:val>
                                            <p:strVal val="#ppt_h"/>
                                          </p:val>
                                        </p:tav>
                                      </p:tavLst>
                                    </p:anim>
                                    <p:animEffect transition="in" filter="fade">
                                      <p:cBhvr>
                                        <p:cTn id="14" dur="1000"/>
                                        <p:tgtEl>
                                          <p:spTgt spid="35"/>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anim calcmode="lin" valueType="num">
                                      <p:cBhvr>
                                        <p:cTn id="17" dur="1000" fill="hold"/>
                                        <p:tgtEl>
                                          <p:spTgt spid="34"/>
                                        </p:tgtEl>
                                        <p:attrNameLst>
                                          <p:attrName>ppt_w</p:attrName>
                                        </p:attrNameLst>
                                      </p:cBhvr>
                                      <p:tavLst>
                                        <p:tav tm="0">
                                          <p:val>
                                            <p:strVal val="#ppt_w*0.70"/>
                                          </p:val>
                                        </p:tav>
                                        <p:tav tm="100000">
                                          <p:val>
                                            <p:strVal val="#ppt_w"/>
                                          </p:val>
                                        </p:tav>
                                      </p:tavLst>
                                    </p:anim>
                                    <p:anim calcmode="lin" valueType="num">
                                      <p:cBhvr>
                                        <p:cTn id="18" dur="1000" fill="hold"/>
                                        <p:tgtEl>
                                          <p:spTgt spid="34"/>
                                        </p:tgtEl>
                                        <p:attrNameLst>
                                          <p:attrName>ppt_h</p:attrName>
                                        </p:attrNameLst>
                                      </p:cBhvr>
                                      <p:tavLst>
                                        <p:tav tm="0">
                                          <p:val>
                                            <p:strVal val="#ppt_h"/>
                                          </p:val>
                                        </p:tav>
                                        <p:tav tm="100000">
                                          <p:val>
                                            <p:strVal val="#ppt_h"/>
                                          </p:val>
                                        </p:tav>
                                      </p:tavLst>
                                    </p:anim>
                                    <p:animEffect transition="in" filter="fade">
                                      <p:cBhvr>
                                        <p:cTn id="19" dur="1000"/>
                                        <p:tgtEl>
                                          <p:spTgt spid="34"/>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1000" fill="hold"/>
                                        <p:tgtEl>
                                          <p:spTgt spid="6"/>
                                        </p:tgtEl>
                                        <p:attrNameLst>
                                          <p:attrName>ppt_w</p:attrName>
                                        </p:attrNameLst>
                                      </p:cBhvr>
                                      <p:tavLst>
                                        <p:tav tm="0">
                                          <p:val>
                                            <p:strVal val="#ppt_w*0.70"/>
                                          </p:val>
                                        </p:tav>
                                        <p:tav tm="100000">
                                          <p:val>
                                            <p:strVal val="#ppt_w"/>
                                          </p:val>
                                        </p:tav>
                                      </p:tavLst>
                                    </p:anim>
                                    <p:anim calcmode="lin" valueType="num">
                                      <p:cBhvr>
                                        <p:cTn id="23" dur="1000" fill="hold"/>
                                        <p:tgtEl>
                                          <p:spTgt spid="6"/>
                                        </p:tgtEl>
                                        <p:attrNameLst>
                                          <p:attrName>ppt_h</p:attrName>
                                        </p:attrNameLst>
                                      </p:cBhvr>
                                      <p:tavLst>
                                        <p:tav tm="0">
                                          <p:val>
                                            <p:strVal val="#ppt_h"/>
                                          </p:val>
                                        </p:tav>
                                        <p:tav tm="100000">
                                          <p:val>
                                            <p:strVal val="#ppt_h"/>
                                          </p:val>
                                        </p:tav>
                                      </p:tavLst>
                                    </p:anim>
                                    <p:animEffect transition="in" filter="fade">
                                      <p:cBhvr>
                                        <p:cTn id="24" dur="1000"/>
                                        <p:tgtEl>
                                          <p:spTgt spid="6"/>
                                        </p:tgtEl>
                                      </p:cBhvr>
                                    </p:animEffect>
                                  </p:childTnLst>
                                </p:cTn>
                              </p:par>
                              <p:par>
                                <p:cTn id="25" presetID="55"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1000" fill="hold"/>
                                        <p:tgtEl>
                                          <p:spTgt spid="7"/>
                                        </p:tgtEl>
                                        <p:attrNameLst>
                                          <p:attrName>ppt_w</p:attrName>
                                        </p:attrNameLst>
                                      </p:cBhvr>
                                      <p:tavLst>
                                        <p:tav tm="0">
                                          <p:val>
                                            <p:strVal val="#ppt_w*0.70"/>
                                          </p:val>
                                        </p:tav>
                                        <p:tav tm="100000">
                                          <p:val>
                                            <p:strVal val="#ppt_w"/>
                                          </p:val>
                                        </p:tav>
                                      </p:tavLst>
                                    </p:anim>
                                    <p:anim calcmode="lin" valueType="num">
                                      <p:cBhvr>
                                        <p:cTn id="28" dur="1000" fill="hold"/>
                                        <p:tgtEl>
                                          <p:spTgt spid="7"/>
                                        </p:tgtEl>
                                        <p:attrNameLst>
                                          <p:attrName>ppt_h</p:attrName>
                                        </p:attrNameLst>
                                      </p:cBhvr>
                                      <p:tavLst>
                                        <p:tav tm="0">
                                          <p:val>
                                            <p:strVal val="#ppt_h"/>
                                          </p:val>
                                        </p:tav>
                                        <p:tav tm="100000">
                                          <p:val>
                                            <p:strVal val="#ppt_h"/>
                                          </p:val>
                                        </p:tav>
                                      </p:tavLst>
                                    </p:anim>
                                    <p:animEffect transition="in" filter="fade">
                                      <p:cBhvr>
                                        <p:cTn id="29" dur="1000"/>
                                        <p:tgtEl>
                                          <p:spTgt spid="7"/>
                                        </p:tgtEl>
                                      </p:cBhvr>
                                    </p:animEffect>
                                  </p:childTnLst>
                                </p:cTn>
                              </p:par>
                              <p:par>
                                <p:cTn id="30" presetID="55"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p:cTn id="32" dur="1000" fill="hold"/>
                                        <p:tgtEl>
                                          <p:spTgt spid="8"/>
                                        </p:tgtEl>
                                        <p:attrNameLst>
                                          <p:attrName>ppt_w</p:attrName>
                                        </p:attrNameLst>
                                      </p:cBhvr>
                                      <p:tavLst>
                                        <p:tav tm="0">
                                          <p:val>
                                            <p:strVal val="#ppt_w*0.70"/>
                                          </p:val>
                                        </p:tav>
                                        <p:tav tm="100000">
                                          <p:val>
                                            <p:strVal val="#ppt_w"/>
                                          </p:val>
                                        </p:tav>
                                      </p:tavLst>
                                    </p:anim>
                                    <p:anim calcmode="lin" valueType="num">
                                      <p:cBhvr>
                                        <p:cTn id="33" dur="1000" fill="hold"/>
                                        <p:tgtEl>
                                          <p:spTgt spid="8"/>
                                        </p:tgtEl>
                                        <p:attrNameLst>
                                          <p:attrName>ppt_h</p:attrName>
                                        </p:attrNameLst>
                                      </p:cBhvr>
                                      <p:tavLst>
                                        <p:tav tm="0">
                                          <p:val>
                                            <p:strVal val="#ppt_h"/>
                                          </p:val>
                                        </p:tav>
                                        <p:tav tm="100000">
                                          <p:val>
                                            <p:strVal val="#ppt_h"/>
                                          </p:val>
                                        </p:tav>
                                      </p:tavLst>
                                    </p:anim>
                                    <p:animEffect transition="in" filter="fade">
                                      <p:cBhvr>
                                        <p:cTn id="34" dur="1000"/>
                                        <p:tgtEl>
                                          <p:spTgt spid="8"/>
                                        </p:tgtEl>
                                      </p:cBhvr>
                                    </p:animEffect>
                                  </p:childTnLst>
                                </p:cTn>
                              </p:par>
                              <p:par>
                                <p:cTn id="35" presetID="55"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1000" fill="hold"/>
                                        <p:tgtEl>
                                          <p:spTgt spid="11"/>
                                        </p:tgtEl>
                                        <p:attrNameLst>
                                          <p:attrName>ppt_w</p:attrName>
                                        </p:attrNameLst>
                                      </p:cBhvr>
                                      <p:tavLst>
                                        <p:tav tm="0">
                                          <p:val>
                                            <p:strVal val="#ppt_w*0.70"/>
                                          </p:val>
                                        </p:tav>
                                        <p:tav tm="100000">
                                          <p:val>
                                            <p:strVal val="#ppt_w"/>
                                          </p:val>
                                        </p:tav>
                                      </p:tavLst>
                                    </p:anim>
                                    <p:anim calcmode="lin" valueType="num">
                                      <p:cBhvr>
                                        <p:cTn id="38" dur="1000" fill="hold"/>
                                        <p:tgtEl>
                                          <p:spTgt spid="11"/>
                                        </p:tgtEl>
                                        <p:attrNameLst>
                                          <p:attrName>ppt_h</p:attrName>
                                        </p:attrNameLst>
                                      </p:cBhvr>
                                      <p:tavLst>
                                        <p:tav tm="0">
                                          <p:val>
                                            <p:strVal val="#ppt_h"/>
                                          </p:val>
                                        </p:tav>
                                        <p:tav tm="100000">
                                          <p:val>
                                            <p:strVal val="#ppt_h"/>
                                          </p:val>
                                        </p:tav>
                                      </p:tavLst>
                                    </p:anim>
                                    <p:animEffect transition="in" filter="fade">
                                      <p:cBhvr>
                                        <p:cTn id="39" dur="1000"/>
                                        <p:tgtEl>
                                          <p:spTgt spid="11"/>
                                        </p:tgtEl>
                                      </p:cBhvr>
                                    </p:animEffect>
                                  </p:childTnLst>
                                </p:cTn>
                              </p:par>
                              <p:par>
                                <p:cTn id="40" presetID="55"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1000" fill="hold"/>
                                        <p:tgtEl>
                                          <p:spTgt spid="12"/>
                                        </p:tgtEl>
                                        <p:attrNameLst>
                                          <p:attrName>ppt_w</p:attrName>
                                        </p:attrNameLst>
                                      </p:cBhvr>
                                      <p:tavLst>
                                        <p:tav tm="0">
                                          <p:val>
                                            <p:strVal val="#ppt_w*0.70"/>
                                          </p:val>
                                        </p:tav>
                                        <p:tav tm="100000">
                                          <p:val>
                                            <p:strVal val="#ppt_w"/>
                                          </p:val>
                                        </p:tav>
                                      </p:tavLst>
                                    </p:anim>
                                    <p:anim calcmode="lin" valueType="num">
                                      <p:cBhvr>
                                        <p:cTn id="43" dur="1000" fill="hold"/>
                                        <p:tgtEl>
                                          <p:spTgt spid="12"/>
                                        </p:tgtEl>
                                        <p:attrNameLst>
                                          <p:attrName>ppt_h</p:attrName>
                                        </p:attrNameLst>
                                      </p:cBhvr>
                                      <p:tavLst>
                                        <p:tav tm="0">
                                          <p:val>
                                            <p:strVal val="#ppt_h"/>
                                          </p:val>
                                        </p:tav>
                                        <p:tav tm="100000">
                                          <p:val>
                                            <p:strVal val="#ppt_h"/>
                                          </p:val>
                                        </p:tav>
                                      </p:tavLst>
                                    </p:anim>
                                    <p:animEffect transition="in" filter="fade">
                                      <p:cBhvr>
                                        <p:cTn id="44" dur="1000"/>
                                        <p:tgtEl>
                                          <p:spTgt spid="12"/>
                                        </p:tgtEl>
                                      </p:cBhvr>
                                    </p:animEffect>
                                  </p:childTnLst>
                                </p:cTn>
                              </p:par>
                              <p:par>
                                <p:cTn id="45" presetID="55"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p:cTn id="47" dur="1000" fill="hold"/>
                                        <p:tgtEl>
                                          <p:spTgt spid="13"/>
                                        </p:tgtEl>
                                        <p:attrNameLst>
                                          <p:attrName>ppt_w</p:attrName>
                                        </p:attrNameLst>
                                      </p:cBhvr>
                                      <p:tavLst>
                                        <p:tav tm="0">
                                          <p:val>
                                            <p:strVal val="#ppt_w*0.70"/>
                                          </p:val>
                                        </p:tav>
                                        <p:tav tm="100000">
                                          <p:val>
                                            <p:strVal val="#ppt_w"/>
                                          </p:val>
                                        </p:tav>
                                      </p:tavLst>
                                    </p:anim>
                                    <p:anim calcmode="lin" valueType="num">
                                      <p:cBhvr>
                                        <p:cTn id="48" dur="1000" fill="hold"/>
                                        <p:tgtEl>
                                          <p:spTgt spid="13"/>
                                        </p:tgtEl>
                                        <p:attrNameLst>
                                          <p:attrName>ppt_h</p:attrName>
                                        </p:attrNameLst>
                                      </p:cBhvr>
                                      <p:tavLst>
                                        <p:tav tm="0">
                                          <p:val>
                                            <p:strVal val="#ppt_h"/>
                                          </p:val>
                                        </p:tav>
                                        <p:tav tm="100000">
                                          <p:val>
                                            <p:strVal val="#ppt_h"/>
                                          </p:val>
                                        </p:tav>
                                      </p:tavLst>
                                    </p:anim>
                                    <p:animEffect transition="in" filter="fade">
                                      <p:cBhvr>
                                        <p:cTn id="49" dur="1000"/>
                                        <p:tgtEl>
                                          <p:spTgt spid="13"/>
                                        </p:tgtEl>
                                      </p:cBhvr>
                                    </p:animEffect>
                                  </p:childTnLst>
                                </p:cTn>
                              </p:par>
                              <p:par>
                                <p:cTn id="50" presetID="55"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p:cTn id="52" dur="1000" fill="hold"/>
                                        <p:tgtEl>
                                          <p:spTgt spid="14"/>
                                        </p:tgtEl>
                                        <p:attrNameLst>
                                          <p:attrName>ppt_w</p:attrName>
                                        </p:attrNameLst>
                                      </p:cBhvr>
                                      <p:tavLst>
                                        <p:tav tm="0">
                                          <p:val>
                                            <p:strVal val="#ppt_w*0.70"/>
                                          </p:val>
                                        </p:tav>
                                        <p:tav tm="100000">
                                          <p:val>
                                            <p:strVal val="#ppt_w"/>
                                          </p:val>
                                        </p:tav>
                                      </p:tavLst>
                                    </p:anim>
                                    <p:anim calcmode="lin" valueType="num">
                                      <p:cBhvr>
                                        <p:cTn id="53" dur="1000" fill="hold"/>
                                        <p:tgtEl>
                                          <p:spTgt spid="14"/>
                                        </p:tgtEl>
                                        <p:attrNameLst>
                                          <p:attrName>ppt_h</p:attrName>
                                        </p:attrNameLst>
                                      </p:cBhvr>
                                      <p:tavLst>
                                        <p:tav tm="0">
                                          <p:val>
                                            <p:strVal val="#ppt_h"/>
                                          </p:val>
                                        </p:tav>
                                        <p:tav tm="100000">
                                          <p:val>
                                            <p:strVal val="#ppt_h"/>
                                          </p:val>
                                        </p:tav>
                                      </p:tavLst>
                                    </p:anim>
                                    <p:animEffect transition="in" filter="fade">
                                      <p:cBhvr>
                                        <p:cTn id="54" dur="1000"/>
                                        <p:tgtEl>
                                          <p:spTgt spid="14"/>
                                        </p:tgtEl>
                                      </p:cBhvr>
                                    </p:animEffect>
                                  </p:childTnLst>
                                </p:cTn>
                              </p:par>
                              <p:par>
                                <p:cTn id="55" presetID="55"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p:cTn id="57" dur="1000" fill="hold"/>
                                        <p:tgtEl>
                                          <p:spTgt spid="15"/>
                                        </p:tgtEl>
                                        <p:attrNameLst>
                                          <p:attrName>ppt_w</p:attrName>
                                        </p:attrNameLst>
                                      </p:cBhvr>
                                      <p:tavLst>
                                        <p:tav tm="0">
                                          <p:val>
                                            <p:strVal val="#ppt_w*0.70"/>
                                          </p:val>
                                        </p:tav>
                                        <p:tav tm="100000">
                                          <p:val>
                                            <p:strVal val="#ppt_w"/>
                                          </p:val>
                                        </p:tav>
                                      </p:tavLst>
                                    </p:anim>
                                    <p:anim calcmode="lin" valueType="num">
                                      <p:cBhvr>
                                        <p:cTn id="58" dur="1000" fill="hold"/>
                                        <p:tgtEl>
                                          <p:spTgt spid="15"/>
                                        </p:tgtEl>
                                        <p:attrNameLst>
                                          <p:attrName>ppt_h</p:attrName>
                                        </p:attrNameLst>
                                      </p:cBhvr>
                                      <p:tavLst>
                                        <p:tav tm="0">
                                          <p:val>
                                            <p:strVal val="#ppt_h"/>
                                          </p:val>
                                        </p:tav>
                                        <p:tav tm="100000">
                                          <p:val>
                                            <p:strVal val="#ppt_h"/>
                                          </p:val>
                                        </p:tav>
                                      </p:tavLst>
                                    </p:anim>
                                    <p:animEffect transition="in" filter="fade">
                                      <p:cBhvr>
                                        <p:cTn id="59" dur="1000"/>
                                        <p:tgtEl>
                                          <p:spTgt spid="15"/>
                                        </p:tgtEl>
                                      </p:cBhvr>
                                    </p:animEffect>
                                  </p:childTnLst>
                                </p:cTn>
                              </p:par>
                              <p:par>
                                <p:cTn id="60" presetID="55" presetClass="entr" presetSubtype="0" fill="hold" nodeType="withEffect">
                                  <p:stCondLst>
                                    <p:cond delay="0"/>
                                  </p:stCondLst>
                                  <p:childTnLst>
                                    <p:set>
                                      <p:cBhvr>
                                        <p:cTn id="61" dur="1" fill="hold">
                                          <p:stCondLst>
                                            <p:cond delay="0"/>
                                          </p:stCondLst>
                                        </p:cTn>
                                        <p:tgtEl>
                                          <p:spTgt spid="19"/>
                                        </p:tgtEl>
                                        <p:attrNameLst>
                                          <p:attrName>style.visibility</p:attrName>
                                        </p:attrNameLst>
                                      </p:cBhvr>
                                      <p:to>
                                        <p:strVal val="visible"/>
                                      </p:to>
                                    </p:set>
                                    <p:anim calcmode="lin" valueType="num">
                                      <p:cBhvr>
                                        <p:cTn id="62" dur="1000" fill="hold"/>
                                        <p:tgtEl>
                                          <p:spTgt spid="19"/>
                                        </p:tgtEl>
                                        <p:attrNameLst>
                                          <p:attrName>ppt_w</p:attrName>
                                        </p:attrNameLst>
                                      </p:cBhvr>
                                      <p:tavLst>
                                        <p:tav tm="0">
                                          <p:val>
                                            <p:strVal val="#ppt_w*0.70"/>
                                          </p:val>
                                        </p:tav>
                                        <p:tav tm="100000">
                                          <p:val>
                                            <p:strVal val="#ppt_w"/>
                                          </p:val>
                                        </p:tav>
                                      </p:tavLst>
                                    </p:anim>
                                    <p:anim calcmode="lin" valueType="num">
                                      <p:cBhvr>
                                        <p:cTn id="63" dur="1000" fill="hold"/>
                                        <p:tgtEl>
                                          <p:spTgt spid="19"/>
                                        </p:tgtEl>
                                        <p:attrNameLst>
                                          <p:attrName>ppt_h</p:attrName>
                                        </p:attrNameLst>
                                      </p:cBhvr>
                                      <p:tavLst>
                                        <p:tav tm="0">
                                          <p:val>
                                            <p:strVal val="#ppt_h"/>
                                          </p:val>
                                        </p:tav>
                                        <p:tav tm="100000">
                                          <p:val>
                                            <p:strVal val="#ppt_h"/>
                                          </p:val>
                                        </p:tav>
                                      </p:tavLst>
                                    </p:anim>
                                    <p:animEffect transition="in" filter="fade">
                                      <p:cBhvr>
                                        <p:cTn id="64" dur="1000"/>
                                        <p:tgtEl>
                                          <p:spTgt spid="19"/>
                                        </p:tgtEl>
                                      </p:cBhvr>
                                    </p:animEffect>
                                  </p:childTnLst>
                                </p:cTn>
                              </p:par>
                              <p:par>
                                <p:cTn id="65" presetID="55" presetClass="entr" presetSubtype="0" fill="hold" nodeType="with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p:cTn id="67" dur="1000" fill="hold"/>
                                        <p:tgtEl>
                                          <p:spTgt spid="20"/>
                                        </p:tgtEl>
                                        <p:attrNameLst>
                                          <p:attrName>ppt_w</p:attrName>
                                        </p:attrNameLst>
                                      </p:cBhvr>
                                      <p:tavLst>
                                        <p:tav tm="0">
                                          <p:val>
                                            <p:strVal val="#ppt_w*0.70"/>
                                          </p:val>
                                        </p:tav>
                                        <p:tav tm="100000">
                                          <p:val>
                                            <p:strVal val="#ppt_w"/>
                                          </p:val>
                                        </p:tav>
                                      </p:tavLst>
                                    </p:anim>
                                    <p:anim calcmode="lin" valueType="num">
                                      <p:cBhvr>
                                        <p:cTn id="68" dur="1000" fill="hold"/>
                                        <p:tgtEl>
                                          <p:spTgt spid="20"/>
                                        </p:tgtEl>
                                        <p:attrNameLst>
                                          <p:attrName>ppt_h</p:attrName>
                                        </p:attrNameLst>
                                      </p:cBhvr>
                                      <p:tavLst>
                                        <p:tav tm="0">
                                          <p:val>
                                            <p:strVal val="#ppt_h"/>
                                          </p:val>
                                        </p:tav>
                                        <p:tav tm="100000">
                                          <p:val>
                                            <p:strVal val="#ppt_h"/>
                                          </p:val>
                                        </p:tav>
                                      </p:tavLst>
                                    </p:anim>
                                    <p:animEffect transition="in" filter="fade">
                                      <p:cBhvr>
                                        <p:cTn id="69" dur="1000"/>
                                        <p:tgtEl>
                                          <p:spTgt spid="20"/>
                                        </p:tgtEl>
                                      </p:cBhvr>
                                    </p:animEffect>
                                  </p:childTnLst>
                                </p:cTn>
                              </p:par>
                              <p:par>
                                <p:cTn id="70" presetID="55" presetClass="entr" presetSubtype="0" fill="hold" nodeType="withEffect">
                                  <p:stCondLst>
                                    <p:cond delay="0"/>
                                  </p:stCondLst>
                                  <p:childTnLst>
                                    <p:set>
                                      <p:cBhvr>
                                        <p:cTn id="71" dur="1" fill="hold">
                                          <p:stCondLst>
                                            <p:cond delay="0"/>
                                          </p:stCondLst>
                                        </p:cTn>
                                        <p:tgtEl>
                                          <p:spTgt spid="24"/>
                                        </p:tgtEl>
                                        <p:attrNameLst>
                                          <p:attrName>style.visibility</p:attrName>
                                        </p:attrNameLst>
                                      </p:cBhvr>
                                      <p:to>
                                        <p:strVal val="visible"/>
                                      </p:to>
                                    </p:set>
                                    <p:anim calcmode="lin" valueType="num">
                                      <p:cBhvr>
                                        <p:cTn id="72" dur="1000" fill="hold"/>
                                        <p:tgtEl>
                                          <p:spTgt spid="24"/>
                                        </p:tgtEl>
                                        <p:attrNameLst>
                                          <p:attrName>ppt_w</p:attrName>
                                        </p:attrNameLst>
                                      </p:cBhvr>
                                      <p:tavLst>
                                        <p:tav tm="0">
                                          <p:val>
                                            <p:strVal val="#ppt_w*0.70"/>
                                          </p:val>
                                        </p:tav>
                                        <p:tav tm="100000">
                                          <p:val>
                                            <p:strVal val="#ppt_w"/>
                                          </p:val>
                                        </p:tav>
                                      </p:tavLst>
                                    </p:anim>
                                    <p:anim calcmode="lin" valueType="num">
                                      <p:cBhvr>
                                        <p:cTn id="73" dur="1000" fill="hold"/>
                                        <p:tgtEl>
                                          <p:spTgt spid="24"/>
                                        </p:tgtEl>
                                        <p:attrNameLst>
                                          <p:attrName>ppt_h</p:attrName>
                                        </p:attrNameLst>
                                      </p:cBhvr>
                                      <p:tavLst>
                                        <p:tav tm="0">
                                          <p:val>
                                            <p:strVal val="#ppt_h"/>
                                          </p:val>
                                        </p:tav>
                                        <p:tav tm="100000">
                                          <p:val>
                                            <p:strVal val="#ppt_h"/>
                                          </p:val>
                                        </p:tav>
                                      </p:tavLst>
                                    </p:anim>
                                    <p:animEffect transition="in" filter="fade">
                                      <p:cBhvr>
                                        <p:cTn id="74" dur="1000"/>
                                        <p:tgtEl>
                                          <p:spTgt spid="24"/>
                                        </p:tgtEl>
                                      </p:cBhvr>
                                    </p:animEffect>
                                  </p:childTnLst>
                                </p:cTn>
                              </p:par>
                              <p:par>
                                <p:cTn id="75" presetID="55" presetClass="entr" presetSubtype="0" fill="hold" nodeType="withEffect">
                                  <p:stCondLst>
                                    <p:cond delay="0"/>
                                  </p:stCondLst>
                                  <p:childTnLst>
                                    <p:set>
                                      <p:cBhvr>
                                        <p:cTn id="76" dur="1" fill="hold">
                                          <p:stCondLst>
                                            <p:cond delay="0"/>
                                          </p:stCondLst>
                                        </p:cTn>
                                        <p:tgtEl>
                                          <p:spTgt spid="29"/>
                                        </p:tgtEl>
                                        <p:attrNameLst>
                                          <p:attrName>style.visibility</p:attrName>
                                        </p:attrNameLst>
                                      </p:cBhvr>
                                      <p:to>
                                        <p:strVal val="visible"/>
                                      </p:to>
                                    </p:set>
                                    <p:anim calcmode="lin" valueType="num">
                                      <p:cBhvr>
                                        <p:cTn id="77" dur="1000" fill="hold"/>
                                        <p:tgtEl>
                                          <p:spTgt spid="29"/>
                                        </p:tgtEl>
                                        <p:attrNameLst>
                                          <p:attrName>ppt_w</p:attrName>
                                        </p:attrNameLst>
                                      </p:cBhvr>
                                      <p:tavLst>
                                        <p:tav tm="0">
                                          <p:val>
                                            <p:strVal val="#ppt_w*0.70"/>
                                          </p:val>
                                        </p:tav>
                                        <p:tav tm="100000">
                                          <p:val>
                                            <p:strVal val="#ppt_w"/>
                                          </p:val>
                                        </p:tav>
                                      </p:tavLst>
                                    </p:anim>
                                    <p:anim calcmode="lin" valueType="num">
                                      <p:cBhvr>
                                        <p:cTn id="78" dur="1000" fill="hold"/>
                                        <p:tgtEl>
                                          <p:spTgt spid="29"/>
                                        </p:tgtEl>
                                        <p:attrNameLst>
                                          <p:attrName>ppt_h</p:attrName>
                                        </p:attrNameLst>
                                      </p:cBhvr>
                                      <p:tavLst>
                                        <p:tav tm="0">
                                          <p:val>
                                            <p:strVal val="#ppt_h"/>
                                          </p:val>
                                        </p:tav>
                                        <p:tav tm="100000">
                                          <p:val>
                                            <p:strVal val="#ppt_h"/>
                                          </p:val>
                                        </p:tav>
                                      </p:tavLst>
                                    </p:anim>
                                    <p:animEffect transition="in" filter="fade">
                                      <p:cBhvr>
                                        <p:cTn id="79"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4" grpId="0"/>
      <p:bldP spid="6" grpId="0" animBg="1"/>
      <p:bldP spid="7" grpId="0" animBg="1"/>
      <p:bldP spid="8" grpId="0" animBg="1"/>
      <p:bldP spid="11" grpId="0"/>
      <p:bldP spid="12" grpId="0"/>
      <p:bldP spid="13" grpId="0"/>
      <p:bldP spid="14" grpId="0"/>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D0B49A45-16FE-3B4C-BD8F-92EE371C66EB}"/>
              </a:ext>
            </a:extLst>
          </p:cNvPr>
          <p:cNvSpPr/>
          <p:nvPr/>
        </p:nvSpPr>
        <p:spPr>
          <a:xfrm>
            <a:off x="0" y="0"/>
            <a:ext cx="12192000" cy="6858000"/>
          </a:xfrm>
          <a:prstGeom prst="rect">
            <a:avLst/>
          </a:prstGeom>
          <a:solidFill>
            <a:srgbClr val="E7E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7" name="矩形 6">
            <a:extLst>
              <a:ext uri="{FF2B5EF4-FFF2-40B4-BE49-F238E27FC236}">
                <a16:creationId xmlns:a16="http://schemas.microsoft.com/office/drawing/2014/main" id="{D29F5ADE-5ABA-D04E-83B9-4F50CEA1C335}"/>
              </a:ext>
            </a:extLst>
          </p:cNvPr>
          <p:cNvSpPr/>
          <p:nvPr/>
        </p:nvSpPr>
        <p:spPr>
          <a:xfrm>
            <a:off x="0" y="992221"/>
            <a:ext cx="12192000" cy="51697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8" name="椭圆 7">
            <a:extLst>
              <a:ext uri="{FF2B5EF4-FFF2-40B4-BE49-F238E27FC236}">
                <a16:creationId xmlns:a16="http://schemas.microsoft.com/office/drawing/2014/main" id="{6E342AE5-BF27-A84B-BFD3-C505B86A08EA}"/>
              </a:ext>
            </a:extLst>
          </p:cNvPr>
          <p:cNvSpPr/>
          <p:nvPr/>
        </p:nvSpPr>
        <p:spPr>
          <a:xfrm flipH="1">
            <a:off x="330741" y="606088"/>
            <a:ext cx="239312" cy="239312"/>
          </a:xfrm>
          <a:prstGeom prst="ellipse">
            <a:avLst/>
          </a:prstGeom>
          <a:solidFill>
            <a:srgbClr val="FF5F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pic>
        <p:nvPicPr>
          <p:cNvPr id="9" name="图片 8">
            <a:extLst>
              <a:ext uri="{FF2B5EF4-FFF2-40B4-BE49-F238E27FC236}">
                <a16:creationId xmlns:a16="http://schemas.microsoft.com/office/drawing/2014/main" id="{4B240247-D7CE-6D44-9F0B-119A76D95745}"/>
              </a:ext>
            </a:extLst>
          </p:cNvPr>
          <p:cNvPicPr>
            <a:picLocks noChangeAspect="1"/>
          </p:cNvPicPr>
          <p:nvPr/>
        </p:nvPicPr>
        <p:blipFill rotWithShape="1">
          <a:blip r:embed="R4af4f20a8bdc477f" cstate="screen">
            <a:extLst>
              <a:ext uri="{28A0092B-C50C-407E-A947-70E740481C1C}">
                <a14:useLocalDpi xmlns:a14="http://schemas.microsoft.com/office/drawing/2010/main"/>
              </a:ext>
            </a:extLst>
          </a:blip>
          <a:srcRect/>
          <a:stretch/>
        </p:blipFill>
        <p:spPr>
          <a:xfrm>
            <a:off x="5848" y="5301182"/>
            <a:ext cx="12186151" cy="1556818"/>
          </a:xfrm>
          <a:prstGeom prst="rect">
            <a:avLst/>
          </a:prstGeom>
        </p:spPr>
      </p:pic>
      <p:sp>
        <p:nvSpPr>
          <p:cNvPr id="10" name="椭圆 9">
            <a:extLst>
              <a:ext uri="{FF2B5EF4-FFF2-40B4-BE49-F238E27FC236}">
                <a16:creationId xmlns:a16="http://schemas.microsoft.com/office/drawing/2014/main" id="{A9767FF7-383D-B844-B7A8-F0AFFB2BA82C}"/>
              </a:ext>
            </a:extLst>
          </p:cNvPr>
          <p:cNvSpPr/>
          <p:nvPr/>
        </p:nvSpPr>
        <p:spPr>
          <a:xfrm flipH="1">
            <a:off x="758758" y="606088"/>
            <a:ext cx="239312" cy="239312"/>
          </a:xfrm>
          <a:prstGeom prst="ellipse">
            <a:avLst/>
          </a:prstGeom>
          <a:solidFill>
            <a:srgbClr val="FEB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11" name="椭圆 10">
            <a:extLst>
              <a:ext uri="{FF2B5EF4-FFF2-40B4-BE49-F238E27FC236}">
                <a16:creationId xmlns:a16="http://schemas.microsoft.com/office/drawing/2014/main" id="{8F324BB7-0626-8E45-9C29-0CF9128B0C6A}"/>
              </a:ext>
            </a:extLst>
          </p:cNvPr>
          <p:cNvSpPr/>
          <p:nvPr/>
        </p:nvSpPr>
        <p:spPr>
          <a:xfrm flipH="1">
            <a:off x="1206231" y="606088"/>
            <a:ext cx="239312" cy="239312"/>
          </a:xfrm>
          <a:prstGeom prst="ellipse">
            <a:avLst/>
          </a:prstGeom>
          <a:solidFill>
            <a:srgbClr val="28C8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15" name="矩形 14">
            <a:extLst>
              <a:ext uri="{FF2B5EF4-FFF2-40B4-BE49-F238E27FC236}">
                <a16:creationId xmlns:a16="http://schemas.microsoft.com/office/drawing/2014/main" id="{01B029BD-3C9C-0D48-A099-47C206AB1890}"/>
              </a:ext>
            </a:extLst>
          </p:cNvPr>
          <p:cNvSpPr/>
          <p:nvPr/>
        </p:nvSpPr>
        <p:spPr>
          <a:xfrm>
            <a:off x="758758" y="3749681"/>
            <a:ext cx="4134465" cy="769441"/>
          </a:xfrm>
          <a:prstGeom prst="rect">
            <a:avLst/>
          </a:prstGeom>
        </p:spPr>
        <p:txBody>
          <a:bodyPr wrap="none">
            <a:spAutoFit/>
          </a:bodyPr>
          <a:lstStyle/>
          <a:p>
            <a:r>
              <a:rPr lang="zh-CN" altLang="en-US" sz="4400" b="1" dirty="0">
                <a:gradFill>
                  <a:gsLst>
                    <a:gs pos="100000">
                      <a:srgbClr val="A6AFD7"/>
                    </a:gs>
                    <a:gs pos="0">
                      <a:srgbClr val="B1C3F0"/>
                    </a:gs>
                  </a:gsLst>
                  <a:lin ang="16200000" scaled="0"/>
                </a:gradFill>
                <a:latin typeface="Arial"/>
                <a:ea typeface="微软雅黑"/>
                <a:cs typeface="Alibaba PuHuiTi" pitchFamily="18" charset="-122"/>
                <a:sym typeface="Arial"/>
              </a:rPr>
              <a:t>金融知识大普及</a:t>
            </a:r>
          </a:p>
        </p:txBody>
      </p:sp>
      <p:sp>
        <p:nvSpPr>
          <p:cNvPr id="16" name="矩形 15">
            <a:extLst>
              <a:ext uri="{FF2B5EF4-FFF2-40B4-BE49-F238E27FC236}">
                <a16:creationId xmlns:a16="http://schemas.microsoft.com/office/drawing/2014/main" id="{87309AC6-ED92-774B-A017-AFF8F4DC22B9}"/>
              </a:ext>
            </a:extLst>
          </p:cNvPr>
          <p:cNvSpPr/>
          <p:nvPr/>
        </p:nvSpPr>
        <p:spPr>
          <a:xfrm>
            <a:off x="1206231" y="2876896"/>
            <a:ext cx="2877813" cy="769441"/>
          </a:xfrm>
          <a:prstGeom prst="rect">
            <a:avLst/>
          </a:prstGeom>
          <a:noFill/>
        </p:spPr>
        <p:txBody>
          <a:bodyPr wrap="square">
            <a:spAutoFit/>
          </a:bodyPr>
          <a:lstStyle/>
          <a:p>
            <a:pPr algn="dist"/>
            <a:r>
              <a:rPr lang="en-US" altLang="zh-CN" sz="4400" b="1" dirty="0">
                <a:gradFill>
                  <a:gsLst>
                    <a:gs pos="100000">
                      <a:srgbClr val="A6AFD7"/>
                    </a:gs>
                    <a:gs pos="0">
                      <a:srgbClr val="B1C3F0"/>
                    </a:gs>
                  </a:gsLst>
                  <a:lin ang="16200000" scaled="0"/>
                </a:gradFill>
                <a:latin typeface="Arial"/>
                <a:ea typeface="微软雅黑"/>
                <a:cs typeface="Alibaba PuHuiTi" pitchFamily="18" charset="-122"/>
                <a:sym typeface="Arial"/>
              </a:rPr>
              <a:t>PART-1</a:t>
            </a:r>
            <a:endParaRPr lang="zh-CN" altLang="en-US" sz="4400" b="1" dirty="0">
              <a:gradFill>
                <a:gsLst>
                  <a:gs pos="100000">
                    <a:srgbClr val="A6AFD7"/>
                  </a:gs>
                  <a:gs pos="0">
                    <a:srgbClr val="B1C3F0"/>
                  </a:gs>
                </a:gsLst>
                <a:lin ang="16200000" scaled="0"/>
              </a:gradFill>
              <a:latin typeface="Arial"/>
              <a:ea typeface="微软雅黑"/>
              <a:cs typeface="Alibaba PuHuiTi" pitchFamily="18" charset="-122"/>
              <a:sym typeface="Arial"/>
            </a:endParaRPr>
          </a:p>
        </p:txBody>
      </p:sp>
      <p:pic>
        <p:nvPicPr>
          <p:cNvPr id="12" name="图片 11">
            <a:extLst>
              <a:ext uri="{FF2B5EF4-FFF2-40B4-BE49-F238E27FC236}">
                <a16:creationId xmlns:a16="http://schemas.microsoft.com/office/drawing/2014/main" id="{E09392B4-823C-0449-85EE-F25426DF8150}"/>
              </a:ext>
            </a:extLst>
          </p:cNvPr>
          <p:cNvPicPr>
            <a:picLocks noChangeAspect="1"/>
          </p:cNvPicPr>
          <p:nvPr/>
        </p:nvPicPr>
        <p:blipFill>
          <a:blip r:embed="R30203e16050a414d" cstate="screen">
            <a:extLst>
              <a:ext uri="{28A0092B-C50C-407E-A947-70E740481C1C}">
                <a14:useLocalDpi xmlns:a14="http://schemas.microsoft.com/office/drawing/2010/main"/>
              </a:ext>
            </a:extLst>
          </a:blip>
          <a:stretch>
            <a:fillRect/>
          </a:stretch>
        </p:blipFill>
        <p:spPr>
          <a:xfrm>
            <a:off x="5719482" y="1324387"/>
            <a:ext cx="6466670" cy="4746049"/>
          </a:xfrm>
          <a:prstGeom prst="rect">
            <a:avLst/>
          </a:prstGeom>
        </p:spPr>
      </p:pic>
    </p:spTree>
    <p:extLst>
      <p:ext uri="{BB962C8B-B14F-4D97-AF65-F5344CB8AC3E}">
        <p14:creationId xmlns:p14="http://schemas.microsoft.com/office/powerpoint/2010/main" val="1992125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500" fill="hold"/>
                                        <p:tgtEl>
                                          <p:spTgt spid="16"/>
                                        </p:tgtEl>
                                        <p:attrNameLst>
                                          <p:attrName>ppt_x</p:attrName>
                                        </p:attrNameLst>
                                      </p:cBhvr>
                                      <p:tavLst>
                                        <p:tav tm="0">
                                          <p:val>
                                            <p:strVal val="#ppt_x"/>
                                          </p:val>
                                        </p:tav>
                                        <p:tav tm="100000">
                                          <p:val>
                                            <p:strVal val="#ppt_x"/>
                                          </p:val>
                                        </p:tav>
                                      </p:tavLst>
                                    </p:anim>
                                    <p:anim calcmode="lin" valueType="num">
                                      <p:cBhvr additive="base">
                                        <p:cTn id="24" dur="500" fill="hold"/>
                                        <p:tgtEl>
                                          <p:spTgt spid="16"/>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5"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5A3D6A68-06A3-AF4D-8759-4F45EE38A2F5}"/>
              </a:ext>
            </a:extLst>
          </p:cNvPr>
          <p:cNvPicPr>
            <a:picLocks noChangeAspect="1"/>
          </p:cNvPicPr>
          <p:nvPr/>
        </p:nvPicPr>
        <p:blipFill>
          <a:blip r:embed="R5170a223fbe74ac9" cstate="screen">
            <a:duotone>
              <a:schemeClr val="accent5">
                <a:shade val="45000"/>
                <a:satMod val="135000"/>
              </a:schemeClr>
              <a:prstClr val="white"/>
            </a:duotone>
            <a:alphaModFix amt="9000"/>
            <a:extLst>
              <a:ext uri="{28A0092B-C50C-407E-A947-70E740481C1C}">
                <a14:useLocalDpi xmlns:a14="http://schemas.microsoft.com/office/drawing/2010/main"/>
              </a:ext>
            </a:extLst>
          </a:blip>
          <a:stretch>
            <a:fillRect/>
          </a:stretch>
        </p:blipFill>
        <p:spPr>
          <a:xfrm rot="825356">
            <a:off x="506443" y="1872144"/>
            <a:ext cx="2843122" cy="2843122"/>
          </a:xfrm>
          <a:prstGeom prst="rect">
            <a:avLst/>
          </a:prstGeom>
          <a:effectLst/>
        </p:spPr>
      </p:pic>
      <p:sp>
        <p:nvSpPr>
          <p:cNvPr id="2" name="矩形 1"/>
          <p:cNvSpPr/>
          <p:nvPr/>
        </p:nvSpPr>
        <p:spPr>
          <a:xfrm>
            <a:off x="2816019" y="2113930"/>
            <a:ext cx="7260310" cy="961289"/>
          </a:xfrm>
          <a:prstGeom prst="rect">
            <a:avLst/>
          </a:prstGeom>
        </p:spPr>
        <p:txBody>
          <a:bodyPr wrap="square">
            <a:spAutoFit/>
          </a:bodyPr>
          <a:lstStyle/>
          <a:p>
            <a:pPr>
              <a:lnSpc>
                <a:spcPct val="150000"/>
              </a:lnSpc>
            </a:pPr>
            <a:r>
              <a:rPr lang="zh-CN" altLang="en-US" sz="2000" dirty="0">
                <a:solidFill>
                  <a:schemeClr val="bg1">
                    <a:lumMod val="50000"/>
                  </a:schemeClr>
                </a:solidFill>
                <a:latin typeface="Arial"/>
                <a:ea typeface="微软雅黑"/>
                <a:cs typeface="Alibaba PuHuiTi" pitchFamily="18" charset="-122"/>
                <a:sym typeface="Arial"/>
              </a:rPr>
              <a:t>金融消费者是指为满足个人和家庭需要，购买金融机构金融产品或接受金融服务的公民个人或单位。</a:t>
            </a:r>
          </a:p>
        </p:txBody>
      </p:sp>
      <p:sp>
        <p:nvSpPr>
          <p:cNvPr id="3" name="矩形 2"/>
          <p:cNvSpPr/>
          <p:nvPr/>
        </p:nvSpPr>
        <p:spPr>
          <a:xfrm>
            <a:off x="1154921" y="879147"/>
            <a:ext cx="1980029"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金融消费者</a:t>
            </a:r>
          </a:p>
        </p:txBody>
      </p:sp>
      <p:sp>
        <p:nvSpPr>
          <p:cNvPr id="5" name="矩形 4"/>
          <p:cNvSpPr/>
          <p:nvPr/>
        </p:nvSpPr>
        <p:spPr>
          <a:xfrm>
            <a:off x="1734628" y="3805162"/>
            <a:ext cx="2879912" cy="458908"/>
          </a:xfrm>
          <a:prstGeom prst="rect">
            <a:avLst/>
          </a:prstGeom>
        </p:spPr>
        <p:txBody>
          <a:bodyPr wrap="square">
            <a:spAutoFit/>
          </a:bodyPr>
          <a:lstStyle/>
          <a:p>
            <a:pPr>
              <a:lnSpc>
                <a:spcPct val="150000"/>
              </a:lnSpc>
            </a:pPr>
            <a:r>
              <a:rPr lang="zh-CN" altLang="en-US" b="1" dirty="0">
                <a:solidFill>
                  <a:schemeClr val="bg1">
                    <a:lumMod val="50000"/>
                  </a:schemeClr>
                </a:solidFill>
                <a:latin typeface="Arial"/>
                <a:ea typeface="微软雅黑"/>
                <a:cs typeface="Alibaba PuHuiTi" pitchFamily="18" charset="-122"/>
                <a:sym typeface="Arial"/>
              </a:rPr>
              <a:t>传统金融服务中的消费者</a:t>
            </a:r>
            <a:endParaRPr lang="en-US" altLang="zh-CN" b="1" dirty="0">
              <a:solidFill>
                <a:schemeClr val="bg1">
                  <a:lumMod val="50000"/>
                </a:schemeClr>
              </a:solidFill>
              <a:latin typeface="Arial"/>
              <a:ea typeface="微软雅黑"/>
              <a:cs typeface="Alibaba PuHuiTi" pitchFamily="18" charset="-122"/>
              <a:sym typeface="Arial"/>
            </a:endParaRPr>
          </a:p>
        </p:txBody>
      </p:sp>
      <p:sp>
        <p:nvSpPr>
          <p:cNvPr id="7" name="矩形 6"/>
          <p:cNvSpPr/>
          <p:nvPr/>
        </p:nvSpPr>
        <p:spPr>
          <a:xfrm>
            <a:off x="1734628" y="4274136"/>
            <a:ext cx="2879912" cy="923330"/>
          </a:xfrm>
          <a:prstGeom prst="rect">
            <a:avLst/>
          </a:prstGeom>
        </p:spPr>
        <p:txBody>
          <a:bodyPr wrap="square">
            <a:spAutoFit/>
          </a:bodyPr>
          <a:lstStyle/>
          <a:p>
            <a:pPr lvl="0">
              <a:lnSpc>
                <a:spcPct val="150000"/>
              </a:lnSpc>
            </a:pPr>
            <a:r>
              <a:rPr lang="zh-CN" altLang="en-US" sz="1200" dirty="0">
                <a:solidFill>
                  <a:schemeClr val="bg1">
                    <a:lumMod val="50000"/>
                  </a:schemeClr>
                </a:solidFill>
                <a:latin typeface="Arial"/>
                <a:ea typeface="微软雅黑"/>
                <a:cs typeface="Alibaba PuHuiTi" pitchFamily="18" charset="-122"/>
                <a:sym typeface="Arial"/>
              </a:rPr>
              <a:t>包括存款人、投保人等为保障财产安全和增值或管理控制风险而接受金融机构储蓄、保险等服务的人。</a:t>
            </a:r>
          </a:p>
        </p:txBody>
      </p:sp>
      <p:sp>
        <p:nvSpPr>
          <p:cNvPr id="4" name="椭圆 3">
            <a:extLst>
              <a:ext uri="{FF2B5EF4-FFF2-40B4-BE49-F238E27FC236}">
                <a16:creationId xmlns:a16="http://schemas.microsoft.com/office/drawing/2014/main" id="{D484C43D-08EA-044D-8AD5-1F8CEC3D48C5}"/>
              </a:ext>
            </a:extLst>
          </p:cNvPr>
          <p:cNvSpPr/>
          <p:nvPr/>
        </p:nvSpPr>
        <p:spPr>
          <a:xfrm>
            <a:off x="806824" y="1024216"/>
            <a:ext cx="233082" cy="233082"/>
          </a:xfrm>
          <a:prstGeom prst="ellips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9" name="矩形 8">
            <a:extLst>
              <a:ext uri="{FF2B5EF4-FFF2-40B4-BE49-F238E27FC236}">
                <a16:creationId xmlns:a16="http://schemas.microsoft.com/office/drawing/2014/main" id="{353B3DC0-C1D3-584A-84B4-305A37EA3E48}"/>
              </a:ext>
            </a:extLst>
          </p:cNvPr>
          <p:cNvSpPr/>
          <p:nvPr/>
        </p:nvSpPr>
        <p:spPr>
          <a:xfrm>
            <a:off x="2404016" y="2305254"/>
            <a:ext cx="268942" cy="268942"/>
          </a:xfrm>
          <a:prstGeom prst="rect">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10" name="矩形 9">
            <a:extLst>
              <a:ext uri="{FF2B5EF4-FFF2-40B4-BE49-F238E27FC236}">
                <a16:creationId xmlns:a16="http://schemas.microsoft.com/office/drawing/2014/main" id="{24629D28-62FF-5C45-85FD-CB2C212A1D75}"/>
              </a:ext>
            </a:extLst>
          </p:cNvPr>
          <p:cNvSpPr/>
          <p:nvPr/>
        </p:nvSpPr>
        <p:spPr>
          <a:xfrm>
            <a:off x="6221503" y="3699845"/>
            <a:ext cx="4457700" cy="874407"/>
          </a:xfrm>
          <a:prstGeom prst="rect">
            <a:avLst/>
          </a:prstGeom>
        </p:spPr>
        <p:txBody>
          <a:bodyPr wrap="square">
            <a:spAutoFit/>
          </a:bodyPr>
          <a:lstStyle/>
          <a:p>
            <a:pPr>
              <a:lnSpc>
                <a:spcPct val="150000"/>
              </a:lnSpc>
            </a:pPr>
            <a:r>
              <a:rPr lang="zh-CN" altLang="en-US" b="1" dirty="0">
                <a:solidFill>
                  <a:schemeClr val="bg1">
                    <a:lumMod val="50000"/>
                  </a:schemeClr>
                </a:solidFill>
                <a:latin typeface="Arial"/>
                <a:ea typeface="微软雅黑"/>
                <a:cs typeface="Alibaba PuHuiTi" pitchFamily="18" charset="-122"/>
                <a:sym typeface="Arial"/>
              </a:rPr>
              <a:t>购买基金等新型金融产品或直接投资资本市场的中X投资者</a:t>
            </a:r>
            <a:endParaRPr lang="en-US" altLang="zh-CN" b="1" dirty="0">
              <a:solidFill>
                <a:schemeClr val="bg1">
                  <a:lumMod val="50000"/>
                </a:schemeClr>
              </a:solidFill>
              <a:latin typeface="Arial"/>
              <a:ea typeface="微软雅黑"/>
              <a:cs typeface="Alibaba PuHuiTi" pitchFamily="18" charset="-122"/>
              <a:sym typeface="Arial"/>
            </a:endParaRPr>
          </a:p>
        </p:txBody>
      </p:sp>
      <p:sp>
        <p:nvSpPr>
          <p:cNvPr id="11" name="矩形 10">
            <a:extLst>
              <a:ext uri="{FF2B5EF4-FFF2-40B4-BE49-F238E27FC236}">
                <a16:creationId xmlns:a16="http://schemas.microsoft.com/office/drawing/2014/main" id="{59BAA943-6F77-EA48-A044-DCF255A6162F}"/>
              </a:ext>
            </a:extLst>
          </p:cNvPr>
          <p:cNvSpPr/>
          <p:nvPr/>
        </p:nvSpPr>
        <p:spPr>
          <a:xfrm>
            <a:off x="6221503" y="4587509"/>
            <a:ext cx="3980330" cy="923330"/>
          </a:xfrm>
          <a:prstGeom prst="rect">
            <a:avLst/>
          </a:prstGeom>
        </p:spPr>
        <p:txBody>
          <a:bodyPr wrap="square">
            <a:spAutoFit/>
          </a:bodyPr>
          <a:lstStyle/>
          <a:p>
            <a:pPr>
              <a:lnSpc>
                <a:spcPct val="150000"/>
              </a:lnSpc>
            </a:pPr>
            <a:r>
              <a:rPr lang="zh-CN" altLang="en-US" sz="1200" dirty="0">
                <a:solidFill>
                  <a:schemeClr val="bg1">
                    <a:lumMod val="50000"/>
                  </a:schemeClr>
                </a:solidFill>
                <a:latin typeface="Arial"/>
                <a:ea typeface="微软雅黑"/>
                <a:cs typeface="Alibaba PuHuiTi" pitchFamily="18" charset="-122"/>
                <a:sym typeface="Arial"/>
              </a:rPr>
              <a:t>他们尽管有赢利动机，但由于与金融机构之间的严重信息不对称和地位不对等，因此仍与普通消费者有质的共性。</a:t>
            </a:r>
          </a:p>
        </p:txBody>
      </p:sp>
      <p:sp>
        <p:nvSpPr>
          <p:cNvPr id="14" name="椭圆 13">
            <a:extLst>
              <a:ext uri="{FF2B5EF4-FFF2-40B4-BE49-F238E27FC236}">
                <a16:creationId xmlns:a16="http://schemas.microsoft.com/office/drawing/2014/main" id="{D7511C21-C973-8841-ACF1-2009C75750F4}"/>
              </a:ext>
            </a:extLst>
          </p:cNvPr>
          <p:cNvSpPr/>
          <p:nvPr/>
        </p:nvSpPr>
        <p:spPr>
          <a:xfrm>
            <a:off x="1398494" y="3982567"/>
            <a:ext cx="233082" cy="233082"/>
          </a:xfrm>
          <a:prstGeom prst="ellips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15" name="椭圆 14">
            <a:extLst>
              <a:ext uri="{FF2B5EF4-FFF2-40B4-BE49-F238E27FC236}">
                <a16:creationId xmlns:a16="http://schemas.microsoft.com/office/drawing/2014/main" id="{D762F3C6-CB77-1B4A-B577-C7361CF0B6AE}"/>
              </a:ext>
            </a:extLst>
          </p:cNvPr>
          <p:cNvSpPr/>
          <p:nvPr/>
        </p:nvSpPr>
        <p:spPr>
          <a:xfrm>
            <a:off x="5880847" y="3892922"/>
            <a:ext cx="233082" cy="233082"/>
          </a:xfrm>
          <a:prstGeom prst="ellips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Tree>
    <p:extLst>
      <p:ext uri="{BB962C8B-B14F-4D97-AF65-F5344CB8AC3E}">
        <p14:creationId xmlns:p14="http://schemas.microsoft.com/office/powerpoint/2010/main" val="1479227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heel(1)">
                                      <p:cBhvr>
                                        <p:cTn id="10" dur="2000"/>
                                        <p:tgtEl>
                                          <p:spTgt spid="3"/>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heel(1)">
                                      <p:cBhvr>
                                        <p:cTn id="13" dur="2000"/>
                                        <p:tgtEl>
                                          <p:spTgt spid="5"/>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heel(1)">
                                      <p:cBhvr>
                                        <p:cTn id="16" dur="2000"/>
                                        <p:tgtEl>
                                          <p:spTgt spid="7"/>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heel(1)">
                                      <p:cBhvr>
                                        <p:cTn id="19" dur="2000"/>
                                        <p:tgtEl>
                                          <p:spTgt spid="4"/>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heel(1)">
                                      <p:cBhvr>
                                        <p:cTn id="22" dur="20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21" presetClass="entr" presetSubtype="1"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heel(1)">
                                      <p:cBhvr>
                                        <p:cTn id="31" dur="2000"/>
                                        <p:tgtEl>
                                          <p:spTgt spid="12"/>
                                        </p:tgtEl>
                                      </p:cBhvr>
                                    </p:animEffect>
                                  </p:childTnLst>
                                </p:cTn>
                              </p:par>
                              <p:par>
                                <p:cTn id="32" presetID="21" presetClass="entr" presetSubtype="1"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heel(1)">
                                      <p:cBhvr>
                                        <p:cTn id="34" dur="2000"/>
                                        <p:tgtEl>
                                          <p:spTgt spid="14"/>
                                        </p:tgtEl>
                                      </p:cBhvr>
                                    </p:animEffect>
                                  </p:childTnLst>
                                </p:cTn>
                              </p:par>
                              <p:par>
                                <p:cTn id="35" presetID="21" presetClass="entr" presetSubtype="1"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heel(1)">
                                      <p:cBhvr>
                                        <p:cTn id="37"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7" grpId="0"/>
      <p:bldP spid="4" grpId="0" animBg="1"/>
      <p:bldP spid="9" grpId="0" animBg="1"/>
      <p:bldP spid="10" grpId="0"/>
      <p:bldP spid="11" grpId="0"/>
      <p:bldP spid="14"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854168" y="2091419"/>
            <a:ext cx="5329144" cy="874407"/>
          </a:xfrm>
          <a:prstGeom prst="rect">
            <a:avLst/>
          </a:prstGeom>
        </p:spPr>
        <p:txBody>
          <a:bodyPr wrap="square">
            <a:spAutoFit/>
          </a:bodyPr>
          <a:lstStyle/>
          <a:p>
            <a:pPr>
              <a:lnSpc>
                <a:spcPct val="150000"/>
              </a:lnSpc>
            </a:pPr>
            <a:r>
              <a:rPr lang="zh-CN" altLang="en-US" dirty="0">
                <a:solidFill>
                  <a:schemeClr val="bg1">
                    <a:lumMod val="50000"/>
                  </a:schemeClr>
                </a:solidFill>
                <a:latin typeface="Arial"/>
                <a:ea typeface="微软雅黑"/>
                <a:cs typeface="Alibaba PuHuiTi" pitchFamily="18" charset="-122"/>
                <a:sym typeface="Arial"/>
              </a:rPr>
              <a:t>金融消费者是指为满足个人和家庭需要，购买金融机构金融产品或接受金融服务的公民个人或单位。</a:t>
            </a:r>
          </a:p>
        </p:txBody>
      </p:sp>
      <p:sp>
        <p:nvSpPr>
          <p:cNvPr id="3" name="矩形 2"/>
          <p:cNvSpPr/>
          <p:nvPr/>
        </p:nvSpPr>
        <p:spPr>
          <a:xfrm>
            <a:off x="1154921" y="879147"/>
            <a:ext cx="1980029"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金融消费者</a:t>
            </a:r>
          </a:p>
        </p:txBody>
      </p:sp>
      <p:sp>
        <p:nvSpPr>
          <p:cNvPr id="6" name="矩形 5"/>
          <p:cNvSpPr/>
          <p:nvPr/>
        </p:nvSpPr>
        <p:spPr>
          <a:xfrm>
            <a:off x="1506071" y="3564652"/>
            <a:ext cx="4457700" cy="874407"/>
          </a:xfrm>
          <a:prstGeom prst="rect">
            <a:avLst/>
          </a:prstGeom>
        </p:spPr>
        <p:txBody>
          <a:bodyPr wrap="square">
            <a:spAutoFit/>
          </a:bodyPr>
          <a:lstStyle/>
          <a:p>
            <a:pPr>
              <a:lnSpc>
                <a:spcPct val="150000"/>
              </a:lnSpc>
            </a:pPr>
            <a:r>
              <a:rPr lang="zh-CN" altLang="en-US" b="1" dirty="0">
                <a:solidFill>
                  <a:schemeClr val="bg1">
                    <a:lumMod val="50000"/>
                  </a:schemeClr>
                </a:solidFill>
                <a:latin typeface="Arial"/>
                <a:ea typeface="微软雅黑"/>
                <a:cs typeface="Alibaba PuHuiTi" pitchFamily="18" charset="-122"/>
                <a:sym typeface="Arial"/>
              </a:rPr>
              <a:t>购买基金等新型金融产品或直接投资资本市场的中X投资者</a:t>
            </a:r>
            <a:endParaRPr lang="en-US" altLang="zh-CN" b="1" dirty="0">
              <a:solidFill>
                <a:schemeClr val="bg1">
                  <a:lumMod val="50000"/>
                </a:schemeClr>
              </a:solidFill>
              <a:latin typeface="Arial"/>
              <a:ea typeface="微软雅黑"/>
              <a:cs typeface="Alibaba PuHuiTi" pitchFamily="18" charset="-122"/>
              <a:sym typeface="Arial"/>
            </a:endParaRPr>
          </a:p>
        </p:txBody>
      </p:sp>
      <p:sp>
        <p:nvSpPr>
          <p:cNvPr id="8" name="矩形 7"/>
          <p:cNvSpPr/>
          <p:nvPr/>
        </p:nvSpPr>
        <p:spPr>
          <a:xfrm>
            <a:off x="1506071" y="4559891"/>
            <a:ext cx="4013200" cy="613694"/>
          </a:xfrm>
          <a:prstGeom prst="rect">
            <a:avLst/>
          </a:prstGeom>
        </p:spPr>
        <p:txBody>
          <a:bodyPr wrap="square">
            <a:spAutoFit/>
          </a:bodyPr>
          <a:lstStyle/>
          <a:p>
            <a:pPr>
              <a:lnSpc>
                <a:spcPct val="150000"/>
              </a:lnSpc>
            </a:pPr>
            <a:r>
              <a:rPr lang="zh-CN" altLang="en-US" sz="1200" dirty="0">
                <a:solidFill>
                  <a:schemeClr val="bg1">
                    <a:lumMod val="50000"/>
                  </a:schemeClr>
                </a:solidFill>
                <a:latin typeface="Arial"/>
                <a:ea typeface="微软雅黑"/>
                <a:cs typeface="Alibaba PuHuiTi" pitchFamily="18" charset="-122"/>
                <a:sym typeface="Arial"/>
              </a:rPr>
              <a:t>他们尽管有赢利动机，但由于与金融机构之间的严重信息不对称和地位不对等，因此仍与普通消费者有质的共性</a:t>
            </a:r>
          </a:p>
        </p:txBody>
      </p:sp>
      <p:sp>
        <p:nvSpPr>
          <p:cNvPr id="4" name="椭圆 3">
            <a:extLst>
              <a:ext uri="{FF2B5EF4-FFF2-40B4-BE49-F238E27FC236}">
                <a16:creationId xmlns:a16="http://schemas.microsoft.com/office/drawing/2014/main" id="{D484C43D-08EA-044D-8AD5-1F8CEC3D48C5}"/>
              </a:ext>
            </a:extLst>
          </p:cNvPr>
          <p:cNvSpPr/>
          <p:nvPr/>
        </p:nvSpPr>
        <p:spPr>
          <a:xfrm>
            <a:off x="806824" y="1024216"/>
            <a:ext cx="233082" cy="233082"/>
          </a:xfrm>
          <a:prstGeom prst="ellips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9" name="矩形 8">
            <a:extLst>
              <a:ext uri="{FF2B5EF4-FFF2-40B4-BE49-F238E27FC236}">
                <a16:creationId xmlns:a16="http://schemas.microsoft.com/office/drawing/2014/main" id="{353B3DC0-C1D3-584A-84B4-305A37EA3E48}"/>
              </a:ext>
            </a:extLst>
          </p:cNvPr>
          <p:cNvSpPr/>
          <p:nvPr/>
        </p:nvSpPr>
        <p:spPr>
          <a:xfrm>
            <a:off x="1495952" y="2228956"/>
            <a:ext cx="268942" cy="268942"/>
          </a:xfrm>
          <a:prstGeom prst="rect">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pic>
        <p:nvPicPr>
          <p:cNvPr id="10" name="图片 9">
            <a:extLst>
              <a:ext uri="{FF2B5EF4-FFF2-40B4-BE49-F238E27FC236}">
                <a16:creationId xmlns:a16="http://schemas.microsoft.com/office/drawing/2014/main" id="{A1B5BC6F-5268-E64D-9D09-1EA39F16C8BE}"/>
              </a:ext>
            </a:extLst>
          </p:cNvPr>
          <p:cNvPicPr>
            <a:picLocks noChangeAspect="1"/>
          </p:cNvPicPr>
          <p:nvPr/>
        </p:nvPicPr>
        <p:blipFill>
          <a:blip r:embed="R4d8aecc337234ac3" cstate="screen">
            <a:extLst>
              <a:ext uri="{28A0092B-C50C-407E-A947-70E740481C1C}">
                <a14:useLocalDpi xmlns:a14="http://schemas.microsoft.com/office/drawing/2010/main"/>
              </a:ext>
            </a:extLst>
          </a:blip>
          <a:srcRect/>
          <a:stretch/>
        </p:blipFill>
        <p:spPr>
          <a:xfrm>
            <a:off x="7673788" y="1865293"/>
            <a:ext cx="3649789" cy="3649789"/>
          </a:xfrm>
          <a:prstGeom prst="rect">
            <a:avLst/>
          </a:prstGeom>
        </p:spPr>
      </p:pic>
    </p:spTree>
    <p:extLst>
      <p:ext uri="{BB962C8B-B14F-4D97-AF65-F5344CB8AC3E}">
        <p14:creationId xmlns:p14="http://schemas.microsoft.com/office/powerpoint/2010/main" val="3575344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P spid="8" grpId="0"/>
      <p:bldP spid="4"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952575" y="5023279"/>
            <a:ext cx="9149450" cy="792909"/>
          </a:xfrm>
          <a:prstGeom prst="rect">
            <a:avLst/>
          </a:prstGeom>
        </p:spPr>
        <p:txBody>
          <a:bodyPr wrap="square">
            <a:spAutoFit/>
          </a:bodyPr>
          <a:lstStyle/>
          <a:p>
            <a:pPr algn="ctr">
              <a:lnSpc>
                <a:spcPct val="150000"/>
              </a:lnSpc>
            </a:pPr>
            <a:r>
              <a:rPr lang="zh-CN" altLang="en-US" b="1" dirty="0">
                <a:solidFill>
                  <a:schemeClr val="bg1">
                    <a:lumMod val="50000"/>
                  </a:schemeClr>
                </a:solidFill>
                <a:latin typeface="Arial"/>
                <a:ea typeface="微软雅黑"/>
                <a:cs typeface="Alibaba PuHuiTi" pitchFamily="18" charset="-122"/>
                <a:sym typeface="Arial"/>
              </a:rPr>
              <a:t>金融机构是</a:t>
            </a:r>
            <a:r>
              <a:rPr lang="zh-CN" altLang="en-US" sz="1400" dirty="0">
                <a:solidFill>
                  <a:schemeClr val="bg1">
                    <a:lumMod val="50000"/>
                  </a:schemeClr>
                </a:solidFill>
                <a:latin typeface="Arial"/>
                <a:ea typeface="微软雅黑"/>
                <a:cs typeface="Alibaba PuHuiTi" pitchFamily="18" charset="-122"/>
                <a:sym typeface="Arial"/>
              </a:rPr>
              <a:t>指依法设立的从事金融业务的政策性银行、商业银行、信用合作社、邮政储汇机构、信托投资公司、证券公司、期货经纪公司、保险公司以及国务院反洗钱行政主管部门确定并公布的从事金融业务的其他机构。</a:t>
            </a:r>
          </a:p>
        </p:txBody>
      </p:sp>
      <p:sp>
        <p:nvSpPr>
          <p:cNvPr id="4" name="矩形 3">
            <a:extLst>
              <a:ext uri="{FF2B5EF4-FFF2-40B4-BE49-F238E27FC236}">
                <a16:creationId xmlns:a16="http://schemas.microsoft.com/office/drawing/2014/main" id="{2F791210-C573-FC4E-89EF-D07C84D9FEE2}"/>
              </a:ext>
            </a:extLst>
          </p:cNvPr>
          <p:cNvSpPr/>
          <p:nvPr/>
        </p:nvSpPr>
        <p:spPr>
          <a:xfrm>
            <a:off x="1154921" y="879147"/>
            <a:ext cx="1620957"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金融机构</a:t>
            </a:r>
          </a:p>
        </p:txBody>
      </p:sp>
      <p:sp>
        <p:nvSpPr>
          <p:cNvPr id="5" name="椭圆 4">
            <a:extLst>
              <a:ext uri="{FF2B5EF4-FFF2-40B4-BE49-F238E27FC236}">
                <a16:creationId xmlns:a16="http://schemas.microsoft.com/office/drawing/2014/main" id="{71774B60-D170-204D-8D3D-D1EEEBD8A205}"/>
              </a:ext>
            </a:extLst>
          </p:cNvPr>
          <p:cNvSpPr/>
          <p:nvPr/>
        </p:nvSpPr>
        <p:spPr>
          <a:xfrm>
            <a:off x="806824" y="1024216"/>
            <a:ext cx="233082" cy="233082"/>
          </a:xfrm>
          <a:prstGeom prst="ellips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6" name="矩形 5">
            <a:extLst>
              <a:ext uri="{FF2B5EF4-FFF2-40B4-BE49-F238E27FC236}">
                <a16:creationId xmlns:a16="http://schemas.microsoft.com/office/drawing/2014/main" id="{5C831C15-87BC-B348-902F-09A228D83680}"/>
              </a:ext>
            </a:extLst>
          </p:cNvPr>
          <p:cNvSpPr/>
          <p:nvPr/>
        </p:nvSpPr>
        <p:spPr>
          <a:xfrm>
            <a:off x="0" y="2121589"/>
            <a:ext cx="12192000" cy="2671482"/>
          </a:xfrm>
          <a:prstGeom prst="rect">
            <a:avLst/>
          </a:prstGeom>
          <a:blipFill dpi="0" rotWithShape="1">
            <a:blip r:embed="Ra5ec0025617f48e5"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spTree>
    <p:extLst>
      <p:ext uri="{BB962C8B-B14F-4D97-AF65-F5344CB8AC3E}">
        <p14:creationId xmlns:p14="http://schemas.microsoft.com/office/powerpoint/2010/main" val="3691042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802687" y="2767710"/>
            <a:ext cx="3262432" cy="400110"/>
          </a:xfrm>
          <a:prstGeom prst="rect">
            <a:avLst/>
          </a:prstGeom>
        </p:spPr>
        <p:txBody>
          <a:bodyPr wrap="none">
            <a:spAutoFit/>
          </a:bodyPr>
          <a:lstStyle/>
          <a:p>
            <a:r>
              <a:rPr lang="zh-CN" altLang="en-US" sz="2000" dirty="0">
                <a:solidFill>
                  <a:schemeClr val="bg1">
                    <a:lumMod val="50000"/>
                  </a:schemeClr>
                </a:solidFill>
                <a:latin typeface="Arial"/>
                <a:ea typeface="微软雅黑"/>
                <a:sym typeface="Arial"/>
              </a:rPr>
              <a:t>保障金融消费者财产安全权</a:t>
            </a:r>
            <a:endParaRPr lang="en-US" altLang="zh-CN" sz="2000" dirty="0">
              <a:solidFill>
                <a:schemeClr val="bg1">
                  <a:lumMod val="50000"/>
                </a:schemeClr>
              </a:solidFill>
              <a:latin typeface="Arial"/>
              <a:ea typeface="微软雅黑"/>
              <a:sym typeface="Arial"/>
            </a:endParaRPr>
          </a:p>
        </p:txBody>
      </p:sp>
      <p:sp>
        <p:nvSpPr>
          <p:cNvPr id="4" name="矩形 3"/>
          <p:cNvSpPr/>
          <p:nvPr/>
        </p:nvSpPr>
        <p:spPr>
          <a:xfrm>
            <a:off x="6802687" y="3453510"/>
            <a:ext cx="2749471" cy="400110"/>
          </a:xfrm>
          <a:prstGeom prst="rect">
            <a:avLst/>
          </a:prstGeom>
        </p:spPr>
        <p:txBody>
          <a:bodyPr wrap="none">
            <a:spAutoFit/>
          </a:bodyPr>
          <a:lstStyle/>
          <a:p>
            <a:r>
              <a:rPr lang="zh-CN" altLang="en-US" sz="2000" dirty="0">
                <a:solidFill>
                  <a:schemeClr val="bg1">
                    <a:lumMod val="50000"/>
                  </a:schemeClr>
                </a:solidFill>
                <a:latin typeface="Arial"/>
                <a:ea typeface="微软雅黑"/>
                <a:sym typeface="Arial"/>
              </a:rPr>
              <a:t>保障金融消费者知情权</a:t>
            </a:r>
          </a:p>
        </p:txBody>
      </p:sp>
      <p:sp>
        <p:nvSpPr>
          <p:cNvPr id="5" name="矩形 4"/>
          <p:cNvSpPr/>
          <p:nvPr/>
        </p:nvSpPr>
        <p:spPr>
          <a:xfrm>
            <a:off x="6802687" y="4175168"/>
            <a:ext cx="3262432" cy="400110"/>
          </a:xfrm>
          <a:prstGeom prst="rect">
            <a:avLst/>
          </a:prstGeom>
        </p:spPr>
        <p:txBody>
          <a:bodyPr wrap="none">
            <a:spAutoFit/>
          </a:bodyPr>
          <a:lstStyle/>
          <a:p>
            <a:r>
              <a:rPr lang="zh-CN" altLang="en-US" sz="2000" dirty="0">
                <a:solidFill>
                  <a:schemeClr val="bg1">
                    <a:lumMod val="50000"/>
                  </a:schemeClr>
                </a:solidFill>
                <a:latin typeface="Arial"/>
                <a:ea typeface="微软雅黑"/>
                <a:sym typeface="Arial"/>
              </a:rPr>
              <a:t>保障金融消费者自主选择权</a:t>
            </a:r>
          </a:p>
        </p:txBody>
      </p:sp>
      <p:sp>
        <p:nvSpPr>
          <p:cNvPr id="6" name="矩形 5"/>
          <p:cNvSpPr/>
          <p:nvPr/>
        </p:nvSpPr>
        <p:spPr>
          <a:xfrm>
            <a:off x="6802687" y="4878897"/>
            <a:ext cx="3262432" cy="400110"/>
          </a:xfrm>
          <a:prstGeom prst="rect">
            <a:avLst/>
          </a:prstGeom>
        </p:spPr>
        <p:txBody>
          <a:bodyPr wrap="none">
            <a:spAutoFit/>
          </a:bodyPr>
          <a:lstStyle/>
          <a:p>
            <a:r>
              <a:rPr lang="zh-CN" altLang="en-US" sz="2000" dirty="0">
                <a:solidFill>
                  <a:schemeClr val="bg1">
                    <a:lumMod val="50000"/>
                  </a:schemeClr>
                </a:solidFill>
                <a:latin typeface="Arial"/>
                <a:ea typeface="微软雅黑"/>
                <a:sym typeface="Arial"/>
              </a:rPr>
              <a:t>保障金融消费者公平交易权</a:t>
            </a:r>
          </a:p>
        </p:txBody>
      </p:sp>
      <p:sp>
        <p:nvSpPr>
          <p:cNvPr id="11" name="矩形 10">
            <a:extLst>
              <a:ext uri="{FF2B5EF4-FFF2-40B4-BE49-F238E27FC236}">
                <a16:creationId xmlns:a16="http://schemas.microsoft.com/office/drawing/2014/main" id="{A99B4515-75AA-0F42-ABE5-A4E166B91447}"/>
              </a:ext>
            </a:extLst>
          </p:cNvPr>
          <p:cNvSpPr/>
          <p:nvPr/>
        </p:nvSpPr>
        <p:spPr>
          <a:xfrm>
            <a:off x="1154921" y="879147"/>
            <a:ext cx="4134465"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金融消费者八项基本权利</a:t>
            </a:r>
          </a:p>
        </p:txBody>
      </p:sp>
      <p:sp>
        <p:nvSpPr>
          <p:cNvPr id="12" name="椭圆 11">
            <a:extLst>
              <a:ext uri="{FF2B5EF4-FFF2-40B4-BE49-F238E27FC236}">
                <a16:creationId xmlns:a16="http://schemas.microsoft.com/office/drawing/2014/main" id="{D75AFC7F-D202-F04F-9168-921B37DDAA66}"/>
              </a:ext>
            </a:extLst>
          </p:cNvPr>
          <p:cNvSpPr/>
          <p:nvPr/>
        </p:nvSpPr>
        <p:spPr>
          <a:xfrm>
            <a:off x="806824" y="1024216"/>
            <a:ext cx="233082" cy="233082"/>
          </a:xfrm>
          <a:prstGeom prst="ellips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sp>
        <p:nvSpPr>
          <p:cNvPr id="13" name="矩形 12">
            <a:extLst>
              <a:ext uri="{FF2B5EF4-FFF2-40B4-BE49-F238E27FC236}">
                <a16:creationId xmlns:a16="http://schemas.microsoft.com/office/drawing/2014/main" id="{206ECBBB-15CC-0F41-B2FB-BB28EAE9A625}"/>
              </a:ext>
            </a:extLst>
          </p:cNvPr>
          <p:cNvSpPr/>
          <p:nvPr/>
        </p:nvSpPr>
        <p:spPr>
          <a:xfrm>
            <a:off x="6426169" y="2835834"/>
            <a:ext cx="268942" cy="268942"/>
          </a:xfrm>
          <a:prstGeom prst="rect">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14" name="矩形 13">
            <a:extLst>
              <a:ext uri="{FF2B5EF4-FFF2-40B4-BE49-F238E27FC236}">
                <a16:creationId xmlns:a16="http://schemas.microsoft.com/office/drawing/2014/main" id="{E9AFCE60-E54E-284A-832D-FB51C1C6B3DA}"/>
              </a:ext>
            </a:extLst>
          </p:cNvPr>
          <p:cNvSpPr/>
          <p:nvPr/>
        </p:nvSpPr>
        <p:spPr>
          <a:xfrm>
            <a:off x="6426169" y="3521634"/>
            <a:ext cx="268942" cy="268942"/>
          </a:xfrm>
          <a:prstGeom prst="rect">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15" name="矩形 14">
            <a:extLst>
              <a:ext uri="{FF2B5EF4-FFF2-40B4-BE49-F238E27FC236}">
                <a16:creationId xmlns:a16="http://schemas.microsoft.com/office/drawing/2014/main" id="{CC0C62A1-20D8-EB47-B34D-4FB5B7A8EDEB}"/>
              </a:ext>
            </a:extLst>
          </p:cNvPr>
          <p:cNvSpPr/>
          <p:nvPr/>
        </p:nvSpPr>
        <p:spPr>
          <a:xfrm>
            <a:off x="6426169" y="4243292"/>
            <a:ext cx="268942" cy="268942"/>
          </a:xfrm>
          <a:prstGeom prst="rect">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16" name="矩形 15">
            <a:extLst>
              <a:ext uri="{FF2B5EF4-FFF2-40B4-BE49-F238E27FC236}">
                <a16:creationId xmlns:a16="http://schemas.microsoft.com/office/drawing/2014/main" id="{29189023-D136-2A4F-AB2D-6812CFFDEF88}"/>
              </a:ext>
            </a:extLst>
          </p:cNvPr>
          <p:cNvSpPr/>
          <p:nvPr/>
        </p:nvSpPr>
        <p:spPr>
          <a:xfrm>
            <a:off x="6426169" y="4947021"/>
            <a:ext cx="268942" cy="268942"/>
          </a:xfrm>
          <a:prstGeom prst="rect">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pic>
        <p:nvPicPr>
          <p:cNvPr id="17" name="图片 16">
            <a:extLst>
              <a:ext uri="{FF2B5EF4-FFF2-40B4-BE49-F238E27FC236}">
                <a16:creationId xmlns:a16="http://schemas.microsoft.com/office/drawing/2014/main" id="{60EC4948-24D3-C742-A1C0-C402499BCD8B}"/>
              </a:ext>
            </a:extLst>
          </p:cNvPr>
          <p:cNvPicPr>
            <a:picLocks noChangeAspect="1"/>
          </p:cNvPicPr>
          <p:nvPr/>
        </p:nvPicPr>
        <p:blipFill>
          <a:blip r:embed="R97c5c7853a864cec" cstate="screen">
            <a:extLst>
              <a:ext uri="{28A0092B-C50C-407E-A947-70E740481C1C}">
                <a14:useLocalDpi xmlns:a14="http://schemas.microsoft.com/office/drawing/2010/main"/>
              </a:ext>
            </a:extLst>
          </a:blip>
          <a:srcRect/>
          <a:stretch/>
        </p:blipFill>
        <p:spPr>
          <a:xfrm>
            <a:off x="1757083" y="2042052"/>
            <a:ext cx="3623136" cy="3623136"/>
          </a:xfrm>
          <a:prstGeom prst="rect">
            <a:avLst/>
          </a:prstGeom>
        </p:spPr>
      </p:pic>
    </p:spTree>
    <p:extLst>
      <p:ext uri="{BB962C8B-B14F-4D97-AF65-F5344CB8AC3E}">
        <p14:creationId xmlns:p14="http://schemas.microsoft.com/office/powerpoint/2010/main" val="1642451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ppt_x"/>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11" grpId="0"/>
      <p:bldP spid="12" grpId="0" animBg="1"/>
      <p:bldP spid="13" grpId="0" animBg="1"/>
      <p:bldP spid="14" grpId="0" animBg="1"/>
      <p:bldP spid="15"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291285" y="2638614"/>
            <a:ext cx="3262432" cy="400110"/>
          </a:xfrm>
          <a:prstGeom prst="rect">
            <a:avLst/>
          </a:prstGeom>
        </p:spPr>
        <p:txBody>
          <a:bodyPr wrap="none">
            <a:spAutoFit/>
          </a:bodyPr>
          <a:lstStyle/>
          <a:p>
            <a:r>
              <a:rPr lang="zh-CN" altLang="en-US" sz="2000" dirty="0">
                <a:solidFill>
                  <a:schemeClr val="bg1">
                    <a:lumMod val="50000"/>
                  </a:schemeClr>
                </a:solidFill>
                <a:latin typeface="Arial"/>
                <a:ea typeface="微软雅黑"/>
                <a:sym typeface="Arial"/>
              </a:rPr>
              <a:t>保障金融消费者依法求偿权</a:t>
            </a:r>
          </a:p>
        </p:txBody>
      </p:sp>
      <p:sp>
        <p:nvSpPr>
          <p:cNvPr id="8" name="矩形 7"/>
          <p:cNvSpPr/>
          <p:nvPr/>
        </p:nvSpPr>
        <p:spPr>
          <a:xfrm>
            <a:off x="2291285" y="3324414"/>
            <a:ext cx="3005951" cy="400110"/>
          </a:xfrm>
          <a:prstGeom prst="rect">
            <a:avLst/>
          </a:prstGeom>
        </p:spPr>
        <p:txBody>
          <a:bodyPr wrap="none">
            <a:spAutoFit/>
          </a:bodyPr>
          <a:lstStyle/>
          <a:p>
            <a:r>
              <a:rPr lang="zh-CN" altLang="en-US" sz="2000" dirty="0">
                <a:solidFill>
                  <a:schemeClr val="bg1">
                    <a:lumMod val="50000"/>
                  </a:schemeClr>
                </a:solidFill>
                <a:latin typeface="Arial"/>
                <a:ea typeface="微软雅黑"/>
                <a:sym typeface="Arial"/>
              </a:rPr>
              <a:t>保障金融消费者受教育权</a:t>
            </a:r>
          </a:p>
        </p:txBody>
      </p:sp>
      <p:sp>
        <p:nvSpPr>
          <p:cNvPr id="9" name="矩形 8"/>
          <p:cNvSpPr/>
          <p:nvPr/>
        </p:nvSpPr>
        <p:spPr>
          <a:xfrm>
            <a:off x="2291284" y="4010214"/>
            <a:ext cx="3005951" cy="400110"/>
          </a:xfrm>
          <a:prstGeom prst="rect">
            <a:avLst/>
          </a:prstGeom>
        </p:spPr>
        <p:txBody>
          <a:bodyPr wrap="none">
            <a:spAutoFit/>
          </a:bodyPr>
          <a:lstStyle/>
          <a:p>
            <a:r>
              <a:rPr lang="zh-CN" altLang="en-US" sz="2000" dirty="0">
                <a:solidFill>
                  <a:schemeClr val="bg1">
                    <a:lumMod val="50000"/>
                  </a:schemeClr>
                </a:solidFill>
                <a:latin typeface="Arial"/>
                <a:ea typeface="微软雅黑"/>
                <a:sym typeface="Arial"/>
              </a:rPr>
              <a:t>保障金融消费者受尊重权</a:t>
            </a:r>
          </a:p>
        </p:txBody>
      </p:sp>
      <p:sp>
        <p:nvSpPr>
          <p:cNvPr id="10" name="矩形 9"/>
          <p:cNvSpPr/>
          <p:nvPr/>
        </p:nvSpPr>
        <p:spPr>
          <a:xfrm>
            <a:off x="2291284" y="4696014"/>
            <a:ext cx="3262432" cy="400110"/>
          </a:xfrm>
          <a:prstGeom prst="rect">
            <a:avLst/>
          </a:prstGeom>
        </p:spPr>
        <p:txBody>
          <a:bodyPr wrap="none">
            <a:spAutoFit/>
          </a:bodyPr>
          <a:lstStyle/>
          <a:p>
            <a:r>
              <a:rPr lang="zh-CN" altLang="en-US" sz="2000" dirty="0">
                <a:solidFill>
                  <a:schemeClr val="bg1">
                    <a:lumMod val="50000"/>
                  </a:schemeClr>
                </a:solidFill>
                <a:latin typeface="Arial"/>
                <a:ea typeface="微软雅黑"/>
                <a:sym typeface="Arial"/>
              </a:rPr>
              <a:t>保障金融消费者信息安全权</a:t>
            </a:r>
          </a:p>
        </p:txBody>
      </p:sp>
      <p:sp>
        <p:nvSpPr>
          <p:cNvPr id="11" name="矩形 10">
            <a:extLst>
              <a:ext uri="{FF2B5EF4-FFF2-40B4-BE49-F238E27FC236}">
                <a16:creationId xmlns:a16="http://schemas.microsoft.com/office/drawing/2014/main" id="{A99B4515-75AA-0F42-ABE5-A4E166B91447}"/>
              </a:ext>
            </a:extLst>
          </p:cNvPr>
          <p:cNvSpPr/>
          <p:nvPr/>
        </p:nvSpPr>
        <p:spPr>
          <a:xfrm>
            <a:off x="1154921" y="879147"/>
            <a:ext cx="4134465"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金融消费者八项基本权利</a:t>
            </a:r>
          </a:p>
        </p:txBody>
      </p:sp>
      <p:sp>
        <p:nvSpPr>
          <p:cNvPr id="12" name="椭圆 11">
            <a:extLst>
              <a:ext uri="{FF2B5EF4-FFF2-40B4-BE49-F238E27FC236}">
                <a16:creationId xmlns:a16="http://schemas.microsoft.com/office/drawing/2014/main" id="{D75AFC7F-D202-F04F-9168-921B37DDAA66}"/>
              </a:ext>
            </a:extLst>
          </p:cNvPr>
          <p:cNvSpPr/>
          <p:nvPr/>
        </p:nvSpPr>
        <p:spPr>
          <a:xfrm>
            <a:off x="806824" y="1024216"/>
            <a:ext cx="233082" cy="233082"/>
          </a:xfrm>
          <a:prstGeom prst="ellips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sp>
        <p:nvSpPr>
          <p:cNvPr id="13" name="矩形 12">
            <a:extLst>
              <a:ext uri="{FF2B5EF4-FFF2-40B4-BE49-F238E27FC236}">
                <a16:creationId xmlns:a16="http://schemas.microsoft.com/office/drawing/2014/main" id="{FB578B06-B542-2E41-9E5A-A0D449ECB676}"/>
              </a:ext>
            </a:extLst>
          </p:cNvPr>
          <p:cNvSpPr/>
          <p:nvPr/>
        </p:nvSpPr>
        <p:spPr>
          <a:xfrm>
            <a:off x="1914768" y="2692401"/>
            <a:ext cx="268942" cy="268942"/>
          </a:xfrm>
          <a:prstGeom prst="rect">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14" name="矩形 13">
            <a:extLst>
              <a:ext uri="{FF2B5EF4-FFF2-40B4-BE49-F238E27FC236}">
                <a16:creationId xmlns:a16="http://schemas.microsoft.com/office/drawing/2014/main" id="{6877B066-FE20-9742-98A3-EB8A3B08CDD2}"/>
              </a:ext>
            </a:extLst>
          </p:cNvPr>
          <p:cNvSpPr/>
          <p:nvPr/>
        </p:nvSpPr>
        <p:spPr>
          <a:xfrm>
            <a:off x="1914768" y="3378201"/>
            <a:ext cx="268942" cy="268942"/>
          </a:xfrm>
          <a:prstGeom prst="rect">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15" name="矩形 14">
            <a:extLst>
              <a:ext uri="{FF2B5EF4-FFF2-40B4-BE49-F238E27FC236}">
                <a16:creationId xmlns:a16="http://schemas.microsoft.com/office/drawing/2014/main" id="{AF22ED3E-F419-974F-92C8-91A084AB57F7}"/>
              </a:ext>
            </a:extLst>
          </p:cNvPr>
          <p:cNvSpPr/>
          <p:nvPr/>
        </p:nvSpPr>
        <p:spPr>
          <a:xfrm>
            <a:off x="1914768" y="4064001"/>
            <a:ext cx="268942" cy="268942"/>
          </a:xfrm>
          <a:prstGeom prst="rect">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16" name="矩形 15">
            <a:extLst>
              <a:ext uri="{FF2B5EF4-FFF2-40B4-BE49-F238E27FC236}">
                <a16:creationId xmlns:a16="http://schemas.microsoft.com/office/drawing/2014/main" id="{A67AC60C-DB46-714A-9C32-940C74A3432C}"/>
              </a:ext>
            </a:extLst>
          </p:cNvPr>
          <p:cNvSpPr/>
          <p:nvPr/>
        </p:nvSpPr>
        <p:spPr>
          <a:xfrm>
            <a:off x="1914768" y="4749801"/>
            <a:ext cx="268942" cy="268942"/>
          </a:xfrm>
          <a:prstGeom prst="rect">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pic>
        <p:nvPicPr>
          <p:cNvPr id="17" name="图片 16">
            <a:extLst>
              <a:ext uri="{FF2B5EF4-FFF2-40B4-BE49-F238E27FC236}">
                <a16:creationId xmlns:a16="http://schemas.microsoft.com/office/drawing/2014/main" id="{2A88504A-91E9-2E41-BDC7-624238768F07}"/>
              </a:ext>
            </a:extLst>
          </p:cNvPr>
          <p:cNvPicPr>
            <a:picLocks noChangeAspect="1"/>
          </p:cNvPicPr>
          <p:nvPr/>
        </p:nvPicPr>
        <p:blipFill>
          <a:blip r:embed="R18d537ef262543dc" cstate="screen">
            <a:extLst>
              <a:ext uri="{28A0092B-C50C-407E-A947-70E740481C1C}">
                <a14:useLocalDpi xmlns:a14="http://schemas.microsoft.com/office/drawing/2010/main"/>
              </a:ext>
            </a:extLst>
          </a:blip>
          <a:srcRect/>
          <a:stretch/>
        </p:blipFill>
        <p:spPr>
          <a:xfrm>
            <a:off x="6467326" y="2142959"/>
            <a:ext cx="3734510" cy="3734510"/>
          </a:xfrm>
          <a:prstGeom prst="rect">
            <a:avLst/>
          </a:prstGeom>
        </p:spPr>
      </p:pic>
    </p:spTree>
    <p:extLst>
      <p:ext uri="{BB962C8B-B14F-4D97-AF65-F5344CB8AC3E}">
        <p14:creationId xmlns:p14="http://schemas.microsoft.com/office/powerpoint/2010/main" val="4215014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checkerboard(across)">
                                      <p:cBhvr>
                                        <p:cTn id="10" dur="500"/>
                                        <p:tgtEl>
                                          <p:spTgt spid="8"/>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checkerboard(across)">
                                      <p:cBhvr>
                                        <p:cTn id="13" dur="500"/>
                                        <p:tgtEl>
                                          <p:spTgt spid="9"/>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checkerboard(across)">
                                      <p:cBhvr>
                                        <p:cTn id="16" dur="500"/>
                                        <p:tgtEl>
                                          <p:spTgt spid="10"/>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checkerboard(across)">
                                      <p:cBhvr>
                                        <p:cTn id="19" dur="500"/>
                                        <p:tgtEl>
                                          <p:spTgt spid="11"/>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checkerboard(across)">
                                      <p:cBhvr>
                                        <p:cTn id="22" dur="500"/>
                                        <p:tgtEl>
                                          <p:spTgt spid="12"/>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checkerboard(across)">
                                      <p:cBhvr>
                                        <p:cTn id="25" dur="500"/>
                                        <p:tgtEl>
                                          <p:spTgt spid="13"/>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checkerboard(across)">
                                      <p:cBhvr>
                                        <p:cTn id="28" dur="500"/>
                                        <p:tgtEl>
                                          <p:spTgt spid="14"/>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checkerboard(across)">
                                      <p:cBhvr>
                                        <p:cTn id="31" dur="500"/>
                                        <p:tgtEl>
                                          <p:spTgt spid="15"/>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checkerboard(across)">
                                      <p:cBhvr>
                                        <p:cTn id="34" dur="500"/>
                                        <p:tgtEl>
                                          <p:spTgt spid="16"/>
                                        </p:tgtEl>
                                      </p:cBhvr>
                                    </p:animEffect>
                                  </p:childTnLst>
                                </p:cTn>
                              </p:par>
                              <p:par>
                                <p:cTn id="35" presetID="5" presetClass="entr" presetSubtype="1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checkerboard(across)">
                                      <p:cBhvr>
                                        <p:cTn id="3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animBg="1"/>
      <p:bldP spid="13" grpId="0" animBg="1"/>
      <p:bldP spid="14" grpId="0" animBg="1"/>
      <p:bldP spid="15"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椭圆 19">
            <a:extLst>
              <a:ext uri="{FF2B5EF4-FFF2-40B4-BE49-F238E27FC236}">
                <a16:creationId xmlns:a16="http://schemas.microsoft.com/office/drawing/2014/main" id="{7035EC32-50CF-B143-8680-767A5249E46B}"/>
              </a:ext>
            </a:extLst>
          </p:cNvPr>
          <p:cNvSpPr/>
          <p:nvPr/>
        </p:nvSpPr>
        <p:spPr>
          <a:xfrm>
            <a:off x="6916813" y="2146240"/>
            <a:ext cx="2932985" cy="2932985"/>
          </a:xfrm>
          <a:prstGeom prst="ellipse">
            <a:avLst/>
          </a:prstGeom>
          <a:solidFill>
            <a:srgbClr val="E7EEFE">
              <a:alpha val="93945"/>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graphicFrame>
        <p:nvGraphicFramePr>
          <p:cNvPr id="18" name="图示 17">
            <a:extLst>
              <a:ext uri="{FF2B5EF4-FFF2-40B4-BE49-F238E27FC236}">
                <a16:creationId xmlns:a16="http://schemas.microsoft.com/office/drawing/2014/main" id="{A30E6B0A-3F13-3749-BC88-0CBEA110F44E}"/>
              </a:ext>
            </a:extLst>
          </p:cNvPr>
          <p:cNvGraphicFramePr/>
          <p:nvPr>
            <p:extLst>
              <p:ext uri="{D42A27DB-BD31-4B8C-83A1-F6EECF244321}">
                <p14:modId xmlns:p14="http://schemas.microsoft.com/office/powerpoint/2010/main" val="4158740527"/>
              </p:ext>
            </p:extLst>
          </p:nvPr>
        </p:nvGraphicFramePr>
        <p:xfrm>
          <a:off x="5022849" y="1402367"/>
          <a:ext cx="6595410" cy="4420732"/>
        </p:xfrm>
        <a:graphic>
          <a:graphicData uri="http://schemas.openxmlformats.org/drawingml/2006/diagram">
            <dgm:relIds xmlns:dgm="http://schemas.openxmlformats.org/drawingml/2006/diagram" xmlns:r="http://schemas.openxmlformats.org/officeDocument/2006/relationships" r:dm="Ra8efade0e90941a7" r:lo="Rffe7a55da18740bf" r:qs="Ra4b42fede5e74d86" r:cs="R9942da93e94545be"/>
          </a:graphicData>
        </a:graphic>
      </p:graphicFrame>
      <p:sp>
        <p:nvSpPr>
          <p:cNvPr id="11" name="矩形 10">
            <a:extLst>
              <a:ext uri="{FF2B5EF4-FFF2-40B4-BE49-F238E27FC236}">
                <a16:creationId xmlns:a16="http://schemas.microsoft.com/office/drawing/2014/main" id="{9B8EFA17-3C80-9945-A4C0-99FE00DDF4DE}"/>
              </a:ext>
            </a:extLst>
          </p:cNvPr>
          <p:cNvSpPr/>
          <p:nvPr/>
        </p:nvSpPr>
        <p:spPr>
          <a:xfrm>
            <a:off x="1154921" y="879147"/>
            <a:ext cx="2339102"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个人金融信息</a:t>
            </a:r>
          </a:p>
        </p:txBody>
      </p:sp>
      <p:sp>
        <p:nvSpPr>
          <p:cNvPr id="12" name="椭圆 11">
            <a:extLst>
              <a:ext uri="{FF2B5EF4-FFF2-40B4-BE49-F238E27FC236}">
                <a16:creationId xmlns:a16="http://schemas.microsoft.com/office/drawing/2014/main" id="{D0C9ACD2-CCC8-5F45-81EB-D08131EF1E02}"/>
              </a:ext>
            </a:extLst>
          </p:cNvPr>
          <p:cNvSpPr/>
          <p:nvPr/>
        </p:nvSpPr>
        <p:spPr>
          <a:xfrm>
            <a:off x="806824" y="1024216"/>
            <a:ext cx="233082" cy="233082"/>
          </a:xfrm>
          <a:prstGeom prst="ellips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sp>
        <p:nvSpPr>
          <p:cNvPr id="19" name="矩形 18">
            <a:extLst>
              <a:ext uri="{FF2B5EF4-FFF2-40B4-BE49-F238E27FC236}">
                <a16:creationId xmlns:a16="http://schemas.microsoft.com/office/drawing/2014/main" id="{086404FB-3121-2E42-B28D-2C6E67DE671B}"/>
              </a:ext>
            </a:extLst>
          </p:cNvPr>
          <p:cNvSpPr/>
          <p:nvPr/>
        </p:nvSpPr>
        <p:spPr>
          <a:xfrm>
            <a:off x="7232991" y="3351122"/>
            <a:ext cx="2339102"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个人金融信息</a:t>
            </a:r>
          </a:p>
        </p:txBody>
      </p:sp>
      <p:pic>
        <p:nvPicPr>
          <p:cNvPr id="21" name="图片 20">
            <a:extLst>
              <a:ext uri="{FF2B5EF4-FFF2-40B4-BE49-F238E27FC236}">
                <a16:creationId xmlns:a16="http://schemas.microsoft.com/office/drawing/2014/main" id="{F00F481D-BED6-584B-BB4C-A6446D7094B5}"/>
              </a:ext>
            </a:extLst>
          </p:cNvPr>
          <p:cNvPicPr>
            <a:picLocks noChangeAspect="1"/>
          </p:cNvPicPr>
          <p:nvPr/>
        </p:nvPicPr>
        <p:blipFill>
          <a:blip r:embed="Rb51f420a70d14816" cstate="screen">
            <a:extLst>
              <a:ext uri="{28A0092B-C50C-407E-A947-70E740481C1C}">
                <a14:useLocalDpi xmlns:a14="http://schemas.microsoft.com/office/drawing/2010/main"/>
              </a:ext>
            </a:extLst>
          </a:blip>
          <a:srcRect/>
          <a:stretch/>
        </p:blipFill>
        <p:spPr>
          <a:xfrm>
            <a:off x="1657890" y="2191862"/>
            <a:ext cx="3364959" cy="3364959"/>
          </a:xfrm>
          <a:prstGeom prst="rect">
            <a:avLst/>
          </a:prstGeom>
        </p:spPr>
      </p:pic>
    </p:spTree>
    <p:extLst>
      <p:ext uri="{BB962C8B-B14F-4D97-AF65-F5344CB8AC3E}">
        <p14:creationId xmlns:p14="http://schemas.microsoft.com/office/powerpoint/2010/main" val="2710336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strips(downLeft)">
                                      <p:cBhvr>
                                        <p:cTn id="7" dur="500"/>
                                        <p:tgtEl>
                                          <p:spTgt spid="20"/>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strips(downLeft)">
                                      <p:cBhvr>
                                        <p:cTn id="10" dur="500"/>
                                        <p:tgtEl>
                                          <p:spTgt spid="18"/>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strips(downLeft)">
                                      <p:cBhvr>
                                        <p:cTn id="13" dur="500"/>
                                        <p:tgtEl>
                                          <p:spTgt spid="11"/>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strips(downLeft)">
                                      <p:cBhvr>
                                        <p:cTn id="16" dur="500"/>
                                        <p:tgtEl>
                                          <p:spTgt spid="12"/>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strips(downLeft)">
                                      <p:cBhvr>
                                        <p:cTn id="19" dur="500"/>
                                        <p:tgtEl>
                                          <p:spTgt spid="19"/>
                                        </p:tgtEl>
                                      </p:cBhvr>
                                    </p:animEffect>
                                  </p:childTnLst>
                                </p:cTn>
                              </p:par>
                              <p:par>
                                <p:cTn id="20" presetID="18" presetClass="entr" presetSubtype="12" fill="hold"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strips(downLeft)">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Graphic spid="18" grpId="0">
        <p:bldAsOne/>
      </p:bldGraphic>
      <p:bldP spid="11" grpId="0"/>
      <p:bldP spid="12" grpId="0" animBg="1"/>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D0B49A45-16FE-3B4C-BD8F-92EE371C66EB}"/>
              </a:ext>
            </a:extLst>
          </p:cNvPr>
          <p:cNvSpPr/>
          <p:nvPr/>
        </p:nvSpPr>
        <p:spPr>
          <a:xfrm>
            <a:off x="0" y="0"/>
            <a:ext cx="12192000" cy="6858000"/>
          </a:xfrm>
          <a:prstGeom prst="rect">
            <a:avLst/>
          </a:prstGeom>
          <a:solidFill>
            <a:srgbClr val="E7E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7" name="矩形 6">
            <a:extLst>
              <a:ext uri="{FF2B5EF4-FFF2-40B4-BE49-F238E27FC236}">
                <a16:creationId xmlns:a16="http://schemas.microsoft.com/office/drawing/2014/main" id="{D29F5ADE-5ABA-D04E-83B9-4F50CEA1C335}"/>
              </a:ext>
            </a:extLst>
          </p:cNvPr>
          <p:cNvSpPr/>
          <p:nvPr/>
        </p:nvSpPr>
        <p:spPr>
          <a:xfrm>
            <a:off x="0" y="992221"/>
            <a:ext cx="12192000" cy="51697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8" name="椭圆 7">
            <a:extLst>
              <a:ext uri="{FF2B5EF4-FFF2-40B4-BE49-F238E27FC236}">
                <a16:creationId xmlns:a16="http://schemas.microsoft.com/office/drawing/2014/main" id="{6E342AE5-BF27-A84B-BFD3-C505B86A08EA}"/>
              </a:ext>
            </a:extLst>
          </p:cNvPr>
          <p:cNvSpPr/>
          <p:nvPr/>
        </p:nvSpPr>
        <p:spPr>
          <a:xfrm flipH="1">
            <a:off x="330741" y="606088"/>
            <a:ext cx="239312" cy="239312"/>
          </a:xfrm>
          <a:prstGeom prst="ellipse">
            <a:avLst/>
          </a:prstGeom>
          <a:solidFill>
            <a:srgbClr val="FF5F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pic>
        <p:nvPicPr>
          <p:cNvPr id="9" name="图片 8">
            <a:extLst>
              <a:ext uri="{FF2B5EF4-FFF2-40B4-BE49-F238E27FC236}">
                <a16:creationId xmlns:a16="http://schemas.microsoft.com/office/drawing/2014/main" id="{4B240247-D7CE-6D44-9F0B-119A76D95745}"/>
              </a:ext>
            </a:extLst>
          </p:cNvPr>
          <p:cNvPicPr>
            <a:picLocks noChangeAspect="1"/>
          </p:cNvPicPr>
          <p:nvPr/>
        </p:nvPicPr>
        <p:blipFill rotWithShape="1">
          <a:blip r:embed="R700bfac5b25c4934" cstate="screen">
            <a:extLst>
              <a:ext uri="{28A0092B-C50C-407E-A947-70E740481C1C}">
                <a14:useLocalDpi xmlns:a14="http://schemas.microsoft.com/office/drawing/2010/main"/>
              </a:ext>
            </a:extLst>
          </a:blip>
          <a:srcRect/>
          <a:stretch/>
        </p:blipFill>
        <p:spPr>
          <a:xfrm>
            <a:off x="5848" y="5301182"/>
            <a:ext cx="12186151" cy="1556818"/>
          </a:xfrm>
          <a:prstGeom prst="rect">
            <a:avLst/>
          </a:prstGeom>
        </p:spPr>
      </p:pic>
      <p:sp>
        <p:nvSpPr>
          <p:cNvPr id="10" name="椭圆 9">
            <a:extLst>
              <a:ext uri="{FF2B5EF4-FFF2-40B4-BE49-F238E27FC236}">
                <a16:creationId xmlns:a16="http://schemas.microsoft.com/office/drawing/2014/main" id="{A9767FF7-383D-B844-B7A8-F0AFFB2BA82C}"/>
              </a:ext>
            </a:extLst>
          </p:cNvPr>
          <p:cNvSpPr/>
          <p:nvPr/>
        </p:nvSpPr>
        <p:spPr>
          <a:xfrm flipH="1">
            <a:off x="758758" y="606088"/>
            <a:ext cx="239312" cy="239312"/>
          </a:xfrm>
          <a:prstGeom prst="ellipse">
            <a:avLst/>
          </a:prstGeom>
          <a:solidFill>
            <a:srgbClr val="FEB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11" name="椭圆 10">
            <a:extLst>
              <a:ext uri="{FF2B5EF4-FFF2-40B4-BE49-F238E27FC236}">
                <a16:creationId xmlns:a16="http://schemas.microsoft.com/office/drawing/2014/main" id="{8F324BB7-0626-8E45-9C29-0CF9128B0C6A}"/>
              </a:ext>
            </a:extLst>
          </p:cNvPr>
          <p:cNvSpPr/>
          <p:nvPr/>
        </p:nvSpPr>
        <p:spPr>
          <a:xfrm flipH="1">
            <a:off x="1206231" y="606088"/>
            <a:ext cx="239312" cy="239312"/>
          </a:xfrm>
          <a:prstGeom prst="ellipse">
            <a:avLst/>
          </a:prstGeom>
          <a:solidFill>
            <a:srgbClr val="28C8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pic>
        <p:nvPicPr>
          <p:cNvPr id="14" name="图片 13">
            <a:extLst>
              <a:ext uri="{FF2B5EF4-FFF2-40B4-BE49-F238E27FC236}">
                <a16:creationId xmlns:a16="http://schemas.microsoft.com/office/drawing/2014/main" id="{880F271E-A015-CA44-B11E-4D9BFE0BBF4E}"/>
              </a:ext>
            </a:extLst>
          </p:cNvPr>
          <p:cNvPicPr>
            <a:picLocks noChangeAspect="1"/>
          </p:cNvPicPr>
          <p:nvPr/>
        </p:nvPicPr>
        <p:blipFill>
          <a:blip r:embed="R2bfe9c352a154ff8" cstate="screen">
            <a:extLst>
              <a:ext uri="{28A0092B-C50C-407E-A947-70E740481C1C}">
                <a14:useLocalDpi xmlns:a14="http://schemas.microsoft.com/office/drawing/2010/main"/>
              </a:ext>
            </a:extLst>
          </a:blip>
          <a:stretch>
            <a:fillRect/>
          </a:stretch>
        </p:blipFill>
        <p:spPr>
          <a:xfrm>
            <a:off x="5719482" y="1324387"/>
            <a:ext cx="6466670" cy="4746049"/>
          </a:xfrm>
          <a:prstGeom prst="rect">
            <a:avLst/>
          </a:prstGeom>
        </p:spPr>
      </p:pic>
      <p:sp>
        <p:nvSpPr>
          <p:cNvPr id="15" name="矩形 14">
            <a:extLst>
              <a:ext uri="{FF2B5EF4-FFF2-40B4-BE49-F238E27FC236}">
                <a16:creationId xmlns:a16="http://schemas.microsoft.com/office/drawing/2014/main" id="{BAA2F1B7-B800-BA40-B5DE-C187B5E9BDF2}"/>
              </a:ext>
            </a:extLst>
          </p:cNvPr>
          <p:cNvSpPr/>
          <p:nvPr/>
        </p:nvSpPr>
        <p:spPr>
          <a:xfrm>
            <a:off x="758758" y="3319385"/>
            <a:ext cx="4698722" cy="1446550"/>
          </a:xfrm>
          <a:prstGeom prst="rect">
            <a:avLst/>
          </a:prstGeom>
        </p:spPr>
        <p:txBody>
          <a:bodyPr wrap="none">
            <a:spAutoFit/>
          </a:bodyPr>
          <a:lstStyle/>
          <a:p>
            <a:r>
              <a:rPr lang="zh-CN" altLang="en-US" sz="4400" b="1" dirty="0">
                <a:gradFill>
                  <a:gsLst>
                    <a:gs pos="100000">
                      <a:srgbClr val="A6AFD7"/>
                    </a:gs>
                    <a:gs pos="0">
                      <a:srgbClr val="B1C3F0"/>
                    </a:gs>
                  </a:gsLst>
                  <a:lin ang="16200000" scaled="0"/>
                </a:gradFill>
                <a:latin typeface="Arial"/>
                <a:ea typeface="微软雅黑"/>
                <a:cs typeface="Alibaba PuHuiTi" pitchFamily="18" charset="-122"/>
                <a:sym typeface="Arial"/>
              </a:rPr>
              <a:t>如何维护个人金融</a:t>
            </a:r>
            <a:endParaRPr lang="en-US" altLang="zh-CN" sz="4400" b="1" dirty="0">
              <a:gradFill>
                <a:gsLst>
                  <a:gs pos="100000">
                    <a:srgbClr val="A6AFD7"/>
                  </a:gs>
                  <a:gs pos="0">
                    <a:srgbClr val="B1C3F0"/>
                  </a:gs>
                </a:gsLst>
                <a:lin ang="16200000" scaled="0"/>
              </a:gradFill>
              <a:latin typeface="Arial"/>
              <a:ea typeface="微软雅黑"/>
              <a:cs typeface="Alibaba PuHuiTi" pitchFamily="18" charset="-122"/>
              <a:sym typeface="Arial"/>
            </a:endParaRPr>
          </a:p>
          <a:p>
            <a:r>
              <a:rPr lang="zh-CN" altLang="en-US" sz="4400" b="1" dirty="0">
                <a:gradFill>
                  <a:gsLst>
                    <a:gs pos="100000">
                      <a:srgbClr val="A6AFD7"/>
                    </a:gs>
                    <a:gs pos="0">
                      <a:srgbClr val="B1C3F0"/>
                    </a:gs>
                  </a:gsLst>
                  <a:lin ang="16200000" scaled="0"/>
                </a:gradFill>
                <a:latin typeface="Arial"/>
                <a:ea typeface="微软雅黑"/>
                <a:cs typeface="Alibaba PuHuiTi" pitchFamily="18" charset="-122"/>
                <a:sym typeface="Arial"/>
              </a:rPr>
              <a:t>信息安全</a:t>
            </a:r>
          </a:p>
        </p:txBody>
      </p:sp>
      <p:sp>
        <p:nvSpPr>
          <p:cNvPr id="16" name="矩形 15">
            <a:extLst>
              <a:ext uri="{FF2B5EF4-FFF2-40B4-BE49-F238E27FC236}">
                <a16:creationId xmlns:a16="http://schemas.microsoft.com/office/drawing/2014/main" id="{035ABAC3-326E-5543-8F13-2510CE2C5865}"/>
              </a:ext>
            </a:extLst>
          </p:cNvPr>
          <p:cNvSpPr/>
          <p:nvPr/>
        </p:nvSpPr>
        <p:spPr>
          <a:xfrm>
            <a:off x="1546341" y="2446600"/>
            <a:ext cx="2626801" cy="769441"/>
          </a:xfrm>
          <a:prstGeom prst="rect">
            <a:avLst/>
          </a:prstGeom>
          <a:noFill/>
        </p:spPr>
        <p:txBody>
          <a:bodyPr wrap="square">
            <a:spAutoFit/>
          </a:bodyPr>
          <a:lstStyle/>
          <a:p>
            <a:pPr algn="dist"/>
            <a:r>
              <a:rPr lang="en-US" altLang="zh-CN" sz="4400" b="1" dirty="0">
                <a:gradFill>
                  <a:gsLst>
                    <a:gs pos="100000">
                      <a:srgbClr val="A6AFD7"/>
                    </a:gs>
                    <a:gs pos="0">
                      <a:srgbClr val="B1C3F0"/>
                    </a:gs>
                  </a:gsLst>
                  <a:lin ang="16200000" scaled="0"/>
                </a:gradFill>
                <a:latin typeface="Arial"/>
                <a:ea typeface="微软雅黑"/>
                <a:cs typeface="Alibaba PuHuiTi" pitchFamily="18" charset="-122"/>
                <a:sym typeface="Arial"/>
              </a:rPr>
              <a:t>PART-2</a:t>
            </a:r>
            <a:endParaRPr lang="zh-CN" altLang="en-US" sz="4400" b="1" dirty="0">
              <a:gradFill>
                <a:gsLst>
                  <a:gs pos="100000">
                    <a:srgbClr val="A6AFD7"/>
                  </a:gs>
                  <a:gs pos="0">
                    <a:srgbClr val="B1C3F0"/>
                  </a:gs>
                </a:gsLst>
                <a:lin ang="16200000" scaled="0"/>
              </a:gradFill>
              <a:latin typeface="Arial"/>
              <a:ea typeface="微软雅黑"/>
              <a:cs typeface="Alibaba PuHuiTi" pitchFamily="18" charset="-122"/>
              <a:sym typeface="Arial"/>
            </a:endParaRPr>
          </a:p>
        </p:txBody>
      </p:sp>
    </p:spTree>
    <p:extLst>
      <p:ext uri="{BB962C8B-B14F-4D97-AF65-F5344CB8AC3E}">
        <p14:creationId xmlns:p14="http://schemas.microsoft.com/office/powerpoint/2010/main" val="1660478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ppt_x"/>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ppt_x"/>
                                          </p:val>
                                        </p:tav>
                                        <p:tav tm="100000">
                                          <p:val>
                                            <p:strVal val="#ppt_x"/>
                                          </p:val>
                                        </p:tav>
                                      </p:tavLst>
                                    </p:anim>
                                    <p:anim calcmode="lin" valueType="num">
                                      <p:cBhvr additive="base">
                                        <p:cTn id="2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5"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0476C587-B08C-BD47-880E-91CD2776427F}"/>
              </a:ext>
            </a:extLst>
          </p:cNvPr>
          <p:cNvPicPr>
            <a:picLocks noChangeAspect="1"/>
          </p:cNvPicPr>
          <p:nvPr/>
        </p:nvPicPr>
        <p:blipFill rotWithShape="1">
          <a:blip r:embed="R49676615308d4980" cstate="screen">
            <a:extLst>
              <a:ext uri="{28A0092B-C50C-407E-A947-70E740481C1C}">
                <a14:useLocalDpi xmlns:a14="http://schemas.microsoft.com/office/drawing/2010/main"/>
              </a:ext>
            </a:extLst>
          </a:blip>
          <a:srcRect/>
          <a:stretch/>
        </p:blipFill>
        <p:spPr>
          <a:xfrm>
            <a:off x="5748248" y="2147539"/>
            <a:ext cx="5928607" cy="3651431"/>
          </a:xfrm>
          <a:prstGeom prst="rect">
            <a:avLst/>
          </a:prstGeom>
        </p:spPr>
      </p:pic>
      <p:sp>
        <p:nvSpPr>
          <p:cNvPr id="2" name="矩形 1"/>
          <p:cNvSpPr/>
          <p:nvPr/>
        </p:nvSpPr>
        <p:spPr>
          <a:xfrm>
            <a:off x="6787067" y="4643036"/>
            <a:ext cx="4092438" cy="700576"/>
          </a:xfrm>
          <a:prstGeom prst="rect">
            <a:avLst/>
          </a:prstGeom>
        </p:spPr>
        <p:txBody>
          <a:bodyPr wrap="square">
            <a:spAutoFit/>
          </a:bodyPr>
          <a:lstStyle/>
          <a:p>
            <a:pPr>
              <a:lnSpc>
                <a:spcPct val="150000"/>
              </a:lnSpc>
            </a:pPr>
            <a:r>
              <a:rPr lang="zh-CN" altLang="en-US" sz="1400" dirty="0">
                <a:solidFill>
                  <a:schemeClr val="bg1">
                    <a:lumMod val="50000"/>
                  </a:schemeClr>
                </a:solidFill>
                <a:latin typeface="Arial"/>
                <a:ea typeface="微软雅黑"/>
                <a:sym typeface="Arial"/>
              </a:rPr>
              <a:t>（三）尽量亲自办理金融业务，切勿委托不熟悉的人或中介代办，谨防个人信息被盗；</a:t>
            </a:r>
          </a:p>
        </p:txBody>
      </p:sp>
      <p:sp>
        <p:nvSpPr>
          <p:cNvPr id="3" name="矩形 2"/>
          <p:cNvSpPr/>
          <p:nvPr/>
        </p:nvSpPr>
        <p:spPr>
          <a:xfrm>
            <a:off x="6787067" y="2727922"/>
            <a:ext cx="4092438" cy="700576"/>
          </a:xfrm>
          <a:prstGeom prst="rect">
            <a:avLst/>
          </a:prstGeom>
        </p:spPr>
        <p:txBody>
          <a:bodyPr wrap="square">
            <a:spAutoFit/>
          </a:bodyPr>
          <a:lstStyle/>
          <a:p>
            <a:pPr>
              <a:lnSpc>
                <a:spcPct val="150000"/>
              </a:lnSpc>
            </a:pPr>
            <a:r>
              <a:rPr lang="zh-CN" altLang="en-US" sz="1400" dirty="0">
                <a:solidFill>
                  <a:schemeClr val="bg1">
                    <a:lumMod val="50000"/>
                  </a:schemeClr>
                </a:solidFill>
                <a:latin typeface="Arial"/>
                <a:ea typeface="微软雅黑"/>
                <a:sym typeface="Arial"/>
              </a:rPr>
              <a:t>（一）切勿把自己的身份证件、银行卡等转借他人使用；</a:t>
            </a:r>
          </a:p>
        </p:txBody>
      </p:sp>
      <p:sp>
        <p:nvSpPr>
          <p:cNvPr id="4" name="矩形 3"/>
          <p:cNvSpPr/>
          <p:nvPr/>
        </p:nvSpPr>
        <p:spPr>
          <a:xfrm>
            <a:off x="6787067" y="3573429"/>
            <a:ext cx="4092438" cy="1061829"/>
          </a:xfrm>
          <a:prstGeom prst="rect">
            <a:avLst/>
          </a:prstGeom>
        </p:spPr>
        <p:txBody>
          <a:bodyPr wrap="square">
            <a:spAutoFit/>
          </a:bodyPr>
          <a:lstStyle/>
          <a:p>
            <a:pPr>
              <a:lnSpc>
                <a:spcPct val="150000"/>
              </a:lnSpc>
            </a:pPr>
            <a:r>
              <a:rPr lang="zh-CN" altLang="en-US" sz="1400" dirty="0">
                <a:solidFill>
                  <a:schemeClr val="bg1">
                    <a:lumMod val="50000"/>
                  </a:schemeClr>
                </a:solidFill>
                <a:latin typeface="Arial"/>
                <a:ea typeface="微软雅黑"/>
                <a:sym typeface="Arial"/>
              </a:rPr>
              <a:t>（二）在日常生活中切勿向他人透露个人金融信息、财产状况等基本信息，也不要随意在X络留下个人金融信息；</a:t>
            </a:r>
          </a:p>
        </p:txBody>
      </p:sp>
      <p:sp>
        <p:nvSpPr>
          <p:cNvPr id="5" name="矩形 4">
            <a:extLst>
              <a:ext uri="{FF2B5EF4-FFF2-40B4-BE49-F238E27FC236}">
                <a16:creationId xmlns:a16="http://schemas.microsoft.com/office/drawing/2014/main" id="{D5157BA3-9B3C-6642-A512-DDF607B0DE28}"/>
              </a:ext>
            </a:extLst>
          </p:cNvPr>
          <p:cNvSpPr/>
          <p:nvPr/>
        </p:nvSpPr>
        <p:spPr>
          <a:xfrm>
            <a:off x="1154921" y="879147"/>
            <a:ext cx="4493538"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如何维护个人金融信息安全</a:t>
            </a:r>
          </a:p>
        </p:txBody>
      </p:sp>
      <p:sp>
        <p:nvSpPr>
          <p:cNvPr id="6" name="椭圆 5">
            <a:extLst>
              <a:ext uri="{FF2B5EF4-FFF2-40B4-BE49-F238E27FC236}">
                <a16:creationId xmlns:a16="http://schemas.microsoft.com/office/drawing/2014/main" id="{7A2AF326-694A-274C-BC32-D55EC572760A}"/>
              </a:ext>
            </a:extLst>
          </p:cNvPr>
          <p:cNvSpPr/>
          <p:nvPr/>
        </p:nvSpPr>
        <p:spPr>
          <a:xfrm>
            <a:off x="806824" y="1024216"/>
            <a:ext cx="233082" cy="233082"/>
          </a:xfrm>
          <a:prstGeom prst="ellips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pic>
        <p:nvPicPr>
          <p:cNvPr id="8" name="图片 7">
            <a:extLst>
              <a:ext uri="{FF2B5EF4-FFF2-40B4-BE49-F238E27FC236}">
                <a16:creationId xmlns:a16="http://schemas.microsoft.com/office/drawing/2014/main" id="{54DE0471-178D-9B4F-9FDE-1F1D83B6D0D5}"/>
              </a:ext>
            </a:extLst>
          </p:cNvPr>
          <p:cNvPicPr>
            <a:picLocks noChangeAspect="1"/>
          </p:cNvPicPr>
          <p:nvPr/>
        </p:nvPicPr>
        <p:blipFill>
          <a:blip r:embed="Raad74bf1f2c2454d" cstate="screen">
            <a:extLst>
              <a:ext uri="{28A0092B-C50C-407E-A947-70E740481C1C}">
                <a14:useLocalDpi xmlns:a14="http://schemas.microsoft.com/office/drawing/2010/main"/>
              </a:ext>
            </a:extLst>
          </a:blip>
          <a:stretch>
            <a:fillRect/>
          </a:stretch>
        </p:blipFill>
        <p:spPr>
          <a:xfrm>
            <a:off x="1345691" y="2460467"/>
            <a:ext cx="4225824" cy="3169368"/>
          </a:xfrm>
          <a:prstGeom prst="rect">
            <a:avLst/>
          </a:prstGeom>
        </p:spPr>
      </p:pic>
    </p:spTree>
    <p:extLst>
      <p:ext uri="{BB962C8B-B14F-4D97-AF65-F5344CB8AC3E}">
        <p14:creationId xmlns:p14="http://schemas.microsoft.com/office/powerpoint/2010/main" val="3313391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strips(downLeft)">
                                      <p:cBhvr>
                                        <p:cTn id="10" dur="500"/>
                                        <p:tgtEl>
                                          <p:spTgt spid="3"/>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strips(downLeft)">
                                      <p:cBhvr>
                                        <p:cTn id="13" dur="500"/>
                                        <p:tgtEl>
                                          <p:spTgt spid="4"/>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strips(downLeft)">
                                      <p:cBhvr>
                                        <p:cTn id="16" dur="500"/>
                                        <p:tgtEl>
                                          <p:spTgt spid="5"/>
                                        </p:tgtEl>
                                      </p:cBhvr>
                                    </p:animEffect>
                                  </p:childTnLst>
                                </p:cTn>
                              </p:par>
                              <p:par>
                                <p:cTn id="17" presetID="18" presetClass="entr" presetSubtype="12"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strips(downLeft)">
                                      <p:cBhvr>
                                        <p:cTn id="19" dur="500"/>
                                        <p:tgtEl>
                                          <p:spTgt spid="6"/>
                                        </p:tgtEl>
                                      </p:cBhvr>
                                    </p:animEffect>
                                  </p:childTnLst>
                                </p:cTn>
                              </p:par>
                              <p:par>
                                <p:cTn id="20" presetID="18" presetClass="entr" presetSubtype="12"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strips(downLeft)">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DFACBBBF-4FCC-0C43-8681-56E10A4E7BE9}"/>
              </a:ext>
            </a:extLst>
          </p:cNvPr>
          <p:cNvPicPr>
            <a:picLocks noChangeAspect="1"/>
          </p:cNvPicPr>
          <p:nvPr/>
        </p:nvPicPr>
        <p:blipFill rotWithShape="1">
          <a:blip r:embed="R4b19f877e4a34b94" cstate="screen">
            <a:extLst>
              <a:ext uri="{28A0092B-C50C-407E-A947-70E740481C1C}">
                <a14:useLocalDpi xmlns:a14="http://schemas.microsoft.com/office/drawing/2010/main"/>
              </a:ext>
            </a:extLst>
          </a:blip>
          <a:srcRect/>
          <a:stretch/>
        </p:blipFill>
        <p:spPr>
          <a:xfrm>
            <a:off x="982460" y="2069446"/>
            <a:ext cx="5928607" cy="3651431"/>
          </a:xfrm>
          <a:prstGeom prst="rect">
            <a:avLst/>
          </a:prstGeom>
        </p:spPr>
      </p:pic>
      <p:sp>
        <p:nvSpPr>
          <p:cNvPr id="2" name="矩形 1"/>
          <p:cNvSpPr/>
          <p:nvPr/>
        </p:nvSpPr>
        <p:spPr>
          <a:xfrm>
            <a:off x="1988723" y="2832657"/>
            <a:ext cx="3916082" cy="1061829"/>
          </a:xfrm>
          <a:prstGeom prst="rect">
            <a:avLst/>
          </a:prstGeom>
        </p:spPr>
        <p:txBody>
          <a:bodyPr wrap="square">
            <a:spAutoFit/>
          </a:bodyPr>
          <a:lstStyle/>
          <a:p>
            <a:pPr lvl="0" algn="just">
              <a:lnSpc>
                <a:spcPct val="150000"/>
              </a:lnSpc>
            </a:pPr>
            <a:r>
              <a:rPr lang="zh-CN" altLang="en-US" sz="1400" dirty="0">
                <a:solidFill>
                  <a:schemeClr val="bg1">
                    <a:lumMod val="50000"/>
                  </a:schemeClr>
                </a:solidFill>
                <a:latin typeface="Arial"/>
                <a:ea typeface="微软雅黑"/>
                <a:sym typeface="Arial"/>
              </a:rPr>
              <a:t>（四）在向各类机构、部门提供本人信息资料复印件时，应尽可能在复印件上注明用途及有效期；</a:t>
            </a:r>
          </a:p>
        </p:txBody>
      </p:sp>
      <p:sp>
        <p:nvSpPr>
          <p:cNvPr id="3" name="矩形 2"/>
          <p:cNvSpPr/>
          <p:nvPr/>
        </p:nvSpPr>
        <p:spPr>
          <a:xfrm>
            <a:off x="1988723" y="3895162"/>
            <a:ext cx="3916082" cy="1061829"/>
          </a:xfrm>
          <a:prstGeom prst="rect">
            <a:avLst/>
          </a:prstGeom>
        </p:spPr>
        <p:txBody>
          <a:bodyPr wrap="square">
            <a:spAutoFit/>
          </a:bodyPr>
          <a:lstStyle/>
          <a:p>
            <a:pPr lvl="0" algn="just">
              <a:lnSpc>
                <a:spcPct val="150000"/>
              </a:lnSpc>
            </a:pPr>
            <a:r>
              <a:rPr lang="zh-CN" altLang="en-US" sz="1400" dirty="0">
                <a:solidFill>
                  <a:schemeClr val="bg1">
                    <a:lumMod val="50000"/>
                  </a:schemeClr>
                </a:solidFill>
                <a:latin typeface="Arial"/>
                <a:ea typeface="微软雅黑"/>
                <a:sym typeface="Arial"/>
              </a:rPr>
              <a:t>（五）不要随意丢弃刷卡签购单、取款凭条、信用卡对账单等，对写错、作废的金融业务单据应及时销毁，不可随意丢弃；</a:t>
            </a:r>
          </a:p>
        </p:txBody>
      </p:sp>
      <p:sp>
        <p:nvSpPr>
          <p:cNvPr id="4" name="矩形 3">
            <a:extLst>
              <a:ext uri="{FF2B5EF4-FFF2-40B4-BE49-F238E27FC236}">
                <a16:creationId xmlns:a16="http://schemas.microsoft.com/office/drawing/2014/main" id="{ED0710E9-8403-3E40-8D80-0CCEFF168EBA}"/>
              </a:ext>
            </a:extLst>
          </p:cNvPr>
          <p:cNvSpPr/>
          <p:nvPr/>
        </p:nvSpPr>
        <p:spPr>
          <a:xfrm>
            <a:off x="1154921" y="879147"/>
            <a:ext cx="4493538"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如何维护个人金融信息安全</a:t>
            </a:r>
          </a:p>
        </p:txBody>
      </p:sp>
      <p:sp>
        <p:nvSpPr>
          <p:cNvPr id="5" name="椭圆 4">
            <a:extLst>
              <a:ext uri="{FF2B5EF4-FFF2-40B4-BE49-F238E27FC236}">
                <a16:creationId xmlns:a16="http://schemas.microsoft.com/office/drawing/2014/main" id="{BDBEAAAA-CB8F-4243-A36D-4D86806A88B0}"/>
              </a:ext>
            </a:extLst>
          </p:cNvPr>
          <p:cNvSpPr/>
          <p:nvPr/>
        </p:nvSpPr>
        <p:spPr>
          <a:xfrm>
            <a:off x="806824" y="1024216"/>
            <a:ext cx="233082" cy="233082"/>
          </a:xfrm>
          <a:prstGeom prst="ellips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pic>
        <p:nvPicPr>
          <p:cNvPr id="6" name="图片 5">
            <a:extLst>
              <a:ext uri="{FF2B5EF4-FFF2-40B4-BE49-F238E27FC236}">
                <a16:creationId xmlns:a16="http://schemas.microsoft.com/office/drawing/2014/main" id="{0EE92E47-9626-4C43-9A99-63183BF9FE32}"/>
              </a:ext>
            </a:extLst>
          </p:cNvPr>
          <p:cNvPicPr>
            <a:picLocks noChangeAspect="1"/>
          </p:cNvPicPr>
          <p:nvPr/>
        </p:nvPicPr>
        <p:blipFill>
          <a:blip r:embed="R51231fe0274544a3" cstate="screen">
            <a:extLst>
              <a:ext uri="{28A0092B-C50C-407E-A947-70E740481C1C}">
                <a14:useLocalDpi xmlns:a14="http://schemas.microsoft.com/office/drawing/2010/main"/>
              </a:ext>
            </a:extLst>
          </a:blip>
          <a:srcRect/>
          <a:stretch/>
        </p:blipFill>
        <p:spPr>
          <a:xfrm>
            <a:off x="6862379" y="2130181"/>
            <a:ext cx="3340898" cy="3340898"/>
          </a:xfrm>
          <a:prstGeom prst="rect">
            <a:avLst/>
          </a:prstGeom>
        </p:spPr>
      </p:pic>
    </p:spTree>
    <p:extLst>
      <p:ext uri="{BB962C8B-B14F-4D97-AF65-F5344CB8AC3E}">
        <p14:creationId xmlns:p14="http://schemas.microsoft.com/office/powerpoint/2010/main" val="3492173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ircle(in)">
                                      <p:cBhvr>
                                        <p:cTn id="10" dur="2000"/>
                                        <p:tgtEl>
                                          <p:spTgt spid="3"/>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ircle(in)">
                                      <p:cBhvr>
                                        <p:cTn id="13" dur="2000"/>
                                        <p:tgtEl>
                                          <p:spTgt spid="4"/>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circle(in)">
                                      <p:cBhvr>
                                        <p:cTn id="16" dur="2000"/>
                                        <p:tgtEl>
                                          <p:spTgt spid="5"/>
                                        </p:tgtEl>
                                      </p:cBhvr>
                                    </p:animEffect>
                                  </p:childTnLst>
                                </p:cTn>
                              </p:par>
                              <p:par>
                                <p:cTn id="17" presetID="6" presetClass="entr" presetSubtype="16"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circle(in)">
                                      <p:cBhvr>
                                        <p:cTn id="19"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351550" y="2633078"/>
            <a:ext cx="4587688" cy="1384995"/>
          </a:xfrm>
          <a:prstGeom prst="rect">
            <a:avLst/>
          </a:prstGeom>
        </p:spPr>
        <p:txBody>
          <a:bodyPr wrap="square">
            <a:spAutoFit/>
          </a:bodyPr>
          <a:lstStyle/>
          <a:p>
            <a:pPr lvl="0" algn="just">
              <a:lnSpc>
                <a:spcPct val="150000"/>
              </a:lnSpc>
            </a:pPr>
            <a:r>
              <a:rPr lang="zh-CN" altLang="en-US" sz="1400" dirty="0">
                <a:solidFill>
                  <a:schemeClr val="bg1">
                    <a:lumMod val="50000"/>
                  </a:schemeClr>
                </a:solidFill>
                <a:latin typeface="Arial"/>
                <a:ea typeface="微软雅黑"/>
                <a:sym typeface="Arial"/>
              </a:rPr>
              <a:t>（六）加强个人密码管理，密码设置不能过于简单，输入密码时应进行遮挡，不将密码告知他人，不在不安全的环境中使用自己的个人金融信息，发现密码丢失XX时间挂失；</a:t>
            </a:r>
          </a:p>
        </p:txBody>
      </p:sp>
      <p:sp>
        <p:nvSpPr>
          <p:cNvPr id="3" name="矩形 2"/>
          <p:cNvSpPr/>
          <p:nvPr/>
        </p:nvSpPr>
        <p:spPr>
          <a:xfrm>
            <a:off x="6351550" y="4175471"/>
            <a:ext cx="4587688" cy="1061829"/>
          </a:xfrm>
          <a:prstGeom prst="rect">
            <a:avLst/>
          </a:prstGeom>
        </p:spPr>
        <p:txBody>
          <a:bodyPr wrap="square">
            <a:spAutoFit/>
          </a:bodyPr>
          <a:lstStyle/>
          <a:p>
            <a:pPr lvl="0" algn="just">
              <a:lnSpc>
                <a:spcPct val="150000"/>
              </a:lnSpc>
            </a:pPr>
            <a:r>
              <a:rPr lang="zh-CN" altLang="en-US" sz="1400" dirty="0">
                <a:solidFill>
                  <a:schemeClr val="bg1">
                    <a:lumMod val="50000"/>
                  </a:schemeClr>
                </a:solidFill>
                <a:latin typeface="Arial"/>
                <a:ea typeface="微软雅黑"/>
                <a:sym typeface="Arial"/>
              </a:rPr>
              <a:t>（七）对陌生人的电话、短信或X上交易要做到不听、不看、不信、不转账，不随意向陌生人透露自己的个人金融信息。</a:t>
            </a:r>
          </a:p>
        </p:txBody>
      </p:sp>
      <p:sp>
        <p:nvSpPr>
          <p:cNvPr id="5" name="矩形 4">
            <a:extLst>
              <a:ext uri="{FF2B5EF4-FFF2-40B4-BE49-F238E27FC236}">
                <a16:creationId xmlns:a16="http://schemas.microsoft.com/office/drawing/2014/main" id="{8535B8AD-3BD0-F645-9C10-A2C8AB10D81E}"/>
              </a:ext>
            </a:extLst>
          </p:cNvPr>
          <p:cNvSpPr/>
          <p:nvPr/>
        </p:nvSpPr>
        <p:spPr>
          <a:xfrm>
            <a:off x="1154921" y="879147"/>
            <a:ext cx="4493538"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如何维护个人金融信息安全</a:t>
            </a:r>
          </a:p>
        </p:txBody>
      </p:sp>
      <p:sp>
        <p:nvSpPr>
          <p:cNvPr id="6" name="椭圆 5">
            <a:extLst>
              <a:ext uri="{FF2B5EF4-FFF2-40B4-BE49-F238E27FC236}">
                <a16:creationId xmlns:a16="http://schemas.microsoft.com/office/drawing/2014/main" id="{5378A8FF-42C2-8C42-AC4A-DEDC815F9332}"/>
              </a:ext>
            </a:extLst>
          </p:cNvPr>
          <p:cNvSpPr/>
          <p:nvPr/>
        </p:nvSpPr>
        <p:spPr>
          <a:xfrm>
            <a:off x="806824" y="1024216"/>
            <a:ext cx="233082" cy="233082"/>
          </a:xfrm>
          <a:prstGeom prst="ellips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pic>
        <p:nvPicPr>
          <p:cNvPr id="7" name="图片 6">
            <a:extLst>
              <a:ext uri="{FF2B5EF4-FFF2-40B4-BE49-F238E27FC236}">
                <a16:creationId xmlns:a16="http://schemas.microsoft.com/office/drawing/2014/main" id="{A3F8E725-FBA4-2A42-ABE7-017E35F10FB0}"/>
              </a:ext>
            </a:extLst>
          </p:cNvPr>
          <p:cNvPicPr>
            <a:picLocks noChangeAspect="1"/>
          </p:cNvPicPr>
          <p:nvPr/>
        </p:nvPicPr>
        <p:blipFill>
          <a:blip r:embed="R9549443ce69a44dd" cstate="screen">
            <a:extLst>
              <a:ext uri="{28A0092B-C50C-407E-A947-70E740481C1C}">
                <a14:useLocalDpi xmlns:a14="http://schemas.microsoft.com/office/drawing/2010/main"/>
              </a:ext>
            </a:extLst>
          </a:blip>
          <a:srcRect/>
          <a:stretch/>
        </p:blipFill>
        <p:spPr>
          <a:xfrm>
            <a:off x="573747" y="1846586"/>
            <a:ext cx="4442621" cy="4442621"/>
          </a:xfrm>
          <a:prstGeom prst="rect">
            <a:avLst/>
          </a:prstGeom>
        </p:spPr>
      </p:pic>
      <p:pic>
        <p:nvPicPr>
          <p:cNvPr id="10" name="图片 9">
            <a:extLst>
              <a:ext uri="{FF2B5EF4-FFF2-40B4-BE49-F238E27FC236}">
                <a16:creationId xmlns:a16="http://schemas.microsoft.com/office/drawing/2014/main" id="{5526B978-C272-294C-B808-0ABC02A3C28A}"/>
              </a:ext>
            </a:extLst>
          </p:cNvPr>
          <p:cNvPicPr>
            <a:picLocks noChangeAspect="1"/>
          </p:cNvPicPr>
          <p:nvPr/>
        </p:nvPicPr>
        <p:blipFill rotWithShape="1">
          <a:blip r:embed="R81614e8c9702440e" cstate="screen">
            <a:extLst>
              <a:ext uri="{28A0092B-C50C-407E-A947-70E740481C1C}">
                <a14:useLocalDpi xmlns:a14="http://schemas.microsoft.com/office/drawing/2010/main"/>
              </a:ext>
            </a:extLst>
          </a:blip>
          <a:srcRect/>
          <a:stretch/>
        </p:blipFill>
        <p:spPr>
          <a:xfrm>
            <a:off x="5516238" y="2051090"/>
            <a:ext cx="5874973" cy="3530046"/>
          </a:xfrm>
          <a:prstGeom prst="rect">
            <a:avLst/>
          </a:prstGeom>
        </p:spPr>
      </p:pic>
    </p:spTree>
    <p:extLst>
      <p:ext uri="{BB962C8B-B14F-4D97-AF65-F5344CB8AC3E}">
        <p14:creationId xmlns:p14="http://schemas.microsoft.com/office/powerpoint/2010/main" val="3128738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500"/>
                                        <p:tgtEl>
                                          <p:spTgt spid="3"/>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arn(inVertical)">
                                      <p:cBhvr>
                                        <p:cTn id="13" dur="500"/>
                                        <p:tgtEl>
                                          <p:spTgt spid="5"/>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arn(inVertical)">
                                      <p:cBhvr>
                                        <p:cTn id="16" dur="500"/>
                                        <p:tgtEl>
                                          <p:spTgt spid="6"/>
                                        </p:tgtEl>
                                      </p:cBhvr>
                                    </p:animEffect>
                                  </p:childTnLst>
                                </p:cTn>
                              </p:par>
                              <p:par>
                                <p:cTn id="17" presetID="16" presetClass="entr" presetSubtype="21"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arn(inVertical)">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D0B49A45-16FE-3B4C-BD8F-92EE371C66EB}"/>
              </a:ext>
            </a:extLst>
          </p:cNvPr>
          <p:cNvSpPr/>
          <p:nvPr/>
        </p:nvSpPr>
        <p:spPr>
          <a:xfrm>
            <a:off x="0" y="0"/>
            <a:ext cx="12192000" cy="6858000"/>
          </a:xfrm>
          <a:prstGeom prst="rect">
            <a:avLst/>
          </a:prstGeom>
          <a:solidFill>
            <a:srgbClr val="E7E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7" name="矩形 6">
            <a:extLst>
              <a:ext uri="{FF2B5EF4-FFF2-40B4-BE49-F238E27FC236}">
                <a16:creationId xmlns:a16="http://schemas.microsoft.com/office/drawing/2014/main" id="{D29F5ADE-5ABA-D04E-83B9-4F50CEA1C335}"/>
              </a:ext>
            </a:extLst>
          </p:cNvPr>
          <p:cNvSpPr/>
          <p:nvPr/>
        </p:nvSpPr>
        <p:spPr>
          <a:xfrm>
            <a:off x="0" y="992221"/>
            <a:ext cx="12192000" cy="51697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8" name="椭圆 7">
            <a:extLst>
              <a:ext uri="{FF2B5EF4-FFF2-40B4-BE49-F238E27FC236}">
                <a16:creationId xmlns:a16="http://schemas.microsoft.com/office/drawing/2014/main" id="{6E342AE5-BF27-A84B-BFD3-C505B86A08EA}"/>
              </a:ext>
            </a:extLst>
          </p:cNvPr>
          <p:cNvSpPr/>
          <p:nvPr/>
        </p:nvSpPr>
        <p:spPr>
          <a:xfrm flipH="1">
            <a:off x="330741" y="606088"/>
            <a:ext cx="239312" cy="239312"/>
          </a:xfrm>
          <a:prstGeom prst="ellipse">
            <a:avLst/>
          </a:prstGeom>
          <a:solidFill>
            <a:srgbClr val="FF5F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pic>
        <p:nvPicPr>
          <p:cNvPr id="9" name="图片 8">
            <a:extLst>
              <a:ext uri="{FF2B5EF4-FFF2-40B4-BE49-F238E27FC236}">
                <a16:creationId xmlns:a16="http://schemas.microsoft.com/office/drawing/2014/main" id="{4B240247-D7CE-6D44-9F0B-119A76D95745}"/>
              </a:ext>
            </a:extLst>
          </p:cNvPr>
          <p:cNvPicPr>
            <a:picLocks noChangeAspect="1"/>
          </p:cNvPicPr>
          <p:nvPr/>
        </p:nvPicPr>
        <p:blipFill rotWithShape="1">
          <a:blip r:embed="Rfe6ba4c8556c4e05" cstate="screen">
            <a:extLst>
              <a:ext uri="{28A0092B-C50C-407E-A947-70E740481C1C}">
                <a14:useLocalDpi xmlns:a14="http://schemas.microsoft.com/office/drawing/2010/main"/>
              </a:ext>
            </a:extLst>
          </a:blip>
          <a:srcRect/>
          <a:stretch/>
        </p:blipFill>
        <p:spPr>
          <a:xfrm>
            <a:off x="5848" y="5301182"/>
            <a:ext cx="12186151" cy="1556818"/>
          </a:xfrm>
          <a:prstGeom prst="rect">
            <a:avLst/>
          </a:prstGeom>
        </p:spPr>
      </p:pic>
      <p:sp>
        <p:nvSpPr>
          <p:cNvPr id="10" name="椭圆 9">
            <a:extLst>
              <a:ext uri="{FF2B5EF4-FFF2-40B4-BE49-F238E27FC236}">
                <a16:creationId xmlns:a16="http://schemas.microsoft.com/office/drawing/2014/main" id="{A9767FF7-383D-B844-B7A8-F0AFFB2BA82C}"/>
              </a:ext>
            </a:extLst>
          </p:cNvPr>
          <p:cNvSpPr/>
          <p:nvPr/>
        </p:nvSpPr>
        <p:spPr>
          <a:xfrm flipH="1">
            <a:off x="758758" y="606088"/>
            <a:ext cx="239312" cy="239312"/>
          </a:xfrm>
          <a:prstGeom prst="ellipse">
            <a:avLst/>
          </a:prstGeom>
          <a:solidFill>
            <a:srgbClr val="FEB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11" name="椭圆 10">
            <a:extLst>
              <a:ext uri="{FF2B5EF4-FFF2-40B4-BE49-F238E27FC236}">
                <a16:creationId xmlns:a16="http://schemas.microsoft.com/office/drawing/2014/main" id="{8F324BB7-0626-8E45-9C29-0CF9128B0C6A}"/>
              </a:ext>
            </a:extLst>
          </p:cNvPr>
          <p:cNvSpPr/>
          <p:nvPr/>
        </p:nvSpPr>
        <p:spPr>
          <a:xfrm flipH="1">
            <a:off x="1206231" y="606088"/>
            <a:ext cx="239312" cy="239312"/>
          </a:xfrm>
          <a:prstGeom prst="ellipse">
            <a:avLst/>
          </a:prstGeom>
          <a:solidFill>
            <a:srgbClr val="28C8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pic>
        <p:nvPicPr>
          <p:cNvPr id="12" name="图片 11">
            <a:extLst>
              <a:ext uri="{FF2B5EF4-FFF2-40B4-BE49-F238E27FC236}">
                <a16:creationId xmlns:a16="http://schemas.microsoft.com/office/drawing/2014/main" id="{BB66AC25-9918-0C4D-A312-41EB3CA69440}"/>
              </a:ext>
            </a:extLst>
          </p:cNvPr>
          <p:cNvPicPr>
            <a:picLocks noChangeAspect="1"/>
          </p:cNvPicPr>
          <p:nvPr/>
        </p:nvPicPr>
        <p:blipFill>
          <a:blip r:embed="R2e65c3da9d034657" cstate="screen">
            <a:extLst>
              <a:ext uri="{28A0092B-C50C-407E-A947-70E740481C1C}">
                <a14:useLocalDpi xmlns:a14="http://schemas.microsoft.com/office/drawing/2010/main"/>
              </a:ext>
            </a:extLst>
          </a:blip>
          <a:stretch>
            <a:fillRect/>
          </a:stretch>
        </p:blipFill>
        <p:spPr>
          <a:xfrm>
            <a:off x="6624276" y="2091986"/>
            <a:ext cx="5433262" cy="3987605"/>
          </a:xfrm>
          <a:prstGeom prst="rect">
            <a:avLst/>
          </a:prstGeom>
        </p:spPr>
      </p:pic>
      <p:sp>
        <p:nvSpPr>
          <p:cNvPr id="2" name="矩形 1">
            <a:extLst>
              <a:ext uri="{FF2B5EF4-FFF2-40B4-BE49-F238E27FC236}">
                <a16:creationId xmlns:a16="http://schemas.microsoft.com/office/drawing/2014/main" id="{E19994DF-0DD3-6142-A9B1-67872929D554}"/>
              </a:ext>
            </a:extLst>
          </p:cNvPr>
          <p:cNvSpPr/>
          <p:nvPr/>
        </p:nvSpPr>
        <p:spPr>
          <a:xfrm>
            <a:off x="758758" y="3749681"/>
            <a:ext cx="5827236" cy="769441"/>
          </a:xfrm>
          <a:prstGeom prst="rect">
            <a:avLst/>
          </a:prstGeom>
        </p:spPr>
        <p:txBody>
          <a:bodyPr wrap="none">
            <a:spAutoFit/>
          </a:bodyPr>
          <a:lstStyle/>
          <a:p>
            <a:r>
              <a:rPr lang="zh-CN" altLang="en-US" sz="4400" b="1" dirty="0">
                <a:gradFill>
                  <a:gsLst>
                    <a:gs pos="100000">
                      <a:srgbClr val="A6AFD7"/>
                    </a:gs>
                    <a:gs pos="0">
                      <a:srgbClr val="B1C3F0"/>
                    </a:gs>
                  </a:gsLst>
                  <a:lin ang="16200000" scaled="0"/>
                </a:gradFill>
                <a:latin typeface="Arial"/>
                <a:ea typeface="微软雅黑"/>
                <a:cs typeface="Alibaba PuHuiTi" pitchFamily="18" charset="-122"/>
                <a:sym typeface="Arial"/>
              </a:rPr>
              <a:t>金融消费需要注意什么</a:t>
            </a:r>
          </a:p>
        </p:txBody>
      </p:sp>
      <p:sp>
        <p:nvSpPr>
          <p:cNvPr id="13" name="矩形 12">
            <a:extLst>
              <a:ext uri="{FF2B5EF4-FFF2-40B4-BE49-F238E27FC236}">
                <a16:creationId xmlns:a16="http://schemas.microsoft.com/office/drawing/2014/main" id="{4A5352D5-4BB0-3B43-A0BA-71149D807B65}"/>
              </a:ext>
            </a:extLst>
          </p:cNvPr>
          <p:cNvSpPr/>
          <p:nvPr/>
        </p:nvSpPr>
        <p:spPr>
          <a:xfrm>
            <a:off x="1901680" y="2876896"/>
            <a:ext cx="2949531" cy="769441"/>
          </a:xfrm>
          <a:prstGeom prst="rect">
            <a:avLst/>
          </a:prstGeom>
          <a:noFill/>
        </p:spPr>
        <p:txBody>
          <a:bodyPr wrap="square">
            <a:spAutoFit/>
          </a:bodyPr>
          <a:lstStyle/>
          <a:p>
            <a:pPr algn="dist"/>
            <a:r>
              <a:rPr lang="en-US" altLang="zh-CN" sz="4400" b="1" dirty="0">
                <a:gradFill>
                  <a:gsLst>
                    <a:gs pos="100000">
                      <a:srgbClr val="A6AFD7"/>
                    </a:gs>
                    <a:gs pos="0">
                      <a:srgbClr val="B1C3F0"/>
                    </a:gs>
                  </a:gsLst>
                  <a:lin ang="16200000" scaled="0"/>
                </a:gradFill>
                <a:latin typeface="Arial"/>
                <a:ea typeface="微软雅黑"/>
                <a:cs typeface="Alibaba PuHuiTi" pitchFamily="18" charset="-122"/>
                <a:sym typeface="Arial"/>
              </a:rPr>
              <a:t>PART-3</a:t>
            </a:r>
            <a:endParaRPr lang="zh-CN" altLang="en-US" sz="4400" b="1" dirty="0">
              <a:gradFill>
                <a:gsLst>
                  <a:gs pos="100000">
                    <a:srgbClr val="A6AFD7"/>
                  </a:gs>
                  <a:gs pos="0">
                    <a:srgbClr val="B1C3F0"/>
                  </a:gs>
                </a:gsLst>
                <a:lin ang="16200000" scaled="0"/>
              </a:gradFill>
              <a:latin typeface="Arial"/>
              <a:ea typeface="微软雅黑"/>
              <a:cs typeface="Alibaba PuHuiTi" pitchFamily="18" charset="-122"/>
              <a:sym typeface="Arial"/>
            </a:endParaRPr>
          </a:p>
        </p:txBody>
      </p:sp>
    </p:spTree>
    <p:extLst>
      <p:ext uri="{BB962C8B-B14F-4D97-AF65-F5344CB8AC3E}">
        <p14:creationId xmlns:p14="http://schemas.microsoft.com/office/powerpoint/2010/main" val="1848030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ppt_x"/>
                                          </p:val>
                                        </p:tav>
                                        <p:tav tm="100000">
                                          <p:val>
                                            <p:strVal val="#ppt_x"/>
                                          </p:val>
                                        </p:tav>
                                      </p:tavLst>
                                    </p:anim>
                                    <p:anim calcmode="lin" valueType="num">
                                      <p:cBhvr additive="base">
                                        <p:cTn id="24" dur="500" fill="hold"/>
                                        <p:tgtEl>
                                          <p:spTgt spid="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2" grpId="0"/>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C43D201-7B5F-1545-93F8-B219D2483EF1}"/>
              </a:ext>
            </a:extLst>
          </p:cNvPr>
          <p:cNvPicPr>
            <a:picLocks noChangeAspect="1"/>
          </p:cNvPicPr>
          <p:nvPr/>
        </p:nvPicPr>
        <p:blipFill>
          <a:blip r:embed="Rfa760fb1629849fc" cstate="screen">
            <a:extLst>
              <a:ext uri="{28A0092B-C50C-407E-A947-70E740481C1C}">
                <a14:useLocalDpi xmlns:a14="http://schemas.microsoft.com/office/drawing/2010/main"/>
              </a:ext>
            </a:extLst>
          </a:blip>
          <a:stretch>
            <a:fillRect/>
          </a:stretch>
        </p:blipFill>
        <p:spPr>
          <a:xfrm>
            <a:off x="4211707" y="1551211"/>
            <a:ext cx="7181193" cy="4993211"/>
          </a:xfrm>
          <a:prstGeom prst="rect">
            <a:avLst/>
          </a:prstGeom>
        </p:spPr>
      </p:pic>
      <p:sp>
        <p:nvSpPr>
          <p:cNvPr id="4" name="矩形 3"/>
          <p:cNvSpPr/>
          <p:nvPr/>
        </p:nvSpPr>
        <p:spPr>
          <a:xfrm>
            <a:off x="5599999" y="2987031"/>
            <a:ext cx="4097296" cy="377411"/>
          </a:xfrm>
          <a:prstGeom prst="rect">
            <a:avLst/>
          </a:prstGeom>
        </p:spPr>
        <p:txBody>
          <a:bodyPr wrap="square">
            <a:spAutoFit/>
          </a:bodyPr>
          <a:lstStyle/>
          <a:p>
            <a:pPr>
              <a:lnSpc>
                <a:spcPct val="150000"/>
              </a:lnSpc>
            </a:pPr>
            <a:r>
              <a:rPr lang="zh-CN" altLang="en-US" sz="1400" dirty="0">
                <a:solidFill>
                  <a:schemeClr val="bg1">
                    <a:lumMod val="50000"/>
                  </a:schemeClr>
                </a:solidFill>
                <a:latin typeface="Arial"/>
                <a:ea typeface="微软雅黑"/>
                <a:sym typeface="Arial"/>
              </a:rPr>
              <a:t>全面了解将开展交易的相关信息，</a:t>
            </a:r>
            <a:r>
              <a:rPr lang="zh-CN" altLang="en-US" sz="1400" b="1" dirty="0">
                <a:solidFill>
                  <a:schemeClr val="bg1">
                    <a:lumMod val="50000"/>
                  </a:schemeClr>
                </a:solidFill>
                <a:latin typeface="Arial"/>
                <a:ea typeface="微软雅黑"/>
                <a:sym typeface="Arial"/>
              </a:rPr>
              <a:t>充分了解风险；</a:t>
            </a:r>
          </a:p>
        </p:txBody>
      </p:sp>
      <p:sp>
        <p:nvSpPr>
          <p:cNvPr id="5" name="矩形 4"/>
          <p:cNvSpPr/>
          <p:nvPr/>
        </p:nvSpPr>
        <p:spPr>
          <a:xfrm>
            <a:off x="5599998" y="3572432"/>
            <a:ext cx="4404613" cy="700576"/>
          </a:xfrm>
          <a:prstGeom prst="rect">
            <a:avLst/>
          </a:prstGeom>
        </p:spPr>
        <p:txBody>
          <a:bodyPr wrap="square">
            <a:spAutoFit/>
          </a:bodyPr>
          <a:lstStyle/>
          <a:p>
            <a:pPr>
              <a:lnSpc>
                <a:spcPct val="150000"/>
              </a:lnSpc>
            </a:pPr>
            <a:r>
              <a:rPr lang="zh-CN" altLang="en-US" sz="1400" dirty="0">
                <a:solidFill>
                  <a:schemeClr val="bg1">
                    <a:lumMod val="50000"/>
                  </a:schemeClr>
                </a:solidFill>
                <a:latin typeface="Arial"/>
                <a:ea typeface="微软雅黑"/>
                <a:sym typeface="Arial"/>
              </a:rPr>
              <a:t>索要对收益和风险加以清楚陈述的书面投资描述，而不仅仅相信金融机构营销人员的口头承诺；</a:t>
            </a:r>
          </a:p>
        </p:txBody>
      </p:sp>
      <p:sp>
        <p:nvSpPr>
          <p:cNvPr id="6" name="矩形 5"/>
          <p:cNvSpPr/>
          <p:nvPr/>
        </p:nvSpPr>
        <p:spPr>
          <a:xfrm>
            <a:off x="5599998" y="4441676"/>
            <a:ext cx="4619215" cy="700576"/>
          </a:xfrm>
          <a:prstGeom prst="rect">
            <a:avLst/>
          </a:prstGeom>
        </p:spPr>
        <p:txBody>
          <a:bodyPr wrap="square">
            <a:spAutoFit/>
          </a:bodyPr>
          <a:lstStyle/>
          <a:p>
            <a:pPr>
              <a:lnSpc>
                <a:spcPct val="150000"/>
              </a:lnSpc>
            </a:pPr>
            <a:r>
              <a:rPr lang="zh-CN" altLang="en-US" sz="1400" dirty="0">
                <a:solidFill>
                  <a:schemeClr val="bg1">
                    <a:lumMod val="50000"/>
                  </a:schemeClr>
                </a:solidFill>
                <a:latin typeface="Arial"/>
                <a:ea typeface="微软雅黑"/>
                <a:sym typeface="Arial"/>
              </a:rPr>
              <a:t>每笔交易完成后，请仔细核对交易凭证，如发现问题可及早纠正；</a:t>
            </a:r>
          </a:p>
        </p:txBody>
      </p:sp>
      <p:sp>
        <p:nvSpPr>
          <p:cNvPr id="8" name="矩形 7">
            <a:extLst>
              <a:ext uri="{FF2B5EF4-FFF2-40B4-BE49-F238E27FC236}">
                <a16:creationId xmlns:a16="http://schemas.microsoft.com/office/drawing/2014/main" id="{461EE275-C491-AD4B-A8C0-BDA04D4AFCB4}"/>
              </a:ext>
            </a:extLst>
          </p:cNvPr>
          <p:cNvSpPr/>
          <p:nvPr/>
        </p:nvSpPr>
        <p:spPr>
          <a:xfrm>
            <a:off x="1154921" y="879147"/>
            <a:ext cx="3775393"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金融消费需要注意什么</a:t>
            </a:r>
          </a:p>
        </p:txBody>
      </p:sp>
      <p:sp>
        <p:nvSpPr>
          <p:cNvPr id="9" name="椭圆 8">
            <a:extLst>
              <a:ext uri="{FF2B5EF4-FFF2-40B4-BE49-F238E27FC236}">
                <a16:creationId xmlns:a16="http://schemas.microsoft.com/office/drawing/2014/main" id="{7F1E0821-1B86-674B-A441-8EC993D988CA}"/>
              </a:ext>
            </a:extLst>
          </p:cNvPr>
          <p:cNvSpPr/>
          <p:nvPr/>
        </p:nvSpPr>
        <p:spPr>
          <a:xfrm>
            <a:off x="806824" y="1024216"/>
            <a:ext cx="233082" cy="233082"/>
          </a:xfrm>
          <a:prstGeom prst="ellips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pic>
        <p:nvPicPr>
          <p:cNvPr id="10" name="图片 9">
            <a:extLst>
              <a:ext uri="{FF2B5EF4-FFF2-40B4-BE49-F238E27FC236}">
                <a16:creationId xmlns:a16="http://schemas.microsoft.com/office/drawing/2014/main" id="{9249507A-4463-8047-9BA6-327AC4118E09}"/>
              </a:ext>
            </a:extLst>
          </p:cNvPr>
          <p:cNvPicPr>
            <a:picLocks noChangeAspect="1"/>
          </p:cNvPicPr>
          <p:nvPr/>
        </p:nvPicPr>
        <p:blipFill>
          <a:blip r:embed="R06c1e135307e45d6" cstate="screen">
            <a:extLst>
              <a:ext uri="{28A0092B-C50C-407E-A947-70E740481C1C}">
                <a14:useLocalDpi xmlns:a14="http://schemas.microsoft.com/office/drawing/2010/main"/>
              </a:ext>
            </a:extLst>
          </a:blip>
          <a:srcRect/>
          <a:stretch/>
        </p:blipFill>
        <p:spPr>
          <a:xfrm>
            <a:off x="607975" y="1816894"/>
            <a:ext cx="4161960" cy="4161960"/>
          </a:xfrm>
          <a:prstGeom prst="rect">
            <a:avLst/>
          </a:prstGeom>
        </p:spPr>
      </p:pic>
    </p:spTree>
    <p:extLst>
      <p:ext uri="{BB962C8B-B14F-4D97-AF65-F5344CB8AC3E}">
        <p14:creationId xmlns:p14="http://schemas.microsoft.com/office/powerpoint/2010/main" val="2120361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randombar(horizontal)">
                                      <p:cBhvr>
                                        <p:cTn id="13" dur="500"/>
                                        <p:tgtEl>
                                          <p:spTgt spid="5"/>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randombar(horizontal)">
                                      <p:cBhvr>
                                        <p:cTn id="16" dur="500"/>
                                        <p:tgtEl>
                                          <p:spTgt spid="6"/>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randombar(horizontal)">
                                      <p:cBhvr>
                                        <p:cTn id="19" dur="500"/>
                                        <p:tgtEl>
                                          <p:spTgt spid="8"/>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randombar(horizontal)">
                                      <p:cBhvr>
                                        <p:cTn id="22" dur="500"/>
                                        <p:tgtEl>
                                          <p:spTgt spid="9"/>
                                        </p:tgtEl>
                                      </p:cBhvr>
                                    </p:animEffect>
                                  </p:childTnLst>
                                </p:cTn>
                              </p:par>
                              <p:par>
                                <p:cTn id="23" presetID="14" presetClass="entr" presetSubtype="1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randombar(horizontal)">
                                      <p:cBhvr>
                                        <p:cTn id="2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425390" y="2602318"/>
            <a:ext cx="4061010" cy="1061829"/>
          </a:xfrm>
          <a:prstGeom prst="rect">
            <a:avLst/>
          </a:prstGeom>
        </p:spPr>
        <p:txBody>
          <a:bodyPr wrap="square">
            <a:spAutoFit/>
          </a:bodyPr>
          <a:lstStyle/>
          <a:p>
            <a:pPr algn="just">
              <a:lnSpc>
                <a:spcPct val="150000"/>
              </a:lnSpc>
            </a:pPr>
            <a:r>
              <a:rPr lang="zh-CN" altLang="en-US" sz="1400" dirty="0">
                <a:solidFill>
                  <a:schemeClr val="bg1">
                    <a:lumMod val="50000"/>
                  </a:schemeClr>
                </a:solidFill>
                <a:latin typeface="Arial"/>
                <a:ea typeface="微软雅黑"/>
                <a:sym typeface="Arial"/>
              </a:rPr>
              <a:t>如有可能，定期到金融机构查询本人账户信息，及时掌握账户变化情况，避免延误处理问题的时机；</a:t>
            </a:r>
          </a:p>
        </p:txBody>
      </p:sp>
      <p:sp>
        <p:nvSpPr>
          <p:cNvPr id="4" name="矩形 3"/>
          <p:cNvSpPr/>
          <p:nvPr/>
        </p:nvSpPr>
        <p:spPr>
          <a:xfrm>
            <a:off x="1425390" y="4075317"/>
            <a:ext cx="4061010" cy="1061829"/>
          </a:xfrm>
          <a:prstGeom prst="rect">
            <a:avLst/>
          </a:prstGeom>
        </p:spPr>
        <p:txBody>
          <a:bodyPr wrap="square">
            <a:spAutoFit/>
          </a:bodyPr>
          <a:lstStyle/>
          <a:p>
            <a:pPr algn="just">
              <a:lnSpc>
                <a:spcPct val="150000"/>
              </a:lnSpc>
            </a:pPr>
            <a:r>
              <a:rPr lang="zh-CN" altLang="en-US" sz="1400" dirty="0">
                <a:solidFill>
                  <a:schemeClr val="bg1">
                    <a:lumMod val="50000"/>
                  </a:schemeClr>
                </a:solidFill>
                <a:latin typeface="Arial"/>
                <a:ea typeface="微软雅黑"/>
                <a:sym typeface="Arial"/>
              </a:rPr>
              <a:t>在完成金融机构提供的客户风险承受能力评估时请按自身真实情况认真填写，不要允许金融机构销售人员随意代填，从而误评您的风险承受能力；</a:t>
            </a:r>
          </a:p>
        </p:txBody>
      </p:sp>
      <p:sp>
        <p:nvSpPr>
          <p:cNvPr id="6" name="矩形 5">
            <a:extLst>
              <a:ext uri="{FF2B5EF4-FFF2-40B4-BE49-F238E27FC236}">
                <a16:creationId xmlns:a16="http://schemas.microsoft.com/office/drawing/2014/main" id="{4D6C2017-D460-A242-9D1F-E1030664B712}"/>
              </a:ext>
            </a:extLst>
          </p:cNvPr>
          <p:cNvSpPr/>
          <p:nvPr/>
        </p:nvSpPr>
        <p:spPr>
          <a:xfrm>
            <a:off x="1154921" y="879147"/>
            <a:ext cx="3775393"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金融消费需要注意什么</a:t>
            </a:r>
          </a:p>
        </p:txBody>
      </p:sp>
      <p:sp>
        <p:nvSpPr>
          <p:cNvPr id="7" name="椭圆 6">
            <a:extLst>
              <a:ext uri="{FF2B5EF4-FFF2-40B4-BE49-F238E27FC236}">
                <a16:creationId xmlns:a16="http://schemas.microsoft.com/office/drawing/2014/main" id="{B17C0571-6B00-E840-A582-64FAE064FE46}"/>
              </a:ext>
            </a:extLst>
          </p:cNvPr>
          <p:cNvSpPr/>
          <p:nvPr/>
        </p:nvSpPr>
        <p:spPr>
          <a:xfrm>
            <a:off x="806824" y="1024216"/>
            <a:ext cx="233082" cy="233082"/>
          </a:xfrm>
          <a:prstGeom prst="ellips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pic>
        <p:nvPicPr>
          <p:cNvPr id="8" name="图片 7">
            <a:extLst>
              <a:ext uri="{FF2B5EF4-FFF2-40B4-BE49-F238E27FC236}">
                <a16:creationId xmlns:a16="http://schemas.microsoft.com/office/drawing/2014/main" id="{837FFCAD-E42A-724A-973A-75533925BFF0}"/>
              </a:ext>
            </a:extLst>
          </p:cNvPr>
          <p:cNvPicPr>
            <a:picLocks noChangeAspect="1"/>
          </p:cNvPicPr>
          <p:nvPr/>
        </p:nvPicPr>
        <p:blipFill>
          <a:blip r:embed="R655ae59d560b45cd" cstate="screen">
            <a:extLst>
              <a:ext uri="{28A0092B-C50C-407E-A947-70E740481C1C}">
                <a14:useLocalDpi xmlns:a14="http://schemas.microsoft.com/office/drawing/2010/main"/>
              </a:ext>
            </a:extLst>
          </a:blip>
          <a:stretch>
            <a:fillRect/>
          </a:stretch>
        </p:blipFill>
        <p:spPr>
          <a:xfrm>
            <a:off x="6490447" y="1854663"/>
            <a:ext cx="4276163" cy="4276163"/>
          </a:xfrm>
          <a:prstGeom prst="rect">
            <a:avLst/>
          </a:prstGeom>
        </p:spPr>
      </p:pic>
      <p:sp>
        <p:nvSpPr>
          <p:cNvPr id="9" name="直角三角形 8">
            <a:extLst>
              <a:ext uri="{FF2B5EF4-FFF2-40B4-BE49-F238E27FC236}">
                <a16:creationId xmlns:a16="http://schemas.microsoft.com/office/drawing/2014/main" id="{440FF48B-8E57-EF42-B792-4191B5850B20}"/>
              </a:ext>
            </a:extLst>
          </p:cNvPr>
          <p:cNvSpPr/>
          <p:nvPr/>
        </p:nvSpPr>
        <p:spPr>
          <a:xfrm flipH="1">
            <a:off x="806824" y="2697346"/>
            <a:ext cx="430306" cy="430306"/>
          </a:xfrm>
          <a:prstGeom prst="rtTriangl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sp>
        <p:nvSpPr>
          <p:cNvPr id="10" name="直角三角形 9">
            <a:extLst>
              <a:ext uri="{FF2B5EF4-FFF2-40B4-BE49-F238E27FC236}">
                <a16:creationId xmlns:a16="http://schemas.microsoft.com/office/drawing/2014/main" id="{34E6B0C8-1B0E-A647-BF90-A1D035BB21A6}"/>
              </a:ext>
            </a:extLst>
          </p:cNvPr>
          <p:cNvSpPr/>
          <p:nvPr/>
        </p:nvSpPr>
        <p:spPr>
          <a:xfrm flipH="1">
            <a:off x="806824" y="4216958"/>
            <a:ext cx="430306" cy="430306"/>
          </a:xfrm>
          <a:prstGeom prst="rtTriangl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spTree>
    <p:extLst>
      <p:ext uri="{BB962C8B-B14F-4D97-AF65-F5344CB8AC3E}">
        <p14:creationId xmlns:p14="http://schemas.microsoft.com/office/powerpoint/2010/main" val="360900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randombar(horizontal)">
                                      <p:cBhvr>
                                        <p:cTn id="13" dur="500"/>
                                        <p:tgtEl>
                                          <p:spTgt spid="6"/>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randombar(horizontal)">
                                      <p:cBhvr>
                                        <p:cTn id="16" dur="500"/>
                                        <p:tgtEl>
                                          <p:spTgt spid="7"/>
                                        </p:tgtEl>
                                      </p:cBhvr>
                                    </p:animEffect>
                                  </p:childTnLst>
                                </p:cTn>
                              </p:par>
                              <p:par>
                                <p:cTn id="17" presetID="14" presetClass="entr" presetSubtype="1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randombar(horizontal)">
                                      <p:cBhvr>
                                        <p:cTn id="19" dur="500"/>
                                        <p:tgtEl>
                                          <p:spTgt spid="8"/>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randombar(horizontal)">
                                      <p:cBhvr>
                                        <p:cTn id="22" dur="500"/>
                                        <p:tgtEl>
                                          <p:spTgt spid="9"/>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randombar(horizontal)">
                                      <p:cBhvr>
                                        <p:cTn id="2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animBg="1"/>
      <p:bldP spid="9" grpId="0" animBg="1"/>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5AFF97BF-46DF-C249-96A7-0F22AA6A9258}"/>
              </a:ext>
            </a:extLst>
          </p:cNvPr>
          <p:cNvPicPr>
            <a:picLocks noChangeAspect="1"/>
          </p:cNvPicPr>
          <p:nvPr/>
        </p:nvPicPr>
        <p:blipFill rotWithShape="1">
          <a:blip r:embed="R7058a90d9dee4e8b" cstate="screen">
            <a:duotone>
              <a:prstClr val="black"/>
              <a:schemeClr val="accent1">
                <a:tint val="45000"/>
                <a:satMod val="400000"/>
              </a:schemeClr>
            </a:duotone>
            <a:extLst>
              <a:ext uri="{28A0092B-C50C-407E-A947-70E740481C1C}">
                <a14:useLocalDpi xmlns:a14="http://schemas.microsoft.com/office/drawing/2010/main"/>
              </a:ext>
            </a:extLst>
          </a:blip>
          <a:srcRect/>
          <a:stretch/>
        </p:blipFill>
        <p:spPr>
          <a:xfrm>
            <a:off x="5307107" y="1879868"/>
            <a:ext cx="6366276" cy="3564420"/>
          </a:xfrm>
          <a:prstGeom prst="rect">
            <a:avLst/>
          </a:prstGeom>
        </p:spPr>
      </p:pic>
      <p:sp>
        <p:nvSpPr>
          <p:cNvPr id="2" name="矩形 1"/>
          <p:cNvSpPr/>
          <p:nvPr/>
        </p:nvSpPr>
        <p:spPr>
          <a:xfrm>
            <a:off x="6203577" y="3662078"/>
            <a:ext cx="4640058" cy="1061829"/>
          </a:xfrm>
          <a:prstGeom prst="rect">
            <a:avLst/>
          </a:prstGeom>
        </p:spPr>
        <p:txBody>
          <a:bodyPr wrap="square">
            <a:spAutoFit/>
          </a:bodyPr>
          <a:lstStyle/>
          <a:p>
            <a:pPr>
              <a:lnSpc>
                <a:spcPct val="150000"/>
              </a:lnSpc>
            </a:pPr>
            <a:r>
              <a:rPr lang="zh-CN" altLang="en-US" sz="1400" dirty="0">
                <a:solidFill>
                  <a:schemeClr val="bg1">
                    <a:lumMod val="50000"/>
                  </a:schemeClr>
                </a:solidFill>
                <a:latin typeface="Arial"/>
                <a:ea typeface="微软雅黑"/>
                <a:sym typeface="Arial"/>
              </a:rPr>
              <a:t>确认金融机构工作人员身份，查看其相关执照、证件等身份证明材料，对在金融机构营业X点之外自称是某金融机构工作人员的人保持警惕。</a:t>
            </a:r>
          </a:p>
        </p:txBody>
      </p:sp>
      <p:sp>
        <p:nvSpPr>
          <p:cNvPr id="3" name="矩形 2"/>
          <p:cNvSpPr/>
          <p:nvPr/>
        </p:nvSpPr>
        <p:spPr>
          <a:xfrm>
            <a:off x="6203577" y="2826561"/>
            <a:ext cx="4769224" cy="1061829"/>
          </a:xfrm>
          <a:prstGeom prst="rect">
            <a:avLst/>
          </a:prstGeom>
        </p:spPr>
        <p:txBody>
          <a:bodyPr wrap="square">
            <a:spAutoFit/>
          </a:bodyPr>
          <a:lstStyle/>
          <a:p>
            <a:pPr>
              <a:lnSpc>
                <a:spcPct val="150000"/>
              </a:lnSpc>
            </a:pPr>
            <a:r>
              <a:rPr lang="zh-CN" altLang="en-US" sz="1400" dirty="0">
                <a:solidFill>
                  <a:schemeClr val="bg1">
                    <a:lumMod val="50000"/>
                  </a:schemeClr>
                </a:solidFill>
                <a:latin typeface="Arial"/>
                <a:ea typeface="微软雅黑"/>
                <a:sym typeface="Arial"/>
              </a:rPr>
              <a:t>完整、准确填写各种文书、合同及资料。不要在表格中留下空白处，让其他人在您不知情或未经您允许的情况下填写；</a:t>
            </a:r>
          </a:p>
        </p:txBody>
      </p:sp>
      <p:sp>
        <p:nvSpPr>
          <p:cNvPr id="4" name="矩形 3">
            <a:extLst>
              <a:ext uri="{FF2B5EF4-FFF2-40B4-BE49-F238E27FC236}">
                <a16:creationId xmlns:a16="http://schemas.microsoft.com/office/drawing/2014/main" id="{61107017-BD31-9240-9A78-A017FE0A8C28}"/>
              </a:ext>
            </a:extLst>
          </p:cNvPr>
          <p:cNvSpPr/>
          <p:nvPr/>
        </p:nvSpPr>
        <p:spPr>
          <a:xfrm>
            <a:off x="1154921" y="879147"/>
            <a:ext cx="3775393"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金融消费需要注意什么</a:t>
            </a:r>
          </a:p>
        </p:txBody>
      </p:sp>
      <p:sp>
        <p:nvSpPr>
          <p:cNvPr id="5" name="椭圆 4">
            <a:extLst>
              <a:ext uri="{FF2B5EF4-FFF2-40B4-BE49-F238E27FC236}">
                <a16:creationId xmlns:a16="http://schemas.microsoft.com/office/drawing/2014/main" id="{7D971221-D00C-7845-BE54-C87B1627A820}"/>
              </a:ext>
            </a:extLst>
          </p:cNvPr>
          <p:cNvSpPr/>
          <p:nvPr/>
        </p:nvSpPr>
        <p:spPr>
          <a:xfrm>
            <a:off x="806824" y="1024216"/>
            <a:ext cx="233082" cy="233082"/>
          </a:xfrm>
          <a:prstGeom prst="ellips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pic>
        <p:nvPicPr>
          <p:cNvPr id="8" name="图片 7">
            <a:extLst>
              <a:ext uri="{FF2B5EF4-FFF2-40B4-BE49-F238E27FC236}">
                <a16:creationId xmlns:a16="http://schemas.microsoft.com/office/drawing/2014/main" id="{620F1226-424C-4B4E-8BD1-9C2AA7C8B360}"/>
              </a:ext>
            </a:extLst>
          </p:cNvPr>
          <p:cNvPicPr>
            <a:picLocks noChangeAspect="1"/>
          </p:cNvPicPr>
          <p:nvPr/>
        </p:nvPicPr>
        <p:blipFill>
          <a:blip r:embed="R7ca1572ca6194e3e" cstate="screen">
            <a:extLst>
              <a:ext uri="{28A0092B-C50C-407E-A947-70E740481C1C}">
                <a14:useLocalDpi xmlns:a14="http://schemas.microsoft.com/office/drawing/2010/main"/>
              </a:ext>
            </a:extLst>
          </a:blip>
          <a:srcRect/>
          <a:stretch/>
        </p:blipFill>
        <p:spPr>
          <a:xfrm>
            <a:off x="1060332" y="1939909"/>
            <a:ext cx="4038944" cy="4038944"/>
          </a:xfrm>
          <a:prstGeom prst="rect">
            <a:avLst/>
          </a:prstGeom>
        </p:spPr>
      </p:pic>
    </p:spTree>
    <p:extLst>
      <p:ext uri="{BB962C8B-B14F-4D97-AF65-F5344CB8AC3E}">
        <p14:creationId xmlns:p14="http://schemas.microsoft.com/office/powerpoint/2010/main" val="218846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p:tgtEl>
                                          <p:spTgt spid="7"/>
                                        </p:tgtEl>
                                        <p:attrNameLst>
                                          <p:attrName>ppt_y</p:attrName>
                                        </p:attrNameLst>
                                      </p:cBhvr>
                                      <p:tavLst>
                                        <p:tav tm="0">
                                          <p:val>
                                            <p:strVal val="#ppt_y+#ppt_h*1.125000"/>
                                          </p:val>
                                        </p:tav>
                                        <p:tav tm="100000">
                                          <p:val>
                                            <p:strVal val="#ppt_y"/>
                                          </p:val>
                                        </p:tav>
                                      </p:tavLst>
                                    </p:anim>
                                    <p:animEffect transition="in" filter="wipe(up)">
                                      <p:cBhvr>
                                        <p:cTn id="8" dur="500"/>
                                        <p:tgtEl>
                                          <p:spTgt spid="7"/>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p:tgtEl>
                                          <p:spTgt spid="2"/>
                                        </p:tgtEl>
                                        <p:attrNameLst>
                                          <p:attrName>ppt_y</p:attrName>
                                        </p:attrNameLst>
                                      </p:cBhvr>
                                      <p:tavLst>
                                        <p:tav tm="0">
                                          <p:val>
                                            <p:strVal val="#ppt_y+#ppt_h*1.125000"/>
                                          </p:val>
                                        </p:tav>
                                        <p:tav tm="100000">
                                          <p:val>
                                            <p:strVal val="#ppt_y"/>
                                          </p:val>
                                        </p:tav>
                                      </p:tavLst>
                                    </p:anim>
                                    <p:animEffect transition="in" filter="wipe(up)">
                                      <p:cBhvr>
                                        <p:cTn id="12" dur="500"/>
                                        <p:tgtEl>
                                          <p:spTgt spid="2"/>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p:tgtEl>
                                          <p:spTgt spid="3"/>
                                        </p:tgtEl>
                                        <p:attrNameLst>
                                          <p:attrName>ppt_y</p:attrName>
                                        </p:attrNameLst>
                                      </p:cBhvr>
                                      <p:tavLst>
                                        <p:tav tm="0">
                                          <p:val>
                                            <p:strVal val="#ppt_y+#ppt_h*1.125000"/>
                                          </p:val>
                                        </p:tav>
                                        <p:tav tm="100000">
                                          <p:val>
                                            <p:strVal val="#ppt_y"/>
                                          </p:val>
                                        </p:tav>
                                      </p:tavLst>
                                    </p:anim>
                                    <p:animEffect transition="in" filter="wipe(up)">
                                      <p:cBhvr>
                                        <p:cTn id="16" dur="500"/>
                                        <p:tgtEl>
                                          <p:spTgt spid="3"/>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p:tgtEl>
                                          <p:spTgt spid="4"/>
                                        </p:tgtEl>
                                        <p:attrNameLst>
                                          <p:attrName>ppt_y</p:attrName>
                                        </p:attrNameLst>
                                      </p:cBhvr>
                                      <p:tavLst>
                                        <p:tav tm="0">
                                          <p:val>
                                            <p:strVal val="#ppt_y+#ppt_h*1.125000"/>
                                          </p:val>
                                        </p:tav>
                                        <p:tav tm="100000">
                                          <p:val>
                                            <p:strVal val="#ppt_y"/>
                                          </p:val>
                                        </p:tav>
                                      </p:tavLst>
                                    </p:anim>
                                    <p:animEffect transition="in" filter="wipe(up)">
                                      <p:cBhvr>
                                        <p:cTn id="20" dur="500"/>
                                        <p:tgtEl>
                                          <p:spTgt spid="4"/>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p:tgtEl>
                                          <p:spTgt spid="5"/>
                                        </p:tgtEl>
                                        <p:attrNameLst>
                                          <p:attrName>ppt_y</p:attrName>
                                        </p:attrNameLst>
                                      </p:cBhvr>
                                      <p:tavLst>
                                        <p:tav tm="0">
                                          <p:val>
                                            <p:strVal val="#ppt_y+#ppt_h*1.125000"/>
                                          </p:val>
                                        </p:tav>
                                        <p:tav tm="100000">
                                          <p:val>
                                            <p:strVal val="#ppt_y"/>
                                          </p:val>
                                        </p:tav>
                                      </p:tavLst>
                                    </p:anim>
                                    <p:animEffect transition="in" filter="wipe(up)">
                                      <p:cBhvr>
                                        <p:cTn id="24" dur="500"/>
                                        <p:tgtEl>
                                          <p:spTgt spid="5"/>
                                        </p:tgtEl>
                                      </p:cBhvr>
                                    </p:animEffect>
                                  </p:childTnLst>
                                </p:cTn>
                              </p:par>
                              <p:par>
                                <p:cTn id="25" presetID="12" presetClass="entr" presetSubtype="4"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p:tgtEl>
                                          <p:spTgt spid="8"/>
                                        </p:tgtEl>
                                        <p:attrNameLst>
                                          <p:attrName>ppt_y</p:attrName>
                                        </p:attrNameLst>
                                      </p:cBhvr>
                                      <p:tavLst>
                                        <p:tav tm="0">
                                          <p:val>
                                            <p:strVal val="#ppt_y+#ppt_h*1.125000"/>
                                          </p:val>
                                        </p:tav>
                                        <p:tav tm="100000">
                                          <p:val>
                                            <p:strVal val="#ppt_y"/>
                                          </p:val>
                                        </p:tav>
                                      </p:tavLst>
                                    </p:anim>
                                    <p:animEffect transition="in" filter="wipe(up)">
                                      <p:cBhvr>
                                        <p:cTn id="2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49339" y="3462022"/>
            <a:ext cx="4216353" cy="1708160"/>
          </a:xfrm>
          <a:prstGeom prst="rect">
            <a:avLst/>
          </a:prstGeom>
        </p:spPr>
        <p:txBody>
          <a:bodyPr wrap="square">
            <a:spAutoFit/>
          </a:bodyPr>
          <a:lstStyle/>
          <a:p>
            <a:pPr algn="just">
              <a:lnSpc>
                <a:spcPct val="150000"/>
              </a:lnSpc>
            </a:pPr>
            <a:endParaRPr lang="zh-CN" altLang="en-US" sz="1400" dirty="0">
              <a:solidFill>
                <a:schemeClr val="bg1">
                  <a:lumMod val="50000"/>
                </a:schemeClr>
              </a:solidFill>
              <a:latin typeface="Arial"/>
              <a:ea typeface="微软雅黑"/>
              <a:sym typeface="Arial"/>
            </a:endParaRPr>
          </a:p>
          <a:p>
            <a:pPr algn="just">
              <a:lnSpc>
                <a:spcPct val="150000"/>
              </a:lnSpc>
            </a:pPr>
            <a:r>
              <a:rPr lang="zh-CN" altLang="en-US" sz="1400" dirty="0">
                <a:solidFill>
                  <a:schemeClr val="bg1">
                    <a:lumMod val="50000"/>
                  </a:schemeClr>
                </a:solidFill>
                <a:latin typeface="Arial"/>
                <a:ea typeface="微软雅黑"/>
                <a:sym typeface="Arial"/>
              </a:rPr>
              <a:t>      面对非法中介承诺“您贷我卖，事成重谢”的诱惑，要坚定立场。他们往往在完成交易后不按时还款，甚至失联，分期贷款的钱最终需要贷款人偿还。X编提醒您对他们敬而远之，切不可因X失大。</a:t>
            </a:r>
          </a:p>
        </p:txBody>
      </p:sp>
      <p:sp>
        <p:nvSpPr>
          <p:cNvPr id="3" name="矩形 2"/>
          <p:cNvSpPr/>
          <p:nvPr/>
        </p:nvSpPr>
        <p:spPr>
          <a:xfrm>
            <a:off x="1445919" y="3226109"/>
            <a:ext cx="4031873" cy="400110"/>
          </a:xfrm>
          <a:prstGeom prst="rect">
            <a:avLst/>
          </a:prstGeom>
        </p:spPr>
        <p:txBody>
          <a:bodyPr wrap="none">
            <a:spAutoFit/>
          </a:bodyPr>
          <a:lstStyle/>
          <a:p>
            <a:r>
              <a:rPr lang="zh-CN" altLang="en-US" sz="2000" b="1" dirty="0">
                <a:gradFill>
                  <a:gsLst>
                    <a:gs pos="100000">
                      <a:srgbClr val="A6AFD7"/>
                    </a:gs>
                    <a:gs pos="0">
                      <a:srgbClr val="B1C3F0"/>
                    </a:gs>
                  </a:gsLst>
                  <a:lin ang="16200000" scaled="0"/>
                </a:gradFill>
                <a:latin typeface="Arial"/>
                <a:ea typeface="微软雅黑"/>
                <a:sym typeface="Arial"/>
              </a:rPr>
              <a:t>切莫轻信“承诺”，参与分期套现</a:t>
            </a:r>
          </a:p>
        </p:txBody>
      </p:sp>
      <p:sp>
        <p:nvSpPr>
          <p:cNvPr id="6" name="矩形 5">
            <a:extLst>
              <a:ext uri="{FF2B5EF4-FFF2-40B4-BE49-F238E27FC236}">
                <a16:creationId xmlns:a16="http://schemas.microsoft.com/office/drawing/2014/main" id="{30517224-B06E-2E4D-9ABF-54F9816D9E13}"/>
              </a:ext>
            </a:extLst>
          </p:cNvPr>
          <p:cNvSpPr/>
          <p:nvPr/>
        </p:nvSpPr>
        <p:spPr>
          <a:xfrm>
            <a:off x="1154921" y="879147"/>
            <a:ext cx="3775393"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金融消费需要注意什么</a:t>
            </a:r>
          </a:p>
        </p:txBody>
      </p:sp>
      <p:sp>
        <p:nvSpPr>
          <p:cNvPr id="7" name="椭圆 6">
            <a:extLst>
              <a:ext uri="{FF2B5EF4-FFF2-40B4-BE49-F238E27FC236}">
                <a16:creationId xmlns:a16="http://schemas.microsoft.com/office/drawing/2014/main" id="{46F75759-FB1F-0B4B-B8F2-A9FFB82D3B5B}"/>
              </a:ext>
            </a:extLst>
          </p:cNvPr>
          <p:cNvSpPr/>
          <p:nvPr/>
        </p:nvSpPr>
        <p:spPr>
          <a:xfrm>
            <a:off x="806824" y="1024216"/>
            <a:ext cx="233082" cy="233082"/>
          </a:xfrm>
          <a:prstGeom prst="ellips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pic>
        <p:nvPicPr>
          <p:cNvPr id="8" name="图片 7">
            <a:extLst>
              <a:ext uri="{FF2B5EF4-FFF2-40B4-BE49-F238E27FC236}">
                <a16:creationId xmlns:a16="http://schemas.microsoft.com/office/drawing/2014/main" id="{282A78B4-CCF9-D648-AF89-D1E424B355AF}"/>
              </a:ext>
            </a:extLst>
          </p:cNvPr>
          <p:cNvPicPr>
            <a:picLocks noChangeAspect="1"/>
          </p:cNvPicPr>
          <p:nvPr/>
        </p:nvPicPr>
        <p:blipFill>
          <a:blip r:embed="R5522ff22a44e4a83" cstate="screen">
            <a:extLst>
              <a:ext uri="{28A0092B-C50C-407E-A947-70E740481C1C}">
                <a14:useLocalDpi xmlns:a14="http://schemas.microsoft.com/office/drawing/2010/main"/>
              </a:ext>
            </a:extLst>
          </a:blip>
          <a:srcRect/>
          <a:stretch/>
        </p:blipFill>
        <p:spPr>
          <a:xfrm>
            <a:off x="6598026" y="1957599"/>
            <a:ext cx="5218543" cy="3913908"/>
          </a:xfrm>
          <a:prstGeom prst="rect">
            <a:avLst/>
          </a:prstGeom>
        </p:spPr>
      </p:pic>
      <p:pic>
        <p:nvPicPr>
          <p:cNvPr id="9" name="图片 8">
            <a:extLst>
              <a:ext uri="{FF2B5EF4-FFF2-40B4-BE49-F238E27FC236}">
                <a16:creationId xmlns:a16="http://schemas.microsoft.com/office/drawing/2014/main" id="{C62C49D6-0472-9A47-AEBA-AA58B0B78461}"/>
              </a:ext>
            </a:extLst>
          </p:cNvPr>
          <p:cNvPicPr>
            <a:picLocks noChangeAspect="1"/>
          </p:cNvPicPr>
          <p:nvPr/>
        </p:nvPicPr>
        <p:blipFill rotWithShape="1">
          <a:blip r:embed="R446aa4a39cb047a8" cstate="screen">
            <a:duotone>
              <a:prstClr val="black"/>
              <a:schemeClr val="accent1">
                <a:tint val="45000"/>
                <a:satMod val="400000"/>
              </a:schemeClr>
            </a:duotone>
            <a:extLst>
              <a:ext uri="{28A0092B-C50C-407E-A947-70E740481C1C}">
                <a14:useLocalDpi xmlns:a14="http://schemas.microsoft.com/office/drawing/2010/main"/>
              </a:ext>
            </a:extLst>
          </a:blip>
          <a:srcRect/>
          <a:stretch/>
        </p:blipFill>
        <p:spPr>
          <a:xfrm>
            <a:off x="692525" y="2509170"/>
            <a:ext cx="6066057" cy="3174452"/>
          </a:xfrm>
          <a:prstGeom prst="rect">
            <a:avLst/>
          </a:prstGeom>
        </p:spPr>
      </p:pic>
    </p:spTree>
    <p:extLst>
      <p:ext uri="{BB962C8B-B14F-4D97-AF65-F5344CB8AC3E}">
        <p14:creationId xmlns:p14="http://schemas.microsoft.com/office/powerpoint/2010/main" val="3149242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500"/>
                                        <p:tgtEl>
                                          <p:spTgt spid="3"/>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arn(inVertical)">
                                      <p:cBhvr>
                                        <p:cTn id="16" dur="500"/>
                                        <p:tgtEl>
                                          <p:spTgt spid="7"/>
                                        </p:tgtEl>
                                      </p:cBhvr>
                                    </p:animEffect>
                                  </p:childTnLst>
                                </p:cTn>
                              </p:par>
                              <p:par>
                                <p:cTn id="17" presetID="16" presetClass="entr" presetSubtype="21"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arn(inVertical)">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00"/>
                                        <p:tgtEl>
                                          <p:spTgt spid="9"/>
                                        </p:tgtEl>
                                        <p:attrNameLst>
                                          <p:attrName>ppt_y</p:attrName>
                                        </p:attrNameLst>
                                      </p:cBhvr>
                                      <p:tavLst>
                                        <p:tav tm="0">
                                          <p:val>
                                            <p:strVal val="#ppt_y+#ppt_h*1.125000"/>
                                          </p:val>
                                        </p:tav>
                                        <p:tav tm="100000">
                                          <p:val>
                                            <p:strVal val="#ppt_y"/>
                                          </p:val>
                                        </p:tav>
                                      </p:tavLst>
                                    </p:anim>
                                    <p:animEffect transition="in" filter="wipe(up)">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DD0737F1-A982-1A4F-8DBC-EB0CFC9E0097}"/>
              </a:ext>
            </a:extLst>
          </p:cNvPr>
          <p:cNvSpPr/>
          <p:nvPr/>
        </p:nvSpPr>
        <p:spPr>
          <a:xfrm>
            <a:off x="5916706" y="3098804"/>
            <a:ext cx="5203756" cy="1794586"/>
          </a:xfrm>
          <a:prstGeom prst="rect">
            <a:avLst/>
          </a:prstGeom>
          <a:noFill/>
          <a:ln w="25400">
            <a:solidFill>
              <a:srgbClr val="A6AF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sp>
        <p:nvSpPr>
          <p:cNvPr id="8" name="圆角矩形 7">
            <a:extLst>
              <a:ext uri="{FF2B5EF4-FFF2-40B4-BE49-F238E27FC236}">
                <a16:creationId xmlns:a16="http://schemas.microsoft.com/office/drawing/2014/main" id="{0EF5AAB5-7478-D645-9050-F5EDDA0B17B0}"/>
              </a:ext>
            </a:extLst>
          </p:cNvPr>
          <p:cNvSpPr/>
          <p:nvPr/>
        </p:nvSpPr>
        <p:spPr>
          <a:xfrm>
            <a:off x="6355467" y="2829862"/>
            <a:ext cx="4410636" cy="537882"/>
          </a:xfrm>
          <a:prstGeom prst="roundRect">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sp>
        <p:nvSpPr>
          <p:cNvPr id="2" name="矩形 1"/>
          <p:cNvSpPr/>
          <p:nvPr/>
        </p:nvSpPr>
        <p:spPr>
          <a:xfrm>
            <a:off x="6083546" y="3531675"/>
            <a:ext cx="4682557" cy="1200329"/>
          </a:xfrm>
          <a:prstGeom prst="rect">
            <a:avLst/>
          </a:prstGeom>
        </p:spPr>
        <p:txBody>
          <a:bodyPr wrap="square">
            <a:spAutoFit/>
          </a:bodyPr>
          <a:lstStyle/>
          <a:p>
            <a:pPr>
              <a:lnSpc>
                <a:spcPct val="150000"/>
              </a:lnSpc>
            </a:pPr>
            <a:r>
              <a:rPr lang="zh-CN" altLang="en-US" sz="1200" dirty="0">
                <a:solidFill>
                  <a:schemeClr val="bg1">
                    <a:lumMod val="50000"/>
                  </a:schemeClr>
                </a:solidFill>
                <a:latin typeface="Arial"/>
                <a:ea typeface="微软雅黑"/>
                <a:sym typeface="Arial"/>
              </a:rPr>
              <a:t>        贷款还款拖延不得。个人信用记录会如实反映您在什么时候还了什么钱，是不是按合同的规定按时、足额地还了款。再加上不同银行的到账日规定有所不同，所以X编建议您牢记还款日，提前</a:t>
            </a:r>
            <a:r>
              <a:rPr lang="en-US" altLang="zh-CN" sz="1200" dirty="0">
                <a:solidFill>
                  <a:schemeClr val="bg1">
                    <a:lumMod val="50000"/>
                  </a:schemeClr>
                </a:solidFill>
                <a:latin typeface="Arial"/>
                <a:ea typeface="微软雅黑"/>
                <a:sym typeface="Arial"/>
              </a:rPr>
              <a:t>5</a:t>
            </a:r>
            <a:r>
              <a:rPr lang="zh-CN" altLang="en-US" sz="1200" dirty="0">
                <a:solidFill>
                  <a:schemeClr val="bg1">
                    <a:lumMod val="50000"/>
                  </a:schemeClr>
                </a:solidFill>
                <a:latin typeface="Arial"/>
                <a:ea typeface="微软雅黑"/>
                <a:sym typeface="Arial"/>
              </a:rPr>
              <a:t>天转账，或保证指定的银行代扣账户中有足够金额。</a:t>
            </a:r>
          </a:p>
        </p:txBody>
      </p:sp>
      <p:sp>
        <p:nvSpPr>
          <p:cNvPr id="3" name="矩形 2"/>
          <p:cNvSpPr/>
          <p:nvPr/>
        </p:nvSpPr>
        <p:spPr>
          <a:xfrm>
            <a:off x="6450852" y="2909698"/>
            <a:ext cx="4288353" cy="400110"/>
          </a:xfrm>
          <a:prstGeom prst="rect">
            <a:avLst/>
          </a:prstGeom>
        </p:spPr>
        <p:txBody>
          <a:bodyPr wrap="none">
            <a:spAutoFit/>
          </a:bodyPr>
          <a:lstStyle/>
          <a:p>
            <a:r>
              <a:rPr lang="zh-CN" altLang="en-US" sz="2000" b="1" dirty="0">
                <a:solidFill>
                  <a:schemeClr val="bg1"/>
                </a:solidFill>
                <a:latin typeface="Arial"/>
                <a:ea typeface="微软雅黑"/>
                <a:sym typeface="Arial"/>
              </a:rPr>
              <a:t>逾期还款非X事，晚两天还款有关系</a:t>
            </a:r>
          </a:p>
        </p:txBody>
      </p:sp>
      <p:sp>
        <p:nvSpPr>
          <p:cNvPr id="4" name="矩形 3">
            <a:extLst>
              <a:ext uri="{FF2B5EF4-FFF2-40B4-BE49-F238E27FC236}">
                <a16:creationId xmlns:a16="http://schemas.microsoft.com/office/drawing/2014/main" id="{4F14B4D8-CBE0-B649-92EF-C71C780E88A3}"/>
              </a:ext>
            </a:extLst>
          </p:cNvPr>
          <p:cNvSpPr/>
          <p:nvPr/>
        </p:nvSpPr>
        <p:spPr>
          <a:xfrm>
            <a:off x="1154921" y="879147"/>
            <a:ext cx="3775393"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金融消费需要注意什么</a:t>
            </a:r>
          </a:p>
        </p:txBody>
      </p:sp>
      <p:sp>
        <p:nvSpPr>
          <p:cNvPr id="5" name="椭圆 4">
            <a:extLst>
              <a:ext uri="{FF2B5EF4-FFF2-40B4-BE49-F238E27FC236}">
                <a16:creationId xmlns:a16="http://schemas.microsoft.com/office/drawing/2014/main" id="{76D9F44B-BCC5-834D-BE90-B86820296B58}"/>
              </a:ext>
            </a:extLst>
          </p:cNvPr>
          <p:cNvSpPr/>
          <p:nvPr/>
        </p:nvSpPr>
        <p:spPr>
          <a:xfrm>
            <a:off x="806824" y="1024216"/>
            <a:ext cx="233082" cy="233082"/>
          </a:xfrm>
          <a:prstGeom prst="ellips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pic>
        <p:nvPicPr>
          <p:cNvPr id="11" name="图片 10">
            <a:extLst>
              <a:ext uri="{FF2B5EF4-FFF2-40B4-BE49-F238E27FC236}">
                <a16:creationId xmlns:a16="http://schemas.microsoft.com/office/drawing/2014/main" id="{79520D24-4D74-9041-95AD-48EC96233467}"/>
              </a:ext>
            </a:extLst>
          </p:cNvPr>
          <p:cNvPicPr>
            <a:picLocks noChangeAspect="1"/>
          </p:cNvPicPr>
          <p:nvPr/>
        </p:nvPicPr>
        <p:blipFill>
          <a:blip r:embed="R0e905023f0174a33" cstate="screen">
            <a:extLst>
              <a:ext uri="{28A0092B-C50C-407E-A947-70E740481C1C}">
                <a14:useLocalDpi xmlns:a14="http://schemas.microsoft.com/office/drawing/2010/main"/>
              </a:ext>
            </a:extLst>
          </a:blip>
          <a:stretch>
            <a:fillRect/>
          </a:stretch>
        </p:blipFill>
        <p:spPr>
          <a:xfrm>
            <a:off x="806824" y="1874333"/>
            <a:ext cx="4562326" cy="4562326"/>
          </a:xfrm>
          <a:prstGeom prst="rect">
            <a:avLst/>
          </a:prstGeom>
        </p:spPr>
      </p:pic>
    </p:spTree>
    <p:extLst>
      <p:ext uri="{BB962C8B-B14F-4D97-AF65-F5344CB8AC3E}">
        <p14:creationId xmlns:p14="http://schemas.microsoft.com/office/powerpoint/2010/main" val="1845698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circle(in)">
                                      <p:cBhvr>
                                        <p:cTn id="10" dur="2000"/>
                                        <p:tgtEl>
                                          <p:spTgt spid="8"/>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circle(in)">
                                      <p:cBhvr>
                                        <p:cTn id="13" dur="2000"/>
                                        <p:tgtEl>
                                          <p:spTgt spid="2"/>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circle(in)">
                                      <p:cBhvr>
                                        <p:cTn id="16" dur="2000"/>
                                        <p:tgtEl>
                                          <p:spTgt spid="3"/>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circle(in)">
                                      <p:cBhvr>
                                        <p:cTn id="19" dur="2000"/>
                                        <p:tgtEl>
                                          <p:spTgt spid="4"/>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circle(in)">
                                      <p:cBhvr>
                                        <p:cTn id="22" dur="2000"/>
                                        <p:tgtEl>
                                          <p:spTgt spid="5"/>
                                        </p:tgtEl>
                                      </p:cBhvr>
                                    </p:animEffect>
                                  </p:childTnLst>
                                </p:cTn>
                              </p:par>
                              <p:par>
                                <p:cTn id="23" presetID="6" presetClass="entr" presetSubtype="16"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circle(in)">
                                      <p:cBhvr>
                                        <p:cTn id="25"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P spid="2" grpId="0"/>
      <p:bldP spid="3" grpId="0"/>
      <p:bldP spid="4" grpId="0"/>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16424" y="3781462"/>
            <a:ext cx="4679576" cy="1708160"/>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1400" dirty="0">
                <a:solidFill>
                  <a:schemeClr val="bg1">
                    <a:lumMod val="50000"/>
                  </a:schemeClr>
                </a:solidFill>
                <a:latin typeface="Arial"/>
                <a:ea typeface="微软雅黑"/>
                <a:sym typeface="Arial"/>
              </a:rPr>
              <a:t>一是，不要轻信投资高回报的言论，了解公司实际的运营情况，必要时咨询专业人士的建议；</a:t>
            </a:r>
            <a:endParaRPr lang="en-US" altLang="zh-CN" sz="1400" dirty="0">
              <a:solidFill>
                <a:schemeClr val="bg1">
                  <a:lumMod val="50000"/>
                </a:schemeClr>
              </a:solidFill>
              <a:latin typeface="Arial"/>
              <a:ea typeface="微软雅黑"/>
              <a:sym typeface="Arial"/>
            </a:endParaRPr>
          </a:p>
          <a:p>
            <a:pPr algn="just">
              <a:lnSpc>
                <a:spcPct val="150000"/>
              </a:lnSpc>
            </a:pPr>
            <a:endParaRPr lang="en-US" altLang="zh-CN" sz="1400" dirty="0">
              <a:solidFill>
                <a:schemeClr val="bg1">
                  <a:lumMod val="50000"/>
                </a:schemeClr>
              </a:solidFill>
              <a:latin typeface="Arial"/>
              <a:ea typeface="微软雅黑"/>
              <a:sym typeface="Arial"/>
            </a:endParaRPr>
          </a:p>
          <a:p>
            <a:pPr marL="285750" indent="-285750" algn="just">
              <a:lnSpc>
                <a:spcPct val="150000"/>
              </a:lnSpc>
              <a:buFont typeface="Wingdings" panose="05000000000000000000" pitchFamily="2" charset="2"/>
              <a:buChar char="u"/>
            </a:pPr>
            <a:r>
              <a:rPr lang="zh-CN" altLang="en-US" sz="1400" dirty="0">
                <a:solidFill>
                  <a:schemeClr val="bg1">
                    <a:lumMod val="50000"/>
                  </a:schemeClr>
                </a:solidFill>
                <a:latin typeface="Arial"/>
                <a:ea typeface="微软雅黑"/>
                <a:sym typeface="Arial"/>
              </a:rPr>
              <a:t>二是，理性分析投资理财的后果，熟读合同或协议的每项条款，不要相信口头承诺，重视合同的法律效力；</a:t>
            </a:r>
            <a:endParaRPr lang="en-US" altLang="zh-CN" sz="1400" dirty="0">
              <a:solidFill>
                <a:schemeClr val="bg1">
                  <a:lumMod val="50000"/>
                </a:schemeClr>
              </a:solidFill>
              <a:latin typeface="Arial"/>
              <a:ea typeface="微软雅黑"/>
              <a:sym typeface="Arial"/>
            </a:endParaRPr>
          </a:p>
        </p:txBody>
      </p:sp>
      <p:sp>
        <p:nvSpPr>
          <p:cNvPr id="3" name="矩形 2"/>
          <p:cNvSpPr/>
          <p:nvPr/>
        </p:nvSpPr>
        <p:spPr>
          <a:xfrm>
            <a:off x="2058147" y="2216088"/>
            <a:ext cx="8075706" cy="458908"/>
          </a:xfrm>
          <a:prstGeom prst="rect">
            <a:avLst/>
          </a:prstGeom>
        </p:spPr>
        <p:txBody>
          <a:bodyPr wrap="square">
            <a:spAutoFit/>
          </a:bodyPr>
          <a:lstStyle/>
          <a:p>
            <a:pPr>
              <a:lnSpc>
                <a:spcPct val="150000"/>
              </a:lnSpc>
            </a:pPr>
            <a:r>
              <a:rPr lang="zh-CN" altLang="en-US" b="1" dirty="0">
                <a:solidFill>
                  <a:schemeClr val="bg1">
                    <a:lumMod val="50000"/>
                  </a:schemeClr>
                </a:solidFill>
                <a:latin typeface="Arial"/>
                <a:ea typeface="微软雅黑"/>
                <a:sym typeface="Arial"/>
              </a:rPr>
              <a:t>对于“金融消费者”来讲，在投资、借款前，务必要做好几项风险防控工作。</a:t>
            </a:r>
          </a:p>
        </p:txBody>
      </p:sp>
      <p:sp>
        <p:nvSpPr>
          <p:cNvPr id="4" name="矩形 3">
            <a:extLst>
              <a:ext uri="{FF2B5EF4-FFF2-40B4-BE49-F238E27FC236}">
                <a16:creationId xmlns:a16="http://schemas.microsoft.com/office/drawing/2014/main" id="{0C4CE246-A45C-9447-8A1E-D978FCC5A5B8}"/>
              </a:ext>
            </a:extLst>
          </p:cNvPr>
          <p:cNvSpPr/>
          <p:nvPr/>
        </p:nvSpPr>
        <p:spPr>
          <a:xfrm>
            <a:off x="1154921" y="879147"/>
            <a:ext cx="3775393"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金融消费需要注意什么</a:t>
            </a:r>
          </a:p>
        </p:txBody>
      </p:sp>
      <p:sp>
        <p:nvSpPr>
          <p:cNvPr id="5" name="椭圆 4">
            <a:extLst>
              <a:ext uri="{FF2B5EF4-FFF2-40B4-BE49-F238E27FC236}">
                <a16:creationId xmlns:a16="http://schemas.microsoft.com/office/drawing/2014/main" id="{6914BF42-C522-104F-AE03-38AFD5ACFBE0}"/>
              </a:ext>
            </a:extLst>
          </p:cNvPr>
          <p:cNvSpPr/>
          <p:nvPr/>
        </p:nvSpPr>
        <p:spPr>
          <a:xfrm>
            <a:off x="806824" y="1024216"/>
            <a:ext cx="233082" cy="233082"/>
          </a:xfrm>
          <a:prstGeom prst="ellips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pic>
        <p:nvPicPr>
          <p:cNvPr id="8" name="图片 7">
            <a:extLst>
              <a:ext uri="{FF2B5EF4-FFF2-40B4-BE49-F238E27FC236}">
                <a16:creationId xmlns:a16="http://schemas.microsoft.com/office/drawing/2014/main" id="{5A2652EE-4D97-4D49-91AB-2564D92504D2}"/>
              </a:ext>
            </a:extLst>
          </p:cNvPr>
          <p:cNvPicPr>
            <a:picLocks noChangeAspect="1"/>
          </p:cNvPicPr>
          <p:nvPr/>
        </p:nvPicPr>
        <p:blipFill>
          <a:blip r:embed="R22389b6cc1594b61" cstate="screen">
            <a:extLst>
              <a:ext uri="{28A0092B-C50C-407E-A947-70E740481C1C}">
                <a14:useLocalDpi xmlns:a14="http://schemas.microsoft.com/office/drawing/2010/main"/>
              </a:ext>
            </a:extLst>
          </a:blip>
          <a:stretch>
            <a:fillRect/>
          </a:stretch>
        </p:blipFill>
        <p:spPr>
          <a:xfrm>
            <a:off x="6768356" y="3429000"/>
            <a:ext cx="3365497" cy="2524123"/>
          </a:xfrm>
          <a:prstGeom prst="rect">
            <a:avLst/>
          </a:prstGeom>
        </p:spPr>
      </p:pic>
    </p:spTree>
    <p:extLst>
      <p:ext uri="{BB962C8B-B14F-4D97-AF65-F5344CB8AC3E}">
        <p14:creationId xmlns:p14="http://schemas.microsoft.com/office/powerpoint/2010/main" val="3238751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ircle(in)">
                                      <p:cBhvr>
                                        <p:cTn id="10" dur="2000"/>
                                        <p:tgtEl>
                                          <p:spTgt spid="3"/>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ircle(in)">
                                      <p:cBhvr>
                                        <p:cTn id="13" dur="2000"/>
                                        <p:tgtEl>
                                          <p:spTgt spid="4"/>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circle(in)">
                                      <p:cBhvr>
                                        <p:cTn id="16" dur="2000"/>
                                        <p:tgtEl>
                                          <p:spTgt spid="5"/>
                                        </p:tgtEl>
                                      </p:cBhvr>
                                    </p:animEffect>
                                  </p:childTnLst>
                                </p:cTn>
                              </p:par>
                              <p:par>
                                <p:cTn id="17" presetID="6" presetClass="entr" presetSubtype="16"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circle(in)">
                                      <p:cBhvr>
                                        <p:cTn id="19"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C1A1C29-167D-424C-9815-44F5C72006C2}"/>
              </a:ext>
            </a:extLst>
          </p:cNvPr>
          <p:cNvSpPr/>
          <p:nvPr/>
        </p:nvSpPr>
        <p:spPr>
          <a:xfrm>
            <a:off x="5253318" y="3874856"/>
            <a:ext cx="5378824" cy="1384995"/>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1400" dirty="0">
                <a:solidFill>
                  <a:schemeClr val="bg1">
                    <a:lumMod val="50000"/>
                  </a:schemeClr>
                </a:solidFill>
                <a:latin typeface="Arial"/>
                <a:ea typeface="微软雅黑"/>
                <a:sym typeface="Arial"/>
              </a:rPr>
              <a:t>三是，借款人在借款之前要具备风险意识，涉及到房产抵押借款投资，操作却不按照正规流程走时，如：不办理符合法律规定的抵押登记，而是要求办理委托代理售房的公证，一定要提高警惕，必要时及时止损。</a:t>
            </a:r>
          </a:p>
        </p:txBody>
      </p:sp>
      <p:sp>
        <p:nvSpPr>
          <p:cNvPr id="3" name="矩形 2">
            <a:extLst>
              <a:ext uri="{FF2B5EF4-FFF2-40B4-BE49-F238E27FC236}">
                <a16:creationId xmlns:a16="http://schemas.microsoft.com/office/drawing/2014/main" id="{ACC00411-EEE3-2446-A914-0DBDCF064DEB}"/>
              </a:ext>
            </a:extLst>
          </p:cNvPr>
          <p:cNvSpPr/>
          <p:nvPr/>
        </p:nvSpPr>
        <p:spPr>
          <a:xfrm>
            <a:off x="1154921" y="879147"/>
            <a:ext cx="3775393"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金融消费需要注意什么</a:t>
            </a:r>
          </a:p>
        </p:txBody>
      </p:sp>
      <p:sp>
        <p:nvSpPr>
          <p:cNvPr id="4" name="椭圆 3">
            <a:extLst>
              <a:ext uri="{FF2B5EF4-FFF2-40B4-BE49-F238E27FC236}">
                <a16:creationId xmlns:a16="http://schemas.microsoft.com/office/drawing/2014/main" id="{1D33B056-4C99-E741-9ECC-D50647496A6A}"/>
              </a:ext>
            </a:extLst>
          </p:cNvPr>
          <p:cNvSpPr/>
          <p:nvPr/>
        </p:nvSpPr>
        <p:spPr>
          <a:xfrm>
            <a:off x="806824" y="1024216"/>
            <a:ext cx="233082" cy="233082"/>
          </a:xfrm>
          <a:prstGeom prst="ellips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sp>
        <p:nvSpPr>
          <p:cNvPr id="5" name="矩形 4">
            <a:extLst>
              <a:ext uri="{FF2B5EF4-FFF2-40B4-BE49-F238E27FC236}">
                <a16:creationId xmlns:a16="http://schemas.microsoft.com/office/drawing/2014/main" id="{07689EC0-CF79-E747-8CF2-D9CE9AC8D8CA}"/>
              </a:ext>
            </a:extLst>
          </p:cNvPr>
          <p:cNvSpPr/>
          <p:nvPr/>
        </p:nvSpPr>
        <p:spPr>
          <a:xfrm>
            <a:off x="2058147" y="2216088"/>
            <a:ext cx="8075706" cy="458908"/>
          </a:xfrm>
          <a:prstGeom prst="rect">
            <a:avLst/>
          </a:prstGeom>
        </p:spPr>
        <p:txBody>
          <a:bodyPr wrap="square">
            <a:spAutoFit/>
          </a:bodyPr>
          <a:lstStyle/>
          <a:p>
            <a:pPr>
              <a:lnSpc>
                <a:spcPct val="150000"/>
              </a:lnSpc>
            </a:pPr>
            <a:r>
              <a:rPr lang="zh-CN" altLang="en-US" b="1" dirty="0">
                <a:solidFill>
                  <a:schemeClr val="bg1">
                    <a:lumMod val="50000"/>
                  </a:schemeClr>
                </a:solidFill>
                <a:latin typeface="Arial"/>
                <a:ea typeface="微软雅黑"/>
                <a:sym typeface="Arial"/>
              </a:rPr>
              <a:t>对于“金融消费者”来讲，在投资、借款前，务必要做好几项风险防控工作。</a:t>
            </a:r>
          </a:p>
        </p:txBody>
      </p:sp>
      <p:pic>
        <p:nvPicPr>
          <p:cNvPr id="7" name="图片 6">
            <a:extLst>
              <a:ext uri="{FF2B5EF4-FFF2-40B4-BE49-F238E27FC236}">
                <a16:creationId xmlns:a16="http://schemas.microsoft.com/office/drawing/2014/main" id="{F17954AF-61E1-A047-A665-97E3EB8270B1}"/>
              </a:ext>
            </a:extLst>
          </p:cNvPr>
          <p:cNvPicPr>
            <a:picLocks noChangeAspect="1"/>
          </p:cNvPicPr>
          <p:nvPr/>
        </p:nvPicPr>
        <p:blipFill>
          <a:blip r:embed="R70ec8ee260ce4435" cstate="screen">
            <a:extLst>
              <a:ext uri="{28A0092B-C50C-407E-A947-70E740481C1C}">
                <a14:useLocalDpi xmlns:a14="http://schemas.microsoft.com/office/drawing/2010/main"/>
              </a:ext>
            </a:extLst>
          </a:blip>
          <a:stretch>
            <a:fillRect/>
          </a:stretch>
        </p:blipFill>
        <p:spPr>
          <a:xfrm>
            <a:off x="1840196" y="2963952"/>
            <a:ext cx="3250978" cy="3250978"/>
          </a:xfrm>
          <a:prstGeom prst="rect">
            <a:avLst/>
          </a:prstGeom>
        </p:spPr>
      </p:pic>
    </p:spTree>
    <p:extLst>
      <p:ext uri="{BB962C8B-B14F-4D97-AF65-F5344CB8AC3E}">
        <p14:creationId xmlns:p14="http://schemas.microsoft.com/office/powerpoint/2010/main" val="2346940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strips(downLeft)">
                                      <p:cBhvr>
                                        <p:cTn id="10" dur="500"/>
                                        <p:tgtEl>
                                          <p:spTgt spid="3"/>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strips(downLeft)">
                                      <p:cBhvr>
                                        <p:cTn id="13" dur="500"/>
                                        <p:tgtEl>
                                          <p:spTgt spid="4"/>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strips(downLeft)">
                                      <p:cBhvr>
                                        <p:cTn id="16" dur="500"/>
                                        <p:tgtEl>
                                          <p:spTgt spid="5"/>
                                        </p:tgtEl>
                                      </p:cBhvr>
                                    </p:animEffect>
                                  </p:childTnLst>
                                </p:cTn>
                              </p:par>
                              <p:par>
                                <p:cTn id="17" presetID="18" presetClass="entr" presetSubtype="12"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strips(downLeft)">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D0B49A45-16FE-3B4C-BD8F-92EE371C66EB}"/>
              </a:ext>
            </a:extLst>
          </p:cNvPr>
          <p:cNvSpPr/>
          <p:nvPr/>
        </p:nvSpPr>
        <p:spPr>
          <a:xfrm>
            <a:off x="0" y="0"/>
            <a:ext cx="12192000" cy="6858000"/>
          </a:xfrm>
          <a:prstGeom prst="rect">
            <a:avLst/>
          </a:prstGeom>
          <a:solidFill>
            <a:srgbClr val="E7E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7" name="矩形 6">
            <a:extLst>
              <a:ext uri="{FF2B5EF4-FFF2-40B4-BE49-F238E27FC236}">
                <a16:creationId xmlns:a16="http://schemas.microsoft.com/office/drawing/2014/main" id="{D29F5ADE-5ABA-D04E-83B9-4F50CEA1C335}"/>
              </a:ext>
            </a:extLst>
          </p:cNvPr>
          <p:cNvSpPr/>
          <p:nvPr/>
        </p:nvSpPr>
        <p:spPr>
          <a:xfrm>
            <a:off x="0" y="992221"/>
            <a:ext cx="12192000" cy="51697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8" name="椭圆 7">
            <a:extLst>
              <a:ext uri="{FF2B5EF4-FFF2-40B4-BE49-F238E27FC236}">
                <a16:creationId xmlns:a16="http://schemas.microsoft.com/office/drawing/2014/main" id="{6E342AE5-BF27-A84B-BFD3-C505B86A08EA}"/>
              </a:ext>
            </a:extLst>
          </p:cNvPr>
          <p:cNvSpPr/>
          <p:nvPr/>
        </p:nvSpPr>
        <p:spPr>
          <a:xfrm flipH="1">
            <a:off x="330741" y="606088"/>
            <a:ext cx="239312" cy="239312"/>
          </a:xfrm>
          <a:prstGeom prst="ellipse">
            <a:avLst/>
          </a:prstGeom>
          <a:solidFill>
            <a:srgbClr val="FF5F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pic>
        <p:nvPicPr>
          <p:cNvPr id="9" name="图片 8">
            <a:extLst>
              <a:ext uri="{FF2B5EF4-FFF2-40B4-BE49-F238E27FC236}">
                <a16:creationId xmlns:a16="http://schemas.microsoft.com/office/drawing/2014/main" id="{4B240247-D7CE-6D44-9F0B-119A76D95745}"/>
              </a:ext>
            </a:extLst>
          </p:cNvPr>
          <p:cNvPicPr>
            <a:picLocks noChangeAspect="1"/>
          </p:cNvPicPr>
          <p:nvPr/>
        </p:nvPicPr>
        <p:blipFill rotWithShape="1">
          <a:blip r:embed="R3becc4ace51e41f2" cstate="screen">
            <a:extLst>
              <a:ext uri="{28A0092B-C50C-407E-A947-70E740481C1C}">
                <a14:useLocalDpi xmlns:a14="http://schemas.microsoft.com/office/drawing/2010/main"/>
              </a:ext>
            </a:extLst>
          </a:blip>
          <a:srcRect/>
          <a:stretch/>
        </p:blipFill>
        <p:spPr>
          <a:xfrm>
            <a:off x="5848" y="5301182"/>
            <a:ext cx="12186151" cy="1556818"/>
          </a:xfrm>
          <a:prstGeom prst="rect">
            <a:avLst/>
          </a:prstGeom>
        </p:spPr>
      </p:pic>
      <p:sp>
        <p:nvSpPr>
          <p:cNvPr id="10" name="椭圆 9">
            <a:extLst>
              <a:ext uri="{FF2B5EF4-FFF2-40B4-BE49-F238E27FC236}">
                <a16:creationId xmlns:a16="http://schemas.microsoft.com/office/drawing/2014/main" id="{A9767FF7-383D-B844-B7A8-F0AFFB2BA82C}"/>
              </a:ext>
            </a:extLst>
          </p:cNvPr>
          <p:cNvSpPr/>
          <p:nvPr/>
        </p:nvSpPr>
        <p:spPr>
          <a:xfrm flipH="1">
            <a:off x="758758" y="606088"/>
            <a:ext cx="239312" cy="239312"/>
          </a:xfrm>
          <a:prstGeom prst="ellipse">
            <a:avLst/>
          </a:prstGeom>
          <a:solidFill>
            <a:srgbClr val="FEB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11" name="椭圆 10">
            <a:extLst>
              <a:ext uri="{FF2B5EF4-FFF2-40B4-BE49-F238E27FC236}">
                <a16:creationId xmlns:a16="http://schemas.microsoft.com/office/drawing/2014/main" id="{8F324BB7-0626-8E45-9C29-0CF9128B0C6A}"/>
              </a:ext>
            </a:extLst>
          </p:cNvPr>
          <p:cNvSpPr/>
          <p:nvPr/>
        </p:nvSpPr>
        <p:spPr>
          <a:xfrm flipH="1">
            <a:off x="1206231" y="606088"/>
            <a:ext cx="239312" cy="239312"/>
          </a:xfrm>
          <a:prstGeom prst="ellipse">
            <a:avLst/>
          </a:prstGeom>
          <a:solidFill>
            <a:srgbClr val="28C8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pic>
        <p:nvPicPr>
          <p:cNvPr id="12" name="图片 11">
            <a:extLst>
              <a:ext uri="{FF2B5EF4-FFF2-40B4-BE49-F238E27FC236}">
                <a16:creationId xmlns:a16="http://schemas.microsoft.com/office/drawing/2014/main" id="{BB66AC25-9918-0C4D-A312-41EB3CA69440}"/>
              </a:ext>
            </a:extLst>
          </p:cNvPr>
          <p:cNvPicPr>
            <a:picLocks noChangeAspect="1"/>
          </p:cNvPicPr>
          <p:nvPr/>
        </p:nvPicPr>
        <p:blipFill>
          <a:blip r:embed="R0ce910bcd30c40ce" cstate="screen">
            <a:extLst>
              <a:ext uri="{28A0092B-C50C-407E-A947-70E740481C1C}">
                <a14:useLocalDpi xmlns:a14="http://schemas.microsoft.com/office/drawing/2010/main"/>
              </a:ext>
            </a:extLst>
          </a:blip>
          <a:stretch>
            <a:fillRect/>
          </a:stretch>
        </p:blipFill>
        <p:spPr>
          <a:xfrm>
            <a:off x="6752890" y="2091986"/>
            <a:ext cx="5433262" cy="3987605"/>
          </a:xfrm>
          <a:prstGeom prst="rect">
            <a:avLst/>
          </a:prstGeom>
        </p:spPr>
      </p:pic>
      <p:sp>
        <p:nvSpPr>
          <p:cNvPr id="2" name="矩形 1">
            <a:extLst>
              <a:ext uri="{FF2B5EF4-FFF2-40B4-BE49-F238E27FC236}">
                <a16:creationId xmlns:a16="http://schemas.microsoft.com/office/drawing/2014/main" id="{E19994DF-0DD3-6142-A9B1-67872929D554}"/>
              </a:ext>
            </a:extLst>
          </p:cNvPr>
          <p:cNvSpPr/>
          <p:nvPr/>
        </p:nvSpPr>
        <p:spPr>
          <a:xfrm>
            <a:off x="758758" y="3749681"/>
            <a:ext cx="5827236" cy="769441"/>
          </a:xfrm>
          <a:prstGeom prst="rect">
            <a:avLst/>
          </a:prstGeom>
        </p:spPr>
        <p:txBody>
          <a:bodyPr wrap="none">
            <a:spAutoFit/>
          </a:bodyPr>
          <a:lstStyle/>
          <a:p>
            <a:r>
              <a:rPr lang="zh-CN" altLang="en-US" sz="4400" b="1" dirty="0">
                <a:gradFill>
                  <a:gsLst>
                    <a:gs pos="100000">
                      <a:srgbClr val="A6AFD7"/>
                    </a:gs>
                    <a:gs pos="0">
                      <a:srgbClr val="B1C3F0"/>
                    </a:gs>
                  </a:gsLst>
                  <a:lin ang="16200000" scaled="0"/>
                </a:gradFill>
                <a:latin typeface="Arial"/>
                <a:ea typeface="微软雅黑"/>
                <a:cs typeface="Alibaba PuHuiTi" pitchFamily="18" charset="-122"/>
                <a:sym typeface="Arial"/>
              </a:rPr>
              <a:t>金融消费纠纷解决途径</a:t>
            </a:r>
          </a:p>
        </p:txBody>
      </p:sp>
      <p:sp>
        <p:nvSpPr>
          <p:cNvPr id="13" name="矩形 12">
            <a:extLst>
              <a:ext uri="{FF2B5EF4-FFF2-40B4-BE49-F238E27FC236}">
                <a16:creationId xmlns:a16="http://schemas.microsoft.com/office/drawing/2014/main" id="{4A5352D5-4BB0-3B43-A0BA-71149D807B65}"/>
              </a:ext>
            </a:extLst>
          </p:cNvPr>
          <p:cNvSpPr/>
          <p:nvPr/>
        </p:nvSpPr>
        <p:spPr>
          <a:xfrm>
            <a:off x="2257098" y="2876896"/>
            <a:ext cx="2662660" cy="769441"/>
          </a:xfrm>
          <a:prstGeom prst="rect">
            <a:avLst/>
          </a:prstGeom>
          <a:noFill/>
        </p:spPr>
        <p:txBody>
          <a:bodyPr wrap="square">
            <a:spAutoFit/>
          </a:bodyPr>
          <a:lstStyle/>
          <a:p>
            <a:pPr algn="dist"/>
            <a:r>
              <a:rPr lang="en-US" altLang="zh-CN" sz="4400" b="1" dirty="0">
                <a:gradFill>
                  <a:gsLst>
                    <a:gs pos="100000">
                      <a:srgbClr val="A6AFD7"/>
                    </a:gs>
                    <a:gs pos="0">
                      <a:srgbClr val="B1C3F0"/>
                    </a:gs>
                  </a:gsLst>
                  <a:lin ang="16200000" scaled="0"/>
                </a:gradFill>
                <a:latin typeface="Arial"/>
                <a:ea typeface="微软雅黑"/>
                <a:cs typeface="Alibaba PuHuiTi" pitchFamily="18" charset="-122"/>
                <a:sym typeface="Arial"/>
              </a:rPr>
              <a:t>PART-4</a:t>
            </a:r>
            <a:endParaRPr lang="zh-CN" altLang="en-US" sz="4400" b="1" dirty="0">
              <a:gradFill>
                <a:gsLst>
                  <a:gs pos="100000">
                    <a:srgbClr val="A6AFD7"/>
                  </a:gs>
                  <a:gs pos="0">
                    <a:srgbClr val="B1C3F0"/>
                  </a:gs>
                </a:gsLst>
                <a:lin ang="16200000" scaled="0"/>
              </a:gradFill>
              <a:latin typeface="Arial"/>
              <a:ea typeface="微软雅黑"/>
              <a:cs typeface="Alibaba PuHuiTi" pitchFamily="18" charset="-122"/>
              <a:sym typeface="Arial"/>
            </a:endParaRPr>
          </a:p>
        </p:txBody>
      </p:sp>
    </p:spTree>
    <p:extLst>
      <p:ext uri="{BB962C8B-B14F-4D97-AF65-F5344CB8AC3E}">
        <p14:creationId xmlns:p14="http://schemas.microsoft.com/office/powerpoint/2010/main" val="1133749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ppt_x"/>
                                          </p:val>
                                        </p:tav>
                                        <p:tav tm="100000">
                                          <p:val>
                                            <p:strVal val="#ppt_x"/>
                                          </p:val>
                                        </p:tav>
                                      </p:tavLst>
                                    </p:anim>
                                    <p:anim calcmode="lin" valueType="num">
                                      <p:cBhvr additive="base">
                                        <p:cTn id="24" dur="500" fill="hold"/>
                                        <p:tgtEl>
                                          <p:spTgt spid="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2" grpId="0"/>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06824" y="4895334"/>
            <a:ext cx="6096000" cy="377411"/>
          </a:xfrm>
          <a:prstGeom prst="rect">
            <a:avLst/>
          </a:prstGeom>
        </p:spPr>
        <p:txBody>
          <a:bodyPr>
            <a:spAutoFit/>
          </a:bodyPr>
          <a:lstStyle/>
          <a:p>
            <a:pPr>
              <a:lnSpc>
                <a:spcPct val="150000"/>
              </a:lnSpc>
            </a:pPr>
            <a:r>
              <a:rPr lang="zh-CN" altLang="en-US" sz="1400" dirty="0">
                <a:solidFill>
                  <a:schemeClr val="bg1">
                    <a:lumMod val="50000"/>
                  </a:schemeClr>
                </a:solidFill>
                <a:latin typeface="Arial"/>
                <a:ea typeface="微软雅黑"/>
                <a:sym typeface="Arial"/>
              </a:rPr>
              <a:t>五、向法院起诉或根据合同约定提起仲裁。</a:t>
            </a:r>
          </a:p>
        </p:txBody>
      </p:sp>
      <p:sp>
        <p:nvSpPr>
          <p:cNvPr id="3" name="矩形 2"/>
          <p:cNvSpPr/>
          <p:nvPr/>
        </p:nvSpPr>
        <p:spPr>
          <a:xfrm>
            <a:off x="806824" y="2202934"/>
            <a:ext cx="2877711" cy="377411"/>
          </a:xfrm>
          <a:prstGeom prst="rect">
            <a:avLst/>
          </a:prstGeom>
        </p:spPr>
        <p:txBody>
          <a:bodyPr wrap="none">
            <a:spAutoFit/>
          </a:bodyPr>
          <a:lstStyle/>
          <a:p>
            <a:pPr>
              <a:lnSpc>
                <a:spcPct val="150000"/>
              </a:lnSpc>
            </a:pPr>
            <a:r>
              <a:rPr lang="zh-CN" altLang="en-US" sz="1400" dirty="0">
                <a:solidFill>
                  <a:schemeClr val="bg1">
                    <a:lumMod val="50000"/>
                  </a:schemeClr>
                </a:solidFill>
                <a:latin typeface="Arial"/>
                <a:ea typeface="微软雅黑"/>
                <a:sym typeface="Arial"/>
              </a:rPr>
              <a:t>一、向金融机构投诉，寻求解决；</a:t>
            </a:r>
          </a:p>
        </p:txBody>
      </p:sp>
      <p:sp>
        <p:nvSpPr>
          <p:cNvPr id="4" name="矩形 3"/>
          <p:cNvSpPr/>
          <p:nvPr/>
        </p:nvSpPr>
        <p:spPr>
          <a:xfrm>
            <a:off x="806824" y="2876034"/>
            <a:ext cx="4314001" cy="377411"/>
          </a:xfrm>
          <a:prstGeom prst="rect">
            <a:avLst/>
          </a:prstGeom>
        </p:spPr>
        <p:txBody>
          <a:bodyPr wrap="none">
            <a:spAutoFit/>
          </a:bodyPr>
          <a:lstStyle/>
          <a:p>
            <a:pPr>
              <a:lnSpc>
                <a:spcPct val="150000"/>
              </a:lnSpc>
            </a:pPr>
            <a:r>
              <a:rPr lang="zh-CN" altLang="en-US" sz="1400" dirty="0">
                <a:solidFill>
                  <a:schemeClr val="bg1">
                    <a:lumMod val="50000"/>
                  </a:schemeClr>
                </a:solidFill>
                <a:latin typeface="Arial"/>
                <a:ea typeface="微软雅黑"/>
                <a:sym typeface="Arial"/>
              </a:rPr>
              <a:t>二、向消费者保护委员会或工商管理部门进行投诉；</a:t>
            </a:r>
          </a:p>
        </p:txBody>
      </p:sp>
      <p:sp>
        <p:nvSpPr>
          <p:cNvPr id="5" name="矩形 4"/>
          <p:cNvSpPr/>
          <p:nvPr/>
        </p:nvSpPr>
        <p:spPr>
          <a:xfrm>
            <a:off x="806824" y="3549134"/>
            <a:ext cx="3236784" cy="377411"/>
          </a:xfrm>
          <a:prstGeom prst="rect">
            <a:avLst/>
          </a:prstGeom>
        </p:spPr>
        <p:txBody>
          <a:bodyPr wrap="none">
            <a:spAutoFit/>
          </a:bodyPr>
          <a:lstStyle/>
          <a:p>
            <a:pPr>
              <a:lnSpc>
                <a:spcPct val="150000"/>
              </a:lnSpc>
            </a:pPr>
            <a:r>
              <a:rPr lang="zh-CN" altLang="en-US" sz="1400" dirty="0">
                <a:solidFill>
                  <a:schemeClr val="bg1">
                    <a:lumMod val="50000"/>
                  </a:schemeClr>
                </a:solidFill>
                <a:latin typeface="Arial"/>
                <a:ea typeface="微软雅黑"/>
                <a:sym typeface="Arial"/>
              </a:rPr>
              <a:t>三、向银保监、证监等监管部门投诉；</a:t>
            </a:r>
          </a:p>
        </p:txBody>
      </p:sp>
      <p:sp>
        <p:nvSpPr>
          <p:cNvPr id="6" name="矩形 5"/>
          <p:cNvSpPr/>
          <p:nvPr/>
        </p:nvSpPr>
        <p:spPr>
          <a:xfrm>
            <a:off x="806824" y="4222234"/>
            <a:ext cx="4493538" cy="377411"/>
          </a:xfrm>
          <a:prstGeom prst="rect">
            <a:avLst/>
          </a:prstGeom>
        </p:spPr>
        <p:txBody>
          <a:bodyPr wrap="none">
            <a:spAutoFit/>
          </a:bodyPr>
          <a:lstStyle/>
          <a:p>
            <a:pPr>
              <a:lnSpc>
                <a:spcPct val="150000"/>
              </a:lnSpc>
            </a:pPr>
            <a:r>
              <a:rPr lang="zh-CN" altLang="en-US" sz="1400" dirty="0">
                <a:solidFill>
                  <a:schemeClr val="bg1">
                    <a:lumMod val="50000"/>
                  </a:schemeClr>
                </a:solidFill>
                <a:latin typeface="Arial"/>
                <a:ea typeface="微软雅黑"/>
                <a:sym typeface="Arial"/>
              </a:rPr>
              <a:t>四、向当地人民银行设立的金融消费者权益保护机构；</a:t>
            </a:r>
          </a:p>
        </p:txBody>
      </p:sp>
      <p:sp>
        <p:nvSpPr>
          <p:cNvPr id="8" name="矩形 7">
            <a:extLst>
              <a:ext uri="{FF2B5EF4-FFF2-40B4-BE49-F238E27FC236}">
                <a16:creationId xmlns:a16="http://schemas.microsoft.com/office/drawing/2014/main" id="{9FBFA21A-E39D-5949-87F8-DF87941BF6CA}"/>
              </a:ext>
            </a:extLst>
          </p:cNvPr>
          <p:cNvSpPr/>
          <p:nvPr/>
        </p:nvSpPr>
        <p:spPr>
          <a:xfrm>
            <a:off x="1154921" y="879147"/>
            <a:ext cx="3775393"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金融消费纠纷解决途径</a:t>
            </a:r>
          </a:p>
        </p:txBody>
      </p:sp>
      <p:sp>
        <p:nvSpPr>
          <p:cNvPr id="9" name="椭圆 8">
            <a:extLst>
              <a:ext uri="{FF2B5EF4-FFF2-40B4-BE49-F238E27FC236}">
                <a16:creationId xmlns:a16="http://schemas.microsoft.com/office/drawing/2014/main" id="{6C784B68-F435-FB47-8826-C8DA20B53E35}"/>
              </a:ext>
            </a:extLst>
          </p:cNvPr>
          <p:cNvSpPr/>
          <p:nvPr/>
        </p:nvSpPr>
        <p:spPr>
          <a:xfrm>
            <a:off x="806824" y="1024216"/>
            <a:ext cx="233082" cy="233082"/>
          </a:xfrm>
          <a:prstGeom prst="ellips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sp>
        <p:nvSpPr>
          <p:cNvPr id="10" name="矩形 9">
            <a:extLst>
              <a:ext uri="{FF2B5EF4-FFF2-40B4-BE49-F238E27FC236}">
                <a16:creationId xmlns:a16="http://schemas.microsoft.com/office/drawing/2014/main" id="{E3F98951-CAC0-F445-82A3-EF774316DCC7}"/>
              </a:ext>
            </a:extLst>
          </p:cNvPr>
          <p:cNvSpPr/>
          <p:nvPr/>
        </p:nvSpPr>
        <p:spPr>
          <a:xfrm>
            <a:off x="627529" y="2008094"/>
            <a:ext cx="4595889" cy="3836894"/>
          </a:xfrm>
          <a:prstGeom prst="rect">
            <a:avLst/>
          </a:prstGeom>
          <a:noFill/>
          <a:ln w="25400">
            <a:solidFill>
              <a:srgbClr val="A6AFD7"/>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pic>
        <p:nvPicPr>
          <p:cNvPr id="12" name="图片 11">
            <a:extLst>
              <a:ext uri="{FF2B5EF4-FFF2-40B4-BE49-F238E27FC236}">
                <a16:creationId xmlns:a16="http://schemas.microsoft.com/office/drawing/2014/main" id="{760E504C-5AB0-E541-9737-3C8EE5086479}"/>
              </a:ext>
            </a:extLst>
          </p:cNvPr>
          <p:cNvPicPr>
            <a:picLocks noChangeAspect="1"/>
          </p:cNvPicPr>
          <p:nvPr/>
        </p:nvPicPr>
        <p:blipFill>
          <a:blip r:embed="Rbbea89cd11b84076" cstate="screen">
            <a:extLst>
              <a:ext uri="{28A0092B-C50C-407E-A947-70E740481C1C}">
                <a14:useLocalDpi xmlns:a14="http://schemas.microsoft.com/office/drawing/2010/main"/>
              </a:ext>
            </a:extLst>
          </a:blip>
          <a:stretch>
            <a:fillRect/>
          </a:stretch>
        </p:blipFill>
        <p:spPr>
          <a:xfrm>
            <a:off x="5340619" y="1577432"/>
            <a:ext cx="6429875" cy="4822406"/>
          </a:xfrm>
          <a:prstGeom prst="rect">
            <a:avLst/>
          </a:prstGeom>
        </p:spPr>
      </p:pic>
    </p:spTree>
    <p:extLst>
      <p:ext uri="{BB962C8B-B14F-4D97-AF65-F5344CB8AC3E}">
        <p14:creationId xmlns:p14="http://schemas.microsoft.com/office/powerpoint/2010/main" val="306281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randombar(horizontal)">
                                      <p:cBhvr>
                                        <p:cTn id="10" dur="500"/>
                                        <p:tgtEl>
                                          <p:spTgt spid="3"/>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randombar(horizontal)">
                                      <p:cBhvr>
                                        <p:cTn id="13" dur="500"/>
                                        <p:tgtEl>
                                          <p:spTgt spid="4"/>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randombar(horizontal)">
                                      <p:cBhvr>
                                        <p:cTn id="16" dur="500"/>
                                        <p:tgtEl>
                                          <p:spTgt spid="5"/>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randombar(horizontal)">
                                      <p:cBhvr>
                                        <p:cTn id="19" dur="500"/>
                                        <p:tgtEl>
                                          <p:spTgt spid="6"/>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randombar(horizontal)">
                                      <p:cBhvr>
                                        <p:cTn id="22" dur="500"/>
                                        <p:tgtEl>
                                          <p:spTgt spid="8"/>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randombar(horizontal)">
                                      <p:cBhvr>
                                        <p:cTn id="25" dur="500"/>
                                        <p:tgtEl>
                                          <p:spTgt spid="9"/>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randombar(horizontal)">
                                      <p:cBhvr>
                                        <p:cTn id="28" dur="500"/>
                                        <p:tgtEl>
                                          <p:spTgt spid="10"/>
                                        </p:tgtEl>
                                      </p:cBhvr>
                                    </p:animEffect>
                                  </p:childTnLst>
                                </p:cTn>
                              </p:par>
                              <p:par>
                                <p:cTn id="29" presetID="14" presetClass="entr" presetSubtype="1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randombar(horizontal)">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8" grpId="0"/>
      <p:bldP spid="9" grpId="0" animBg="1"/>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CD587A41-25D9-3645-AD6E-C2B7161753D2}"/>
              </a:ext>
            </a:extLst>
          </p:cNvPr>
          <p:cNvPicPr>
            <a:picLocks noChangeAspect="1"/>
          </p:cNvPicPr>
          <p:nvPr/>
        </p:nvPicPr>
        <p:blipFill>
          <a:blip r:embed="Rb2643f11d4884b1d" cstate="screen">
            <a:duotone>
              <a:prstClr val="black"/>
              <a:schemeClr val="accent5">
                <a:tint val="45000"/>
                <a:satMod val="400000"/>
              </a:schemeClr>
            </a:duotone>
            <a:extLst>
              <a:ext uri="{28A0092B-C50C-407E-A947-70E740481C1C}">
                <a14:useLocalDpi xmlns:a14="http://schemas.microsoft.com/office/drawing/2010/main"/>
              </a:ext>
            </a:extLst>
          </a:blip>
          <a:stretch>
            <a:fillRect/>
          </a:stretch>
        </p:blipFill>
        <p:spPr>
          <a:xfrm>
            <a:off x="5970494" y="2285993"/>
            <a:ext cx="5945014" cy="3101534"/>
          </a:xfrm>
          <a:prstGeom prst="rect">
            <a:avLst/>
          </a:prstGeom>
        </p:spPr>
      </p:pic>
      <p:sp>
        <p:nvSpPr>
          <p:cNvPr id="2" name="矩形 1"/>
          <p:cNvSpPr/>
          <p:nvPr/>
        </p:nvSpPr>
        <p:spPr>
          <a:xfrm>
            <a:off x="6713039" y="3215649"/>
            <a:ext cx="4905221" cy="1846659"/>
          </a:xfrm>
          <a:prstGeom prst="rect">
            <a:avLst/>
          </a:prstGeom>
        </p:spPr>
        <p:txBody>
          <a:bodyPr wrap="square">
            <a:spAutoFit/>
          </a:bodyPr>
          <a:lstStyle/>
          <a:p>
            <a:pPr>
              <a:lnSpc>
                <a:spcPct val="150000"/>
              </a:lnSpc>
            </a:pPr>
            <a:r>
              <a:rPr lang="zh-CN" altLang="en-US" sz="1400" dirty="0">
                <a:solidFill>
                  <a:schemeClr val="bg1">
                    <a:lumMod val="50000"/>
                  </a:schemeClr>
                </a:solidFill>
                <a:latin typeface="Arial"/>
                <a:ea typeface="微软雅黑"/>
                <a:sym typeface="Arial"/>
              </a:rPr>
              <a:t>无论是金融信息非法获取还是遭遇投资诈骗，大家都可以拨打</a:t>
            </a:r>
            <a:endParaRPr lang="en-US" altLang="zh-CN" sz="1400" dirty="0">
              <a:solidFill>
                <a:schemeClr val="bg1">
                  <a:lumMod val="50000"/>
                </a:schemeClr>
              </a:solidFill>
              <a:latin typeface="Arial"/>
              <a:ea typeface="微软雅黑"/>
              <a:sym typeface="Arial"/>
            </a:endParaRPr>
          </a:p>
          <a:p>
            <a:pPr>
              <a:lnSpc>
                <a:spcPct val="150000"/>
              </a:lnSpc>
            </a:pPr>
            <a:r>
              <a:rPr lang="zh-CN" altLang="en-US" sz="2000" b="1" dirty="0">
                <a:solidFill>
                  <a:schemeClr val="bg1">
                    <a:lumMod val="50000"/>
                  </a:schemeClr>
                </a:solidFill>
                <a:latin typeface="Arial"/>
                <a:ea typeface="微软雅黑"/>
                <a:sym typeface="Arial"/>
              </a:rPr>
              <a:t>全国反诈骗中心预警</a:t>
            </a:r>
            <a:r>
              <a:rPr lang="en-US" altLang="zh-CN" sz="2000" b="1" dirty="0">
                <a:solidFill>
                  <a:schemeClr val="bg1">
                    <a:lumMod val="50000"/>
                  </a:schemeClr>
                </a:solidFill>
                <a:latin typeface="Arial"/>
                <a:ea typeface="微软雅黑"/>
                <a:sym typeface="Arial"/>
              </a:rPr>
              <a:t>96110</a:t>
            </a:r>
            <a:r>
              <a:rPr lang="zh-CN" altLang="en-US" sz="2000" b="1" dirty="0">
                <a:solidFill>
                  <a:schemeClr val="bg1">
                    <a:lumMod val="50000"/>
                  </a:schemeClr>
                </a:solidFill>
                <a:latin typeface="Arial"/>
                <a:ea typeface="微软雅黑"/>
                <a:sym typeface="Arial"/>
              </a:rPr>
              <a:t>专号</a:t>
            </a:r>
            <a:r>
              <a:rPr lang="zh-CN" altLang="en-US" sz="1200" dirty="0">
                <a:solidFill>
                  <a:schemeClr val="bg1">
                    <a:lumMod val="50000"/>
                  </a:schemeClr>
                </a:solidFill>
                <a:latin typeface="Arial"/>
                <a:ea typeface="微软雅黑"/>
                <a:sym typeface="Arial"/>
              </a:rPr>
              <a:t>。</a:t>
            </a:r>
          </a:p>
          <a:p>
            <a:pPr>
              <a:lnSpc>
                <a:spcPct val="150000"/>
              </a:lnSpc>
            </a:pPr>
            <a:endParaRPr lang="zh-CN" altLang="en-US" sz="1400" dirty="0">
              <a:solidFill>
                <a:schemeClr val="bg1">
                  <a:lumMod val="50000"/>
                </a:schemeClr>
              </a:solidFill>
              <a:latin typeface="Arial"/>
              <a:ea typeface="微软雅黑"/>
              <a:sym typeface="Arial"/>
            </a:endParaRPr>
          </a:p>
          <a:p>
            <a:pPr>
              <a:lnSpc>
                <a:spcPct val="150000"/>
              </a:lnSpc>
            </a:pPr>
            <a:r>
              <a:rPr lang="zh-CN" altLang="en-US" sz="1400" dirty="0">
                <a:solidFill>
                  <a:schemeClr val="bg1">
                    <a:lumMod val="50000"/>
                  </a:schemeClr>
                </a:solidFill>
                <a:latin typeface="Arial"/>
                <a:ea typeface="微软雅黑"/>
                <a:sym typeface="Arial"/>
              </a:rPr>
              <a:t>如果遭遇骗局，XX时间可拨打</a:t>
            </a:r>
            <a:r>
              <a:rPr lang="en-US" altLang="zh-CN" sz="1400" dirty="0">
                <a:solidFill>
                  <a:schemeClr val="bg1">
                    <a:lumMod val="50000"/>
                  </a:schemeClr>
                </a:solidFill>
                <a:latin typeface="Arial"/>
                <a:ea typeface="微软雅黑"/>
                <a:sym typeface="Arial"/>
              </a:rPr>
              <a:t>110</a:t>
            </a:r>
            <a:r>
              <a:rPr lang="zh-CN" altLang="en-US" sz="1400" dirty="0">
                <a:solidFill>
                  <a:schemeClr val="bg1">
                    <a:lumMod val="50000"/>
                  </a:schemeClr>
                </a:solidFill>
                <a:latin typeface="Arial"/>
                <a:ea typeface="微软雅黑"/>
                <a:sym typeface="Arial"/>
              </a:rPr>
              <a:t>报警求助</a:t>
            </a:r>
          </a:p>
        </p:txBody>
      </p:sp>
      <p:sp>
        <p:nvSpPr>
          <p:cNvPr id="4" name="矩形 3">
            <a:extLst>
              <a:ext uri="{FF2B5EF4-FFF2-40B4-BE49-F238E27FC236}">
                <a16:creationId xmlns:a16="http://schemas.microsoft.com/office/drawing/2014/main" id="{C7E2968B-B3CE-B245-B6AD-B3C607CB70A0}"/>
              </a:ext>
            </a:extLst>
          </p:cNvPr>
          <p:cNvSpPr/>
          <p:nvPr/>
        </p:nvSpPr>
        <p:spPr>
          <a:xfrm>
            <a:off x="1154921" y="879147"/>
            <a:ext cx="3775393"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金融消费纠纷解决途径</a:t>
            </a:r>
          </a:p>
        </p:txBody>
      </p:sp>
      <p:sp>
        <p:nvSpPr>
          <p:cNvPr id="5" name="椭圆 4">
            <a:extLst>
              <a:ext uri="{FF2B5EF4-FFF2-40B4-BE49-F238E27FC236}">
                <a16:creationId xmlns:a16="http://schemas.microsoft.com/office/drawing/2014/main" id="{23746B46-E6C5-084D-ADDF-ACF5CB84348A}"/>
              </a:ext>
            </a:extLst>
          </p:cNvPr>
          <p:cNvSpPr/>
          <p:nvPr/>
        </p:nvSpPr>
        <p:spPr>
          <a:xfrm>
            <a:off x="806824" y="1024216"/>
            <a:ext cx="233082" cy="233082"/>
          </a:xfrm>
          <a:prstGeom prst="ellips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pic>
        <p:nvPicPr>
          <p:cNvPr id="9" name="图片 8">
            <a:extLst>
              <a:ext uri="{FF2B5EF4-FFF2-40B4-BE49-F238E27FC236}">
                <a16:creationId xmlns:a16="http://schemas.microsoft.com/office/drawing/2014/main" id="{F5D8286E-6EB7-954A-B755-0B28DC0A1795}"/>
              </a:ext>
            </a:extLst>
          </p:cNvPr>
          <p:cNvPicPr>
            <a:picLocks noChangeAspect="1"/>
          </p:cNvPicPr>
          <p:nvPr/>
        </p:nvPicPr>
        <p:blipFill>
          <a:blip r:embed="Red53b3faf8e64739" cstate="screen">
            <a:extLst>
              <a:ext uri="{28A0092B-C50C-407E-A947-70E740481C1C}">
                <a14:useLocalDpi xmlns:a14="http://schemas.microsoft.com/office/drawing/2010/main"/>
              </a:ext>
            </a:extLst>
          </a:blip>
          <a:srcRect/>
          <a:stretch/>
        </p:blipFill>
        <p:spPr>
          <a:xfrm>
            <a:off x="663389" y="2097995"/>
            <a:ext cx="4376388" cy="4376388"/>
          </a:xfrm>
          <a:prstGeom prst="rect">
            <a:avLst/>
          </a:prstGeom>
        </p:spPr>
      </p:pic>
    </p:spTree>
    <p:extLst>
      <p:ext uri="{BB962C8B-B14F-4D97-AF65-F5344CB8AC3E}">
        <p14:creationId xmlns:p14="http://schemas.microsoft.com/office/powerpoint/2010/main" val="2625671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97758" y="5037742"/>
            <a:ext cx="2515432" cy="461665"/>
          </a:xfrm>
          <a:prstGeom prst="rect">
            <a:avLst/>
          </a:prstGeom>
        </p:spPr>
        <p:txBody>
          <a:bodyPr wrap="none">
            <a:spAutoFit/>
          </a:bodyPr>
          <a:lstStyle/>
          <a:p>
            <a:r>
              <a:rPr lang="zh-CN" altLang="en-US" dirty="0">
                <a:solidFill>
                  <a:schemeClr val="bg1">
                    <a:lumMod val="50000"/>
                  </a:schemeClr>
                </a:solidFill>
                <a:latin typeface="Arial"/>
                <a:ea typeface="微软雅黑"/>
                <a:sym typeface="Arial"/>
              </a:rPr>
              <a:t>中国证监会：</a:t>
            </a:r>
            <a:r>
              <a:rPr lang="en-US" altLang="zh-CN" sz="2400" b="1" dirty="0">
                <a:solidFill>
                  <a:srgbClr val="C00000"/>
                </a:solidFill>
                <a:latin typeface="Arial"/>
                <a:ea typeface="微软雅黑"/>
                <a:sym typeface="Arial"/>
              </a:rPr>
              <a:t>12386</a:t>
            </a:r>
          </a:p>
        </p:txBody>
      </p:sp>
      <p:sp>
        <p:nvSpPr>
          <p:cNvPr id="4" name="矩形 3"/>
          <p:cNvSpPr/>
          <p:nvPr/>
        </p:nvSpPr>
        <p:spPr>
          <a:xfrm>
            <a:off x="4645520" y="5037741"/>
            <a:ext cx="2746265" cy="461665"/>
          </a:xfrm>
          <a:prstGeom prst="rect">
            <a:avLst/>
          </a:prstGeom>
        </p:spPr>
        <p:txBody>
          <a:bodyPr wrap="none">
            <a:spAutoFit/>
          </a:bodyPr>
          <a:lstStyle/>
          <a:p>
            <a:r>
              <a:rPr lang="zh-CN" altLang="en-US" dirty="0">
                <a:solidFill>
                  <a:schemeClr val="bg1">
                    <a:lumMod val="50000"/>
                  </a:schemeClr>
                </a:solidFill>
                <a:latin typeface="Arial"/>
                <a:ea typeface="微软雅黑"/>
                <a:sym typeface="Arial"/>
              </a:rPr>
              <a:t>中国银保监会：</a:t>
            </a:r>
            <a:r>
              <a:rPr lang="en-US" altLang="zh-CN" sz="2400" b="1" dirty="0">
                <a:solidFill>
                  <a:srgbClr val="C00000"/>
                </a:solidFill>
                <a:latin typeface="Arial"/>
                <a:ea typeface="微软雅黑"/>
                <a:sym typeface="Arial"/>
              </a:rPr>
              <a:t>12378</a:t>
            </a:r>
          </a:p>
        </p:txBody>
      </p:sp>
      <p:sp>
        <p:nvSpPr>
          <p:cNvPr id="5" name="矩形 4"/>
          <p:cNvSpPr/>
          <p:nvPr/>
        </p:nvSpPr>
        <p:spPr>
          <a:xfrm>
            <a:off x="8345204" y="5037741"/>
            <a:ext cx="3669594" cy="461665"/>
          </a:xfrm>
          <a:prstGeom prst="rect">
            <a:avLst/>
          </a:prstGeom>
        </p:spPr>
        <p:txBody>
          <a:bodyPr wrap="none">
            <a:spAutoFit/>
          </a:bodyPr>
          <a:lstStyle/>
          <a:p>
            <a:r>
              <a:rPr lang="zh-CN" altLang="en-US" dirty="0">
                <a:solidFill>
                  <a:schemeClr val="bg1">
                    <a:lumMod val="50000"/>
                  </a:schemeClr>
                </a:solidFill>
                <a:latin typeface="Arial"/>
                <a:ea typeface="微软雅黑"/>
                <a:sym typeface="Arial"/>
              </a:rPr>
              <a:t>中国人民银行热线电话：</a:t>
            </a:r>
            <a:r>
              <a:rPr lang="en-US" altLang="zh-CN" sz="2400" b="1" dirty="0">
                <a:solidFill>
                  <a:srgbClr val="C00000"/>
                </a:solidFill>
                <a:latin typeface="Arial"/>
                <a:ea typeface="微软雅黑"/>
                <a:sym typeface="Arial"/>
              </a:rPr>
              <a:t>12363</a:t>
            </a:r>
          </a:p>
        </p:txBody>
      </p:sp>
      <p:sp>
        <p:nvSpPr>
          <p:cNvPr id="6" name="矩形 5">
            <a:extLst>
              <a:ext uri="{FF2B5EF4-FFF2-40B4-BE49-F238E27FC236}">
                <a16:creationId xmlns:a16="http://schemas.microsoft.com/office/drawing/2014/main" id="{9C4F2D62-311A-AD4C-8552-4F02CD53B10B}"/>
              </a:ext>
            </a:extLst>
          </p:cNvPr>
          <p:cNvSpPr/>
          <p:nvPr/>
        </p:nvSpPr>
        <p:spPr>
          <a:xfrm>
            <a:off x="1154921" y="879147"/>
            <a:ext cx="3775393"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金融消费纠纷解决途径</a:t>
            </a:r>
          </a:p>
        </p:txBody>
      </p:sp>
      <p:sp>
        <p:nvSpPr>
          <p:cNvPr id="7" name="椭圆 6">
            <a:extLst>
              <a:ext uri="{FF2B5EF4-FFF2-40B4-BE49-F238E27FC236}">
                <a16:creationId xmlns:a16="http://schemas.microsoft.com/office/drawing/2014/main" id="{8F72165F-4F13-5C40-AB7D-94E74B5839F8}"/>
              </a:ext>
            </a:extLst>
          </p:cNvPr>
          <p:cNvSpPr/>
          <p:nvPr/>
        </p:nvSpPr>
        <p:spPr>
          <a:xfrm>
            <a:off x="806824" y="1024216"/>
            <a:ext cx="233082" cy="233082"/>
          </a:xfrm>
          <a:prstGeom prst="ellips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pic>
        <p:nvPicPr>
          <p:cNvPr id="8" name="图片 7">
            <a:extLst>
              <a:ext uri="{FF2B5EF4-FFF2-40B4-BE49-F238E27FC236}">
                <a16:creationId xmlns:a16="http://schemas.microsoft.com/office/drawing/2014/main" id="{30CFE1E4-800B-8344-A926-F0AED92E1B8F}"/>
              </a:ext>
            </a:extLst>
          </p:cNvPr>
          <p:cNvPicPr>
            <a:picLocks noChangeAspect="1"/>
          </p:cNvPicPr>
          <p:nvPr/>
        </p:nvPicPr>
        <p:blipFill>
          <a:blip r:embed="R738fca7f9a764669" cstate="screen">
            <a:extLst>
              <a:ext uri="{28A0092B-C50C-407E-A947-70E740481C1C}">
                <a14:useLocalDpi xmlns:a14="http://schemas.microsoft.com/office/drawing/2010/main"/>
              </a:ext>
            </a:extLst>
          </a:blip>
          <a:srcRect/>
          <a:stretch/>
        </p:blipFill>
        <p:spPr>
          <a:xfrm>
            <a:off x="1119063" y="2374303"/>
            <a:ext cx="2518370" cy="2518370"/>
          </a:xfrm>
          <a:prstGeom prst="rect">
            <a:avLst/>
          </a:prstGeom>
        </p:spPr>
      </p:pic>
      <p:pic>
        <p:nvPicPr>
          <p:cNvPr id="9" name="图片 8">
            <a:extLst>
              <a:ext uri="{FF2B5EF4-FFF2-40B4-BE49-F238E27FC236}">
                <a16:creationId xmlns:a16="http://schemas.microsoft.com/office/drawing/2014/main" id="{E2F1872A-D10C-CE48-86B9-2FA82E3337F1}"/>
              </a:ext>
            </a:extLst>
          </p:cNvPr>
          <p:cNvPicPr>
            <a:picLocks noChangeAspect="1"/>
          </p:cNvPicPr>
          <p:nvPr/>
        </p:nvPicPr>
        <p:blipFill>
          <a:blip r:embed="R1939e2216e664ef3" cstate="screen">
            <a:extLst>
              <a:ext uri="{28A0092B-C50C-407E-A947-70E740481C1C}">
                <a14:useLocalDpi xmlns:a14="http://schemas.microsoft.com/office/drawing/2010/main"/>
              </a:ext>
            </a:extLst>
          </a:blip>
          <a:srcRect/>
          <a:stretch/>
        </p:blipFill>
        <p:spPr>
          <a:xfrm>
            <a:off x="4594247" y="2316342"/>
            <a:ext cx="2721399" cy="2721399"/>
          </a:xfrm>
          <a:prstGeom prst="rect">
            <a:avLst/>
          </a:prstGeom>
        </p:spPr>
      </p:pic>
      <p:pic>
        <p:nvPicPr>
          <p:cNvPr id="10" name="图片 9">
            <a:extLst>
              <a:ext uri="{FF2B5EF4-FFF2-40B4-BE49-F238E27FC236}">
                <a16:creationId xmlns:a16="http://schemas.microsoft.com/office/drawing/2014/main" id="{9A95014D-FFAB-D44D-A85A-66C50AFDD18F}"/>
              </a:ext>
            </a:extLst>
          </p:cNvPr>
          <p:cNvPicPr>
            <a:picLocks noChangeAspect="1"/>
          </p:cNvPicPr>
          <p:nvPr/>
        </p:nvPicPr>
        <p:blipFill>
          <a:blip r:embed="Rc4ccd03890104e7a" cstate="screen">
            <a:extLst>
              <a:ext uri="{28A0092B-C50C-407E-A947-70E740481C1C}">
                <a14:useLocalDpi xmlns:a14="http://schemas.microsoft.com/office/drawing/2010/main"/>
              </a:ext>
            </a:extLst>
          </a:blip>
          <a:srcRect/>
          <a:stretch/>
        </p:blipFill>
        <p:spPr>
          <a:xfrm>
            <a:off x="8563129" y="2243807"/>
            <a:ext cx="2866467" cy="2866467"/>
          </a:xfrm>
          <a:prstGeom prst="rect">
            <a:avLst/>
          </a:prstGeom>
        </p:spPr>
      </p:pic>
    </p:spTree>
    <p:extLst>
      <p:ext uri="{BB962C8B-B14F-4D97-AF65-F5344CB8AC3E}">
        <p14:creationId xmlns:p14="http://schemas.microsoft.com/office/powerpoint/2010/main" val="1438400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0D0F60B-1434-C64B-9F86-2AA13666B6C2}"/>
              </a:ext>
            </a:extLst>
          </p:cNvPr>
          <p:cNvSpPr/>
          <p:nvPr/>
        </p:nvSpPr>
        <p:spPr>
          <a:xfrm>
            <a:off x="1154921" y="879147"/>
            <a:ext cx="3775393"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金融消费纠纷解决途径</a:t>
            </a:r>
          </a:p>
        </p:txBody>
      </p:sp>
      <p:sp>
        <p:nvSpPr>
          <p:cNvPr id="3" name="椭圆 2">
            <a:extLst>
              <a:ext uri="{FF2B5EF4-FFF2-40B4-BE49-F238E27FC236}">
                <a16:creationId xmlns:a16="http://schemas.microsoft.com/office/drawing/2014/main" id="{B22D6A20-2CDE-0E4A-8832-B1B42E489A30}"/>
              </a:ext>
            </a:extLst>
          </p:cNvPr>
          <p:cNvSpPr/>
          <p:nvPr/>
        </p:nvSpPr>
        <p:spPr>
          <a:xfrm>
            <a:off x="806824" y="1024216"/>
            <a:ext cx="233082" cy="233082"/>
          </a:xfrm>
          <a:prstGeom prst="ellips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pic>
        <p:nvPicPr>
          <p:cNvPr id="4" name="图片 3">
            <a:extLst>
              <a:ext uri="{FF2B5EF4-FFF2-40B4-BE49-F238E27FC236}">
                <a16:creationId xmlns:a16="http://schemas.microsoft.com/office/drawing/2014/main" id="{AFAB4EE8-8DDA-DE47-A124-DDDC200E3C95}"/>
              </a:ext>
            </a:extLst>
          </p:cNvPr>
          <p:cNvPicPr>
            <a:picLocks noChangeAspect="1"/>
          </p:cNvPicPr>
          <p:nvPr/>
        </p:nvPicPr>
        <p:blipFill>
          <a:blip r:embed="R21e5c7bbf4ea400c" cstate="screen">
            <a:extLst>
              <a:ext uri="{28A0092B-C50C-407E-A947-70E740481C1C}">
                <a14:useLocalDpi xmlns:a14="http://schemas.microsoft.com/office/drawing/2010/main"/>
              </a:ext>
            </a:extLst>
          </a:blip>
          <a:srcRect/>
          <a:stretch/>
        </p:blipFill>
        <p:spPr>
          <a:xfrm>
            <a:off x="6096000" y="2365535"/>
            <a:ext cx="5020234" cy="3300159"/>
          </a:xfrm>
          <a:prstGeom prst="rect">
            <a:avLst/>
          </a:prstGeom>
        </p:spPr>
      </p:pic>
      <p:sp>
        <p:nvSpPr>
          <p:cNvPr id="5" name="矩形 4">
            <a:extLst>
              <a:ext uri="{FF2B5EF4-FFF2-40B4-BE49-F238E27FC236}">
                <a16:creationId xmlns:a16="http://schemas.microsoft.com/office/drawing/2014/main" id="{0FCA9348-6C65-5E4D-A00D-03E3B58D2746}"/>
              </a:ext>
            </a:extLst>
          </p:cNvPr>
          <p:cNvSpPr/>
          <p:nvPr/>
        </p:nvSpPr>
        <p:spPr>
          <a:xfrm>
            <a:off x="907080" y="2924608"/>
            <a:ext cx="2877711" cy="377411"/>
          </a:xfrm>
          <a:prstGeom prst="rect">
            <a:avLst/>
          </a:prstGeom>
        </p:spPr>
        <p:txBody>
          <a:bodyPr wrap="none">
            <a:spAutoFit/>
          </a:bodyPr>
          <a:lstStyle/>
          <a:p>
            <a:pPr>
              <a:lnSpc>
                <a:spcPct val="150000"/>
              </a:lnSpc>
            </a:pPr>
            <a:r>
              <a:rPr lang="zh-CN" altLang="en-US" sz="1400" dirty="0">
                <a:solidFill>
                  <a:schemeClr val="bg1">
                    <a:lumMod val="50000"/>
                  </a:schemeClr>
                </a:solidFill>
                <a:latin typeface="Arial"/>
                <a:ea typeface="微软雅黑"/>
                <a:sym typeface="Arial"/>
              </a:rPr>
              <a:t>一、向金融机构投诉，寻求解决；</a:t>
            </a:r>
          </a:p>
        </p:txBody>
      </p:sp>
      <p:sp>
        <p:nvSpPr>
          <p:cNvPr id="6" name="矩形 5">
            <a:extLst>
              <a:ext uri="{FF2B5EF4-FFF2-40B4-BE49-F238E27FC236}">
                <a16:creationId xmlns:a16="http://schemas.microsoft.com/office/drawing/2014/main" id="{CCDFD7EC-760C-2346-84E8-0160BC90E71B}"/>
              </a:ext>
            </a:extLst>
          </p:cNvPr>
          <p:cNvSpPr/>
          <p:nvPr/>
        </p:nvSpPr>
        <p:spPr>
          <a:xfrm>
            <a:off x="907080" y="3597708"/>
            <a:ext cx="4314001" cy="377411"/>
          </a:xfrm>
          <a:prstGeom prst="rect">
            <a:avLst/>
          </a:prstGeom>
        </p:spPr>
        <p:txBody>
          <a:bodyPr wrap="none">
            <a:spAutoFit/>
          </a:bodyPr>
          <a:lstStyle/>
          <a:p>
            <a:pPr>
              <a:lnSpc>
                <a:spcPct val="150000"/>
              </a:lnSpc>
            </a:pPr>
            <a:r>
              <a:rPr lang="zh-CN" altLang="en-US" sz="1400" dirty="0">
                <a:solidFill>
                  <a:schemeClr val="bg1">
                    <a:lumMod val="50000"/>
                  </a:schemeClr>
                </a:solidFill>
                <a:latin typeface="Arial"/>
                <a:ea typeface="微软雅黑"/>
                <a:sym typeface="Arial"/>
              </a:rPr>
              <a:t>二、向消费者保护委员会或工商管理部门进行投诉；</a:t>
            </a:r>
          </a:p>
        </p:txBody>
      </p:sp>
      <p:sp>
        <p:nvSpPr>
          <p:cNvPr id="7" name="矩形 6">
            <a:extLst>
              <a:ext uri="{FF2B5EF4-FFF2-40B4-BE49-F238E27FC236}">
                <a16:creationId xmlns:a16="http://schemas.microsoft.com/office/drawing/2014/main" id="{B113FB31-8071-0E43-8419-714CFCE38498}"/>
              </a:ext>
            </a:extLst>
          </p:cNvPr>
          <p:cNvSpPr/>
          <p:nvPr/>
        </p:nvSpPr>
        <p:spPr>
          <a:xfrm>
            <a:off x="907080" y="4270808"/>
            <a:ext cx="3236784" cy="377411"/>
          </a:xfrm>
          <a:prstGeom prst="rect">
            <a:avLst/>
          </a:prstGeom>
        </p:spPr>
        <p:txBody>
          <a:bodyPr wrap="none">
            <a:spAutoFit/>
          </a:bodyPr>
          <a:lstStyle/>
          <a:p>
            <a:pPr>
              <a:lnSpc>
                <a:spcPct val="150000"/>
              </a:lnSpc>
            </a:pPr>
            <a:r>
              <a:rPr lang="zh-CN" altLang="en-US" sz="1400" dirty="0">
                <a:solidFill>
                  <a:schemeClr val="bg1">
                    <a:lumMod val="50000"/>
                  </a:schemeClr>
                </a:solidFill>
                <a:latin typeface="Arial"/>
                <a:ea typeface="微软雅黑"/>
                <a:sym typeface="Arial"/>
              </a:rPr>
              <a:t>三、向银保监、证监等监管部门投诉；</a:t>
            </a:r>
          </a:p>
        </p:txBody>
      </p:sp>
      <p:sp>
        <p:nvSpPr>
          <p:cNvPr id="8" name="矩形 7">
            <a:extLst>
              <a:ext uri="{FF2B5EF4-FFF2-40B4-BE49-F238E27FC236}">
                <a16:creationId xmlns:a16="http://schemas.microsoft.com/office/drawing/2014/main" id="{60723E83-6B33-0F46-A2EB-721007848720}"/>
              </a:ext>
            </a:extLst>
          </p:cNvPr>
          <p:cNvSpPr/>
          <p:nvPr/>
        </p:nvSpPr>
        <p:spPr>
          <a:xfrm>
            <a:off x="907080" y="4943908"/>
            <a:ext cx="4493538" cy="377411"/>
          </a:xfrm>
          <a:prstGeom prst="rect">
            <a:avLst/>
          </a:prstGeom>
        </p:spPr>
        <p:txBody>
          <a:bodyPr wrap="none">
            <a:spAutoFit/>
          </a:bodyPr>
          <a:lstStyle/>
          <a:p>
            <a:pPr>
              <a:lnSpc>
                <a:spcPct val="150000"/>
              </a:lnSpc>
            </a:pPr>
            <a:r>
              <a:rPr lang="zh-CN" altLang="en-US" sz="1400" dirty="0">
                <a:solidFill>
                  <a:schemeClr val="bg1">
                    <a:lumMod val="50000"/>
                  </a:schemeClr>
                </a:solidFill>
                <a:latin typeface="Arial"/>
                <a:ea typeface="微软雅黑"/>
                <a:sym typeface="Arial"/>
              </a:rPr>
              <a:t>四、向当地人民银行设立的金融消费者权益保护机构；</a:t>
            </a:r>
          </a:p>
        </p:txBody>
      </p:sp>
      <p:sp>
        <p:nvSpPr>
          <p:cNvPr id="9" name="矩形 8">
            <a:extLst>
              <a:ext uri="{FF2B5EF4-FFF2-40B4-BE49-F238E27FC236}">
                <a16:creationId xmlns:a16="http://schemas.microsoft.com/office/drawing/2014/main" id="{F458067C-EA11-C04B-AE0F-F4BABF51F611}"/>
              </a:ext>
            </a:extLst>
          </p:cNvPr>
          <p:cNvSpPr/>
          <p:nvPr/>
        </p:nvSpPr>
        <p:spPr>
          <a:xfrm>
            <a:off x="548490" y="2581835"/>
            <a:ext cx="4812404" cy="2904565"/>
          </a:xfrm>
          <a:prstGeom prst="rect">
            <a:avLst/>
          </a:prstGeom>
          <a:noFill/>
          <a:ln w="25400" cmpd="sng">
            <a:solidFill>
              <a:srgbClr val="A6AFD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sp>
        <p:nvSpPr>
          <p:cNvPr id="10" name="矩形 9">
            <a:extLst>
              <a:ext uri="{FF2B5EF4-FFF2-40B4-BE49-F238E27FC236}">
                <a16:creationId xmlns:a16="http://schemas.microsoft.com/office/drawing/2014/main" id="{31FE32E3-590E-3549-B6EB-FBFAEAF924A8}"/>
              </a:ext>
            </a:extLst>
          </p:cNvPr>
          <p:cNvSpPr/>
          <p:nvPr/>
        </p:nvSpPr>
        <p:spPr>
          <a:xfrm>
            <a:off x="781572" y="2761129"/>
            <a:ext cx="4812404" cy="2904565"/>
          </a:xfrm>
          <a:prstGeom prst="rect">
            <a:avLst/>
          </a:prstGeom>
          <a:noFill/>
          <a:ln w="25400">
            <a:solidFill>
              <a:srgbClr val="A6AFD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spTree>
    <p:extLst>
      <p:ext uri="{BB962C8B-B14F-4D97-AF65-F5344CB8AC3E}">
        <p14:creationId xmlns:p14="http://schemas.microsoft.com/office/powerpoint/2010/main" val="1783319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heel(1)">
                                      <p:cBhvr>
                                        <p:cTn id="10" dur="2000"/>
                                        <p:tgtEl>
                                          <p:spTgt spid="3"/>
                                        </p:tgtEl>
                                      </p:cBhvr>
                                    </p:animEffect>
                                  </p:childTnLst>
                                </p:cTn>
                              </p:par>
                              <p:par>
                                <p:cTn id="11" presetID="21" presetClass="entr" presetSubtype="1"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heel(1)">
                                      <p:cBhvr>
                                        <p:cTn id="13" dur="2000"/>
                                        <p:tgtEl>
                                          <p:spTgt spid="4"/>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heel(1)">
                                      <p:cBhvr>
                                        <p:cTn id="16" dur="2000"/>
                                        <p:tgtEl>
                                          <p:spTgt spid="5"/>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heel(1)">
                                      <p:cBhvr>
                                        <p:cTn id="19" dur="2000"/>
                                        <p:tgtEl>
                                          <p:spTgt spid="6"/>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heel(1)">
                                      <p:cBhvr>
                                        <p:cTn id="22" dur="2000"/>
                                        <p:tgtEl>
                                          <p:spTgt spid="7"/>
                                        </p:tgtEl>
                                      </p:cBhvr>
                                    </p:animEffect>
                                  </p:childTnLst>
                                </p:cTn>
                              </p:par>
                              <p:par>
                                <p:cTn id="23" presetID="21" presetClass="entr" presetSubtype="1"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heel(1)">
                                      <p:cBhvr>
                                        <p:cTn id="25" dur="2000"/>
                                        <p:tgtEl>
                                          <p:spTgt spid="8"/>
                                        </p:tgtEl>
                                      </p:cBhvr>
                                    </p:animEffect>
                                  </p:childTnLst>
                                </p:cTn>
                              </p:par>
                              <p:par>
                                <p:cTn id="26" presetID="21" presetClass="entr" presetSubtype="1"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heel(1)">
                                      <p:cBhvr>
                                        <p:cTn id="28" dur="2000"/>
                                        <p:tgtEl>
                                          <p:spTgt spid="9"/>
                                        </p:tgtEl>
                                      </p:cBhvr>
                                    </p:animEffect>
                                  </p:childTnLst>
                                </p:cTn>
                              </p:par>
                              <p:par>
                                <p:cTn id="29" presetID="21" presetClass="entr" presetSubtype="1"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heel(1)">
                                      <p:cBhvr>
                                        <p:cTn id="31"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5" grpId="0"/>
      <p:bldP spid="6" grpId="0"/>
      <p:bldP spid="7" grpId="0"/>
      <p:bldP spid="8" grpId="0"/>
      <p:bldP spid="9" grpId="0" animBg="1"/>
      <p:bldP spid="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E1C596F8-DB41-2343-8A2E-85A64E189130}"/>
              </a:ext>
            </a:extLst>
          </p:cNvPr>
          <p:cNvPicPr>
            <a:picLocks noChangeAspect="1"/>
          </p:cNvPicPr>
          <p:nvPr/>
        </p:nvPicPr>
        <p:blipFill rotWithShape="1">
          <a:blip r:embed="Rfd3ff098902445c7" cstate="screen">
            <a:extLst>
              <a:ext uri="{28A0092B-C50C-407E-A947-70E740481C1C}">
                <a14:useLocalDpi xmlns:a14="http://schemas.microsoft.com/office/drawing/2010/main"/>
              </a:ext>
            </a:extLst>
          </a:blip>
          <a:srcRect/>
          <a:stretch/>
        </p:blipFill>
        <p:spPr>
          <a:xfrm>
            <a:off x="5056096" y="1932471"/>
            <a:ext cx="6723530" cy="3814587"/>
          </a:xfrm>
          <a:prstGeom prst="rect">
            <a:avLst/>
          </a:prstGeom>
        </p:spPr>
      </p:pic>
      <p:sp>
        <p:nvSpPr>
          <p:cNvPr id="2" name="矩形 1">
            <a:extLst>
              <a:ext uri="{FF2B5EF4-FFF2-40B4-BE49-F238E27FC236}">
                <a16:creationId xmlns:a16="http://schemas.microsoft.com/office/drawing/2014/main" id="{919EAE65-BE50-3342-A3DF-95BA772DEC37}"/>
              </a:ext>
            </a:extLst>
          </p:cNvPr>
          <p:cNvSpPr/>
          <p:nvPr/>
        </p:nvSpPr>
        <p:spPr>
          <a:xfrm>
            <a:off x="1154921" y="879147"/>
            <a:ext cx="3775393"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金融消费纠纷解决途径</a:t>
            </a:r>
          </a:p>
        </p:txBody>
      </p:sp>
      <p:sp>
        <p:nvSpPr>
          <p:cNvPr id="3" name="椭圆 2">
            <a:extLst>
              <a:ext uri="{FF2B5EF4-FFF2-40B4-BE49-F238E27FC236}">
                <a16:creationId xmlns:a16="http://schemas.microsoft.com/office/drawing/2014/main" id="{D34CA433-D5D4-C847-8FDE-BC5A804ABC35}"/>
              </a:ext>
            </a:extLst>
          </p:cNvPr>
          <p:cNvSpPr/>
          <p:nvPr/>
        </p:nvSpPr>
        <p:spPr>
          <a:xfrm>
            <a:off x="806824" y="1024216"/>
            <a:ext cx="233082" cy="233082"/>
          </a:xfrm>
          <a:prstGeom prst="ellips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pic>
        <p:nvPicPr>
          <p:cNvPr id="4" name="图片 3">
            <a:extLst>
              <a:ext uri="{FF2B5EF4-FFF2-40B4-BE49-F238E27FC236}">
                <a16:creationId xmlns:a16="http://schemas.microsoft.com/office/drawing/2014/main" id="{D50D72D9-B80E-8744-A969-3CDADAAD22BB}"/>
              </a:ext>
            </a:extLst>
          </p:cNvPr>
          <p:cNvPicPr>
            <a:picLocks noChangeAspect="1"/>
          </p:cNvPicPr>
          <p:nvPr/>
        </p:nvPicPr>
        <p:blipFill>
          <a:blip r:embed="Re9c5557536b84ed6" cstate="screen">
            <a:extLst>
              <a:ext uri="{28A0092B-C50C-407E-A947-70E740481C1C}">
                <a14:useLocalDpi xmlns:a14="http://schemas.microsoft.com/office/drawing/2010/main"/>
              </a:ext>
            </a:extLst>
          </a:blip>
          <a:srcRect/>
          <a:stretch/>
        </p:blipFill>
        <p:spPr>
          <a:xfrm>
            <a:off x="758638" y="2112653"/>
            <a:ext cx="4064411" cy="4064411"/>
          </a:xfrm>
          <a:prstGeom prst="rect">
            <a:avLst/>
          </a:prstGeom>
        </p:spPr>
      </p:pic>
      <p:sp>
        <p:nvSpPr>
          <p:cNvPr id="5" name="矩形 4">
            <a:extLst>
              <a:ext uri="{FF2B5EF4-FFF2-40B4-BE49-F238E27FC236}">
                <a16:creationId xmlns:a16="http://schemas.microsoft.com/office/drawing/2014/main" id="{D8957278-5F1F-0E41-9327-6736733AC5C9}"/>
              </a:ext>
            </a:extLst>
          </p:cNvPr>
          <p:cNvSpPr/>
          <p:nvPr/>
        </p:nvSpPr>
        <p:spPr>
          <a:xfrm>
            <a:off x="6203580" y="4180718"/>
            <a:ext cx="4709834" cy="1061829"/>
          </a:xfrm>
          <a:prstGeom prst="rect">
            <a:avLst/>
          </a:prstGeom>
        </p:spPr>
        <p:txBody>
          <a:bodyPr wrap="square">
            <a:spAutoFit/>
          </a:bodyPr>
          <a:lstStyle/>
          <a:p>
            <a:pPr>
              <a:lnSpc>
                <a:spcPct val="150000"/>
              </a:lnSpc>
            </a:pPr>
            <a:r>
              <a:rPr lang="zh-CN" altLang="en-US" sz="1400" dirty="0">
                <a:solidFill>
                  <a:schemeClr val="bg1">
                    <a:lumMod val="50000"/>
                  </a:schemeClr>
                </a:solidFill>
                <a:latin typeface="Arial"/>
                <a:ea typeface="微软雅黑"/>
                <a:sym typeface="Arial"/>
              </a:rPr>
              <a:t>确认金融机构工作人员身份，查看其相关执照、证件等身份证明材料，对在金融机构营业X点之外自称是某金融机构工作人员的人保持警惕。</a:t>
            </a:r>
          </a:p>
        </p:txBody>
      </p:sp>
      <p:sp>
        <p:nvSpPr>
          <p:cNvPr id="6" name="矩形 5">
            <a:extLst>
              <a:ext uri="{FF2B5EF4-FFF2-40B4-BE49-F238E27FC236}">
                <a16:creationId xmlns:a16="http://schemas.microsoft.com/office/drawing/2014/main" id="{E420E007-A772-0146-9AA4-73A3B388DAA8}"/>
              </a:ext>
            </a:extLst>
          </p:cNvPr>
          <p:cNvSpPr/>
          <p:nvPr/>
        </p:nvSpPr>
        <p:spPr>
          <a:xfrm>
            <a:off x="6203580" y="3238940"/>
            <a:ext cx="4840943" cy="700576"/>
          </a:xfrm>
          <a:prstGeom prst="rect">
            <a:avLst/>
          </a:prstGeom>
        </p:spPr>
        <p:txBody>
          <a:bodyPr wrap="square">
            <a:spAutoFit/>
          </a:bodyPr>
          <a:lstStyle/>
          <a:p>
            <a:pPr>
              <a:lnSpc>
                <a:spcPct val="150000"/>
              </a:lnSpc>
            </a:pPr>
            <a:r>
              <a:rPr lang="zh-CN" altLang="en-US" sz="1400" dirty="0">
                <a:solidFill>
                  <a:schemeClr val="bg1">
                    <a:lumMod val="50000"/>
                  </a:schemeClr>
                </a:solidFill>
                <a:latin typeface="Arial"/>
                <a:ea typeface="微软雅黑"/>
                <a:sym typeface="Arial"/>
              </a:rPr>
              <a:t>完整、准确填写各种文书、合同及资料。不要在表格中留下空白处，让其他人在您不知情或未经您允许的情况下填写；</a:t>
            </a:r>
          </a:p>
        </p:txBody>
      </p:sp>
      <p:sp>
        <p:nvSpPr>
          <p:cNvPr id="9" name="矩形 8">
            <a:extLst>
              <a:ext uri="{FF2B5EF4-FFF2-40B4-BE49-F238E27FC236}">
                <a16:creationId xmlns:a16="http://schemas.microsoft.com/office/drawing/2014/main" id="{5D30E385-65A4-8D44-8802-366E9B4A2687}"/>
              </a:ext>
            </a:extLst>
          </p:cNvPr>
          <p:cNvSpPr/>
          <p:nvPr/>
        </p:nvSpPr>
        <p:spPr>
          <a:xfrm>
            <a:off x="7067172" y="2605451"/>
            <a:ext cx="2749471" cy="400110"/>
          </a:xfrm>
          <a:prstGeom prst="rect">
            <a:avLst/>
          </a:prstGeom>
        </p:spPr>
        <p:txBody>
          <a:bodyPr wrap="none">
            <a:spAutoFit/>
          </a:bodyPr>
          <a:lstStyle/>
          <a:p>
            <a:r>
              <a:rPr lang="zh-CN" altLang="en-US" sz="2000" b="1" dirty="0">
                <a:solidFill>
                  <a:schemeClr val="bg1"/>
                </a:solidFill>
                <a:latin typeface="Arial"/>
                <a:ea typeface="微软雅黑"/>
                <a:cs typeface="Alibaba PuHuiTi" pitchFamily="18" charset="-122"/>
                <a:sym typeface="Arial"/>
              </a:rPr>
              <a:t>金融消费纠纷解决途径</a:t>
            </a:r>
          </a:p>
        </p:txBody>
      </p:sp>
    </p:spTree>
    <p:extLst>
      <p:ext uri="{BB962C8B-B14F-4D97-AF65-F5344CB8AC3E}">
        <p14:creationId xmlns:p14="http://schemas.microsoft.com/office/powerpoint/2010/main" val="2647087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heel(1)">
                                      <p:cBhvr>
                                        <p:cTn id="13" dur="2000"/>
                                        <p:tgtEl>
                                          <p:spTgt spid="2"/>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heel(1)">
                                      <p:cBhvr>
                                        <p:cTn id="16" dur="2000"/>
                                        <p:tgtEl>
                                          <p:spTgt spid="3"/>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heel(1)">
                                      <p:cBhvr>
                                        <p:cTn id="19" dur="2000"/>
                                        <p:tgtEl>
                                          <p:spTgt spid="5"/>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heel(1)">
                                      <p:cBhvr>
                                        <p:cTn id="22" dur="2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heel(1)">
                                      <p:cBhvr>
                                        <p:cTn id="2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5" grpId="0"/>
      <p:bldP spid="6"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6B945EC-09F7-B741-8DCF-AD0CF375A9CD}"/>
              </a:ext>
            </a:extLst>
          </p:cNvPr>
          <p:cNvSpPr/>
          <p:nvPr/>
        </p:nvSpPr>
        <p:spPr>
          <a:xfrm>
            <a:off x="1154921" y="879147"/>
            <a:ext cx="3775393" cy="523220"/>
          </a:xfrm>
          <a:prstGeom prst="rect">
            <a:avLst/>
          </a:prstGeom>
        </p:spPr>
        <p:txBody>
          <a:bodyPr wrap="none">
            <a:spAutoFit/>
          </a:bodyPr>
          <a:lstStyle/>
          <a:p>
            <a:r>
              <a:rPr lang="zh-CN" altLang="en-US" sz="2800" b="1" dirty="0">
                <a:gradFill>
                  <a:gsLst>
                    <a:gs pos="100000">
                      <a:srgbClr val="A6AFD7"/>
                    </a:gs>
                    <a:gs pos="0">
                      <a:srgbClr val="B1C3F0"/>
                    </a:gs>
                  </a:gsLst>
                  <a:lin ang="16200000" scaled="0"/>
                </a:gradFill>
                <a:latin typeface="Arial"/>
                <a:ea typeface="微软雅黑"/>
                <a:cs typeface="Alibaba PuHuiTi" pitchFamily="18" charset="-122"/>
                <a:sym typeface="Arial"/>
              </a:rPr>
              <a:t>金融消费纠纷解决途径</a:t>
            </a:r>
          </a:p>
        </p:txBody>
      </p:sp>
      <p:sp>
        <p:nvSpPr>
          <p:cNvPr id="3" name="椭圆 2">
            <a:extLst>
              <a:ext uri="{FF2B5EF4-FFF2-40B4-BE49-F238E27FC236}">
                <a16:creationId xmlns:a16="http://schemas.microsoft.com/office/drawing/2014/main" id="{E4AC2A2A-82AF-5345-B493-56AA629BF7F9}"/>
              </a:ext>
            </a:extLst>
          </p:cNvPr>
          <p:cNvSpPr/>
          <p:nvPr/>
        </p:nvSpPr>
        <p:spPr>
          <a:xfrm>
            <a:off x="806824" y="1024216"/>
            <a:ext cx="233082" cy="233082"/>
          </a:xfrm>
          <a:prstGeom prst="ellips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pic>
        <p:nvPicPr>
          <p:cNvPr id="4" name="图片 3">
            <a:extLst>
              <a:ext uri="{FF2B5EF4-FFF2-40B4-BE49-F238E27FC236}">
                <a16:creationId xmlns:a16="http://schemas.microsoft.com/office/drawing/2014/main" id="{BA85E882-AA3D-8046-AAD6-397419452F92}"/>
              </a:ext>
            </a:extLst>
          </p:cNvPr>
          <p:cNvPicPr>
            <a:picLocks noChangeAspect="1"/>
          </p:cNvPicPr>
          <p:nvPr/>
        </p:nvPicPr>
        <p:blipFill>
          <a:blip r:embed="R66f7a8664cc34e34" cstate="screen">
            <a:extLst>
              <a:ext uri="{28A0092B-C50C-407E-A947-70E740481C1C}">
                <a14:useLocalDpi xmlns:a14="http://schemas.microsoft.com/office/drawing/2010/main"/>
              </a:ext>
            </a:extLst>
          </a:blip>
          <a:srcRect/>
          <a:stretch/>
        </p:blipFill>
        <p:spPr>
          <a:xfrm>
            <a:off x="6549684" y="2033221"/>
            <a:ext cx="4064411" cy="4064411"/>
          </a:xfrm>
          <a:prstGeom prst="rect">
            <a:avLst/>
          </a:prstGeom>
        </p:spPr>
      </p:pic>
      <p:sp>
        <p:nvSpPr>
          <p:cNvPr id="5" name="矩形 4">
            <a:extLst>
              <a:ext uri="{FF2B5EF4-FFF2-40B4-BE49-F238E27FC236}">
                <a16:creationId xmlns:a16="http://schemas.microsoft.com/office/drawing/2014/main" id="{93917BDD-8F59-1A45-B982-B1412521E8A6}"/>
              </a:ext>
            </a:extLst>
          </p:cNvPr>
          <p:cNvSpPr/>
          <p:nvPr/>
        </p:nvSpPr>
        <p:spPr>
          <a:xfrm>
            <a:off x="2210883" y="4415350"/>
            <a:ext cx="4064411" cy="1061829"/>
          </a:xfrm>
          <a:prstGeom prst="rect">
            <a:avLst/>
          </a:prstGeom>
        </p:spPr>
        <p:txBody>
          <a:bodyPr wrap="square">
            <a:spAutoFit/>
          </a:bodyPr>
          <a:lstStyle/>
          <a:p>
            <a:pPr>
              <a:lnSpc>
                <a:spcPct val="150000"/>
              </a:lnSpc>
            </a:pPr>
            <a:r>
              <a:rPr lang="zh-CN" altLang="en-US" sz="1400" dirty="0">
                <a:solidFill>
                  <a:schemeClr val="bg1">
                    <a:lumMod val="50000"/>
                  </a:schemeClr>
                </a:solidFill>
                <a:latin typeface="Arial"/>
                <a:ea typeface="微软雅黑"/>
                <a:sym typeface="Arial"/>
              </a:rPr>
              <a:t>确认金融机构工作人员身份，查看其相关执照、证件等身份证明材料，对在金融机构营业X点之外自称是某金融机构工作人员的人保持警惕。</a:t>
            </a:r>
          </a:p>
        </p:txBody>
      </p:sp>
      <p:sp>
        <p:nvSpPr>
          <p:cNvPr id="6" name="矩形 5">
            <a:extLst>
              <a:ext uri="{FF2B5EF4-FFF2-40B4-BE49-F238E27FC236}">
                <a16:creationId xmlns:a16="http://schemas.microsoft.com/office/drawing/2014/main" id="{288971A9-E784-0F44-B0B0-3722DFBC5D92}"/>
              </a:ext>
            </a:extLst>
          </p:cNvPr>
          <p:cNvSpPr/>
          <p:nvPr/>
        </p:nvSpPr>
        <p:spPr>
          <a:xfrm>
            <a:off x="2210883" y="2603537"/>
            <a:ext cx="4177553" cy="1061829"/>
          </a:xfrm>
          <a:prstGeom prst="rect">
            <a:avLst/>
          </a:prstGeom>
        </p:spPr>
        <p:txBody>
          <a:bodyPr wrap="square">
            <a:spAutoFit/>
          </a:bodyPr>
          <a:lstStyle/>
          <a:p>
            <a:pPr>
              <a:lnSpc>
                <a:spcPct val="150000"/>
              </a:lnSpc>
            </a:pPr>
            <a:r>
              <a:rPr lang="zh-CN" altLang="en-US" sz="1400" dirty="0">
                <a:solidFill>
                  <a:schemeClr val="bg1">
                    <a:lumMod val="50000"/>
                  </a:schemeClr>
                </a:solidFill>
                <a:latin typeface="Arial"/>
                <a:ea typeface="微软雅黑"/>
                <a:sym typeface="Arial"/>
              </a:rPr>
              <a:t>完整、准确填写各种文书、合同及资料。不要在表格中留下空白处，让其他人在您不知情或未经您允许的情况下填写；</a:t>
            </a:r>
          </a:p>
        </p:txBody>
      </p:sp>
      <p:sp>
        <p:nvSpPr>
          <p:cNvPr id="7" name="饼形 6">
            <a:extLst>
              <a:ext uri="{FF2B5EF4-FFF2-40B4-BE49-F238E27FC236}">
                <a16:creationId xmlns:a16="http://schemas.microsoft.com/office/drawing/2014/main" id="{92B5D94A-E7AA-474C-8898-C485BBEE2761}"/>
              </a:ext>
            </a:extLst>
          </p:cNvPr>
          <p:cNvSpPr/>
          <p:nvPr/>
        </p:nvSpPr>
        <p:spPr>
          <a:xfrm>
            <a:off x="1737280" y="2753254"/>
            <a:ext cx="358588" cy="358588"/>
          </a:xfrm>
          <a:prstGeom prst="pi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latin typeface="Arial"/>
              <a:ea typeface="微软雅黑"/>
              <a:sym typeface="Arial"/>
            </a:endParaRPr>
          </a:p>
        </p:txBody>
      </p:sp>
      <p:sp>
        <p:nvSpPr>
          <p:cNvPr id="8" name="饼形 7">
            <a:extLst>
              <a:ext uri="{FF2B5EF4-FFF2-40B4-BE49-F238E27FC236}">
                <a16:creationId xmlns:a16="http://schemas.microsoft.com/office/drawing/2014/main" id="{C99B634D-45C1-AD4C-9AAE-6531BD830512}"/>
              </a:ext>
            </a:extLst>
          </p:cNvPr>
          <p:cNvSpPr/>
          <p:nvPr/>
        </p:nvSpPr>
        <p:spPr>
          <a:xfrm>
            <a:off x="1737280" y="4617121"/>
            <a:ext cx="358588" cy="358588"/>
          </a:xfrm>
          <a:prstGeom prst="pie">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latin typeface="Arial"/>
              <a:ea typeface="微软雅黑"/>
              <a:sym typeface="Arial"/>
            </a:endParaRPr>
          </a:p>
        </p:txBody>
      </p:sp>
      <p:sp>
        <p:nvSpPr>
          <p:cNvPr id="9" name="矩形 8">
            <a:extLst>
              <a:ext uri="{FF2B5EF4-FFF2-40B4-BE49-F238E27FC236}">
                <a16:creationId xmlns:a16="http://schemas.microsoft.com/office/drawing/2014/main" id="{9D5002A7-0994-5B42-BBB3-EA9423C5558A}"/>
              </a:ext>
            </a:extLst>
          </p:cNvPr>
          <p:cNvSpPr/>
          <p:nvPr/>
        </p:nvSpPr>
        <p:spPr>
          <a:xfrm>
            <a:off x="1576032" y="2478034"/>
            <a:ext cx="4812404" cy="1167142"/>
          </a:xfrm>
          <a:prstGeom prst="rect">
            <a:avLst/>
          </a:prstGeom>
          <a:noFill/>
          <a:ln w="19050" cmpd="sng">
            <a:solidFill>
              <a:srgbClr val="A6AFD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sp>
        <p:nvSpPr>
          <p:cNvPr id="10" name="矩形 9">
            <a:extLst>
              <a:ext uri="{FF2B5EF4-FFF2-40B4-BE49-F238E27FC236}">
                <a16:creationId xmlns:a16="http://schemas.microsoft.com/office/drawing/2014/main" id="{2C92E55A-8B6F-3F4E-8E44-C221DB354997}"/>
              </a:ext>
            </a:extLst>
          </p:cNvPr>
          <p:cNvSpPr/>
          <p:nvPr/>
        </p:nvSpPr>
        <p:spPr>
          <a:xfrm>
            <a:off x="1576032" y="4351957"/>
            <a:ext cx="4812404" cy="1167142"/>
          </a:xfrm>
          <a:prstGeom prst="rect">
            <a:avLst/>
          </a:prstGeom>
          <a:noFill/>
          <a:ln w="19050" cmpd="sng">
            <a:solidFill>
              <a:srgbClr val="A6AFD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a:ea typeface="微软雅黑"/>
              <a:sym typeface="Arial"/>
            </a:endParaRPr>
          </a:p>
        </p:txBody>
      </p:sp>
    </p:spTree>
    <p:extLst>
      <p:ext uri="{BB962C8B-B14F-4D97-AF65-F5344CB8AC3E}">
        <p14:creationId xmlns:p14="http://schemas.microsoft.com/office/powerpoint/2010/main" val="2204039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heckerboard(across)">
                                      <p:cBhvr>
                                        <p:cTn id="10" dur="500"/>
                                        <p:tgtEl>
                                          <p:spTgt spid="3"/>
                                        </p:tgtEl>
                                      </p:cBhvr>
                                    </p:animEffect>
                                  </p:childTnLst>
                                </p:cTn>
                              </p:par>
                              <p:par>
                                <p:cTn id="11" presetID="5" presetClass="entr" presetSubtype="1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heckerboard(across)">
                                      <p:cBhvr>
                                        <p:cTn id="13" dur="500"/>
                                        <p:tgtEl>
                                          <p:spTgt spid="4"/>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checkerboard(across)">
                                      <p:cBhvr>
                                        <p:cTn id="16" dur="500"/>
                                        <p:tgtEl>
                                          <p:spTgt spid="5"/>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checkerboard(across)">
                                      <p:cBhvr>
                                        <p:cTn id="19" dur="500"/>
                                        <p:tgtEl>
                                          <p:spTgt spid="6"/>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heel(1)">
                                      <p:cBhvr>
                                        <p:cTn id="22" dur="2000"/>
                                        <p:tgtEl>
                                          <p:spTgt spid="9"/>
                                        </p:tgtEl>
                                      </p:cBhvr>
                                    </p:animEffect>
                                  </p:childTnLst>
                                </p:cTn>
                              </p:par>
                              <p:par>
                                <p:cTn id="23" presetID="21" presetClass="entr" presetSubtype="1"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heel(1)">
                                      <p:cBhvr>
                                        <p:cTn id="2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5" grpId="0"/>
      <p:bldP spid="6" grpId="0"/>
      <p:bldP spid="9" grpId="0" animBg="1"/>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F009CEC4-C05C-CF43-B7C5-0B9A58306F90}"/>
              </a:ext>
            </a:extLst>
          </p:cNvPr>
          <p:cNvSpPr/>
          <p:nvPr/>
        </p:nvSpPr>
        <p:spPr>
          <a:xfrm>
            <a:off x="0" y="0"/>
            <a:ext cx="12192000" cy="6858000"/>
          </a:xfrm>
          <a:prstGeom prst="rect">
            <a:avLst/>
          </a:prstGeom>
          <a:solidFill>
            <a:srgbClr val="E7E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20" name="矩形 19">
            <a:extLst>
              <a:ext uri="{FF2B5EF4-FFF2-40B4-BE49-F238E27FC236}">
                <a16:creationId xmlns:a16="http://schemas.microsoft.com/office/drawing/2014/main" id="{63EB13A4-B451-0D4B-84D4-794FA5170764}"/>
              </a:ext>
            </a:extLst>
          </p:cNvPr>
          <p:cNvSpPr/>
          <p:nvPr/>
        </p:nvSpPr>
        <p:spPr>
          <a:xfrm>
            <a:off x="0" y="992221"/>
            <a:ext cx="12192000" cy="51697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pic>
        <p:nvPicPr>
          <p:cNvPr id="14" name="图片 13">
            <a:extLst>
              <a:ext uri="{FF2B5EF4-FFF2-40B4-BE49-F238E27FC236}">
                <a16:creationId xmlns:a16="http://schemas.microsoft.com/office/drawing/2014/main" id="{7545494A-81B3-4741-81E6-B179066F5F1C}"/>
              </a:ext>
            </a:extLst>
          </p:cNvPr>
          <p:cNvPicPr>
            <a:picLocks noChangeAspect="1"/>
          </p:cNvPicPr>
          <p:nvPr/>
        </p:nvPicPr>
        <p:blipFill>
          <a:blip r:embed="Raa7baac5afca40cf" cstate="screen">
            <a:duotone>
              <a:schemeClr val="accent5">
                <a:shade val="45000"/>
                <a:satMod val="135000"/>
              </a:schemeClr>
              <a:prstClr val="white"/>
            </a:duotone>
            <a:alphaModFix amt="9000"/>
            <a:extLst>
              <a:ext uri="{28A0092B-C50C-407E-A947-70E740481C1C}">
                <a14:useLocalDpi xmlns:a14="http://schemas.microsoft.com/office/drawing/2010/main"/>
              </a:ext>
            </a:extLst>
          </a:blip>
          <a:stretch>
            <a:fillRect/>
          </a:stretch>
        </p:blipFill>
        <p:spPr>
          <a:xfrm rot="825356">
            <a:off x="506443" y="1872144"/>
            <a:ext cx="2843122" cy="2843122"/>
          </a:xfrm>
          <a:prstGeom prst="rect">
            <a:avLst/>
          </a:prstGeom>
          <a:effectLst/>
        </p:spPr>
      </p:pic>
      <p:sp>
        <p:nvSpPr>
          <p:cNvPr id="3" name="矩形 2">
            <a:extLst>
              <a:ext uri="{FF2B5EF4-FFF2-40B4-BE49-F238E27FC236}">
                <a16:creationId xmlns:a16="http://schemas.microsoft.com/office/drawing/2014/main" id="{54290FA0-77AF-EF40-BA71-2D8200E4A114}"/>
              </a:ext>
            </a:extLst>
          </p:cNvPr>
          <p:cNvSpPr/>
          <p:nvPr/>
        </p:nvSpPr>
        <p:spPr>
          <a:xfrm>
            <a:off x="580455" y="2364352"/>
            <a:ext cx="2692261" cy="1446550"/>
          </a:xfrm>
          <a:prstGeom prst="rect">
            <a:avLst/>
          </a:prstGeom>
        </p:spPr>
        <p:txBody>
          <a:bodyPr wrap="square">
            <a:spAutoFit/>
          </a:bodyPr>
          <a:lstStyle/>
          <a:p>
            <a:pPr algn="dist"/>
            <a:r>
              <a:rPr lang="zh-CN" altLang="en-US" sz="8800" b="1" dirty="0">
                <a:gradFill>
                  <a:gsLst>
                    <a:gs pos="100000">
                      <a:srgbClr val="FE9A09"/>
                    </a:gs>
                    <a:gs pos="0">
                      <a:srgbClr val="FCCB15"/>
                    </a:gs>
                  </a:gsLst>
                  <a:lin ang="16200000" scaled="0"/>
                </a:gradFill>
                <a:latin typeface="Arial"/>
                <a:ea typeface="微软雅黑"/>
                <a:cs typeface="Alibaba PuHuiTi" pitchFamily="18" charset="-122"/>
                <a:sym typeface="Arial"/>
              </a:rPr>
              <a:t>金融</a:t>
            </a:r>
            <a:endParaRPr lang="zh-CN" altLang="en-US" sz="8800" dirty="0">
              <a:gradFill>
                <a:gsLst>
                  <a:gs pos="100000">
                    <a:srgbClr val="A6AFD7"/>
                  </a:gs>
                  <a:gs pos="0">
                    <a:srgbClr val="B1C3F0"/>
                  </a:gs>
                </a:gsLst>
                <a:lin ang="16200000" scaled="0"/>
              </a:gradFill>
              <a:latin typeface="Arial"/>
              <a:ea typeface="微软雅黑"/>
              <a:cs typeface="Alibaba PuHuiTi Heavy" pitchFamily="18" charset="-122"/>
              <a:sym typeface="Arial"/>
            </a:endParaRPr>
          </a:p>
        </p:txBody>
      </p:sp>
      <p:sp>
        <p:nvSpPr>
          <p:cNvPr id="5" name="矩形 4">
            <a:extLst>
              <a:ext uri="{FF2B5EF4-FFF2-40B4-BE49-F238E27FC236}">
                <a16:creationId xmlns:a16="http://schemas.microsoft.com/office/drawing/2014/main" id="{CF42B547-C2A0-EA4F-9285-AE9B5A181F33}"/>
              </a:ext>
            </a:extLst>
          </p:cNvPr>
          <p:cNvSpPr/>
          <p:nvPr/>
        </p:nvSpPr>
        <p:spPr>
          <a:xfrm>
            <a:off x="651181" y="1722735"/>
            <a:ext cx="2621535" cy="769441"/>
          </a:xfrm>
          <a:prstGeom prst="rect">
            <a:avLst/>
          </a:prstGeom>
        </p:spPr>
        <p:txBody>
          <a:bodyPr wrap="square">
            <a:spAutoFit/>
          </a:bodyPr>
          <a:lstStyle/>
          <a:p>
            <a:pPr algn="dist"/>
            <a:r>
              <a:rPr lang="en" altLang="zh-CN" sz="4400" b="1" dirty="0">
                <a:solidFill>
                  <a:srgbClr val="A6AFD7">
                    <a:alpha val="12381"/>
                  </a:srgbClr>
                </a:solidFill>
                <a:latin typeface="Arial"/>
                <a:ea typeface="微软雅黑"/>
                <a:cs typeface="Alibaba PuHuiTi" pitchFamily="18" charset="-122"/>
                <a:sym typeface="Arial"/>
              </a:rPr>
              <a:t>Finance</a:t>
            </a:r>
            <a:endParaRPr lang="zh-CN" altLang="en-US" sz="4400" b="1" dirty="0">
              <a:solidFill>
                <a:srgbClr val="A6AFD7">
                  <a:alpha val="12381"/>
                </a:srgbClr>
              </a:solidFill>
              <a:latin typeface="Arial"/>
              <a:ea typeface="微软雅黑"/>
              <a:cs typeface="Alibaba PuHuiTi" pitchFamily="18" charset="-122"/>
              <a:sym typeface="Arial"/>
            </a:endParaRPr>
          </a:p>
        </p:txBody>
      </p:sp>
      <p:sp>
        <p:nvSpPr>
          <p:cNvPr id="17" name="矩形 16">
            <a:extLst>
              <a:ext uri="{FF2B5EF4-FFF2-40B4-BE49-F238E27FC236}">
                <a16:creationId xmlns:a16="http://schemas.microsoft.com/office/drawing/2014/main" id="{2F733055-99AC-634D-AD3D-487124715270}"/>
              </a:ext>
            </a:extLst>
          </p:cNvPr>
          <p:cNvSpPr/>
          <p:nvPr/>
        </p:nvSpPr>
        <p:spPr>
          <a:xfrm>
            <a:off x="3311227" y="2302797"/>
            <a:ext cx="2705259" cy="1569660"/>
          </a:xfrm>
          <a:prstGeom prst="rect">
            <a:avLst/>
          </a:prstGeom>
        </p:spPr>
        <p:txBody>
          <a:bodyPr wrap="square">
            <a:spAutoFit/>
          </a:bodyPr>
          <a:lstStyle/>
          <a:p>
            <a:pPr algn="ctr"/>
            <a:r>
              <a:rPr lang="en-US" altLang="zh-CN" sz="9600" b="1" dirty="0">
                <a:gradFill>
                  <a:gsLst>
                    <a:gs pos="100000">
                      <a:srgbClr val="A6AFD7"/>
                    </a:gs>
                    <a:gs pos="0">
                      <a:srgbClr val="B1C3F0"/>
                    </a:gs>
                  </a:gsLst>
                  <a:lin ang="16200000" scaled="0"/>
                </a:gradFill>
                <a:latin typeface="Arial"/>
                <a:ea typeface="微软雅黑"/>
                <a:cs typeface="Alibaba PuHuiTi Heavy" pitchFamily="18" charset="-122"/>
                <a:sym typeface="Arial"/>
              </a:rPr>
              <a:t>3</a:t>
            </a:r>
            <a:r>
              <a:rPr lang="zh-CN" altLang="en-US" sz="9600" b="1" dirty="0">
                <a:gradFill>
                  <a:gsLst>
                    <a:gs pos="100000">
                      <a:srgbClr val="A6AFD7"/>
                    </a:gs>
                    <a:gs pos="0">
                      <a:srgbClr val="B1C3F0"/>
                    </a:gs>
                  </a:gsLst>
                  <a:lin ang="16200000" scaled="0"/>
                </a:gradFill>
                <a:latin typeface="Arial"/>
                <a:ea typeface="微软雅黑"/>
                <a:cs typeface="Alibaba PuHuiTi Heavy" pitchFamily="18" charset="-122"/>
                <a:sym typeface="Arial"/>
              </a:rPr>
              <a:t> </a:t>
            </a:r>
            <a:r>
              <a:rPr lang="en-US" altLang="zh-CN" sz="9600" b="1" dirty="0">
                <a:gradFill>
                  <a:gsLst>
                    <a:gs pos="100000">
                      <a:srgbClr val="A6AFD7"/>
                    </a:gs>
                    <a:gs pos="0">
                      <a:srgbClr val="B1C3F0"/>
                    </a:gs>
                  </a:gsLst>
                  <a:lin ang="16200000" scaled="0"/>
                </a:gradFill>
                <a:latin typeface="Arial"/>
                <a:ea typeface="微软雅黑"/>
                <a:cs typeface="Alibaba PuHuiTi Heavy" pitchFamily="18" charset="-122"/>
                <a:sym typeface="Arial"/>
              </a:rPr>
              <a:t>15</a:t>
            </a:r>
            <a:endParaRPr lang="zh-CN" altLang="en-US" sz="9600" b="1" dirty="0">
              <a:gradFill>
                <a:gsLst>
                  <a:gs pos="100000">
                    <a:srgbClr val="A6AFD7"/>
                  </a:gs>
                  <a:gs pos="0">
                    <a:srgbClr val="B1C3F0"/>
                  </a:gs>
                </a:gsLst>
                <a:lin ang="16200000" scaled="0"/>
              </a:gradFill>
              <a:latin typeface="Arial"/>
              <a:ea typeface="微软雅黑"/>
              <a:cs typeface="Alibaba PuHuiTi Heavy" pitchFamily="18" charset="-122"/>
              <a:sym typeface="Arial"/>
            </a:endParaRPr>
          </a:p>
        </p:txBody>
      </p:sp>
      <p:sp>
        <p:nvSpPr>
          <p:cNvPr id="7" name="矩形 6">
            <a:extLst>
              <a:ext uri="{FF2B5EF4-FFF2-40B4-BE49-F238E27FC236}">
                <a16:creationId xmlns:a16="http://schemas.microsoft.com/office/drawing/2014/main" id="{82A88EBD-34ED-C042-9F46-7A07D9006A62}"/>
              </a:ext>
            </a:extLst>
          </p:cNvPr>
          <p:cNvSpPr/>
          <p:nvPr/>
        </p:nvSpPr>
        <p:spPr>
          <a:xfrm>
            <a:off x="732311" y="3769656"/>
            <a:ext cx="3839692" cy="387203"/>
          </a:xfrm>
          <a:prstGeom prst="rect">
            <a:avLst/>
          </a:prstGeom>
          <a:gradFill>
            <a:gsLst>
              <a:gs pos="100000">
                <a:srgbClr val="B1C3F0"/>
              </a:gs>
              <a:gs pos="0">
                <a:srgbClr val="A6AFD7"/>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15" name="椭圆 14">
            <a:extLst>
              <a:ext uri="{FF2B5EF4-FFF2-40B4-BE49-F238E27FC236}">
                <a16:creationId xmlns:a16="http://schemas.microsoft.com/office/drawing/2014/main" id="{CCBEB9DD-9A87-9B4F-9DB5-D1980920BFD5}"/>
              </a:ext>
            </a:extLst>
          </p:cNvPr>
          <p:cNvSpPr/>
          <p:nvPr/>
        </p:nvSpPr>
        <p:spPr>
          <a:xfrm flipH="1">
            <a:off x="330741" y="606088"/>
            <a:ext cx="239312" cy="239312"/>
          </a:xfrm>
          <a:prstGeom prst="ellipse">
            <a:avLst/>
          </a:prstGeom>
          <a:solidFill>
            <a:srgbClr val="FF5F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pic>
        <p:nvPicPr>
          <p:cNvPr id="18" name="图片 17">
            <a:extLst>
              <a:ext uri="{FF2B5EF4-FFF2-40B4-BE49-F238E27FC236}">
                <a16:creationId xmlns:a16="http://schemas.microsoft.com/office/drawing/2014/main" id="{209B19FE-5746-2840-A1AB-4134B5EB74AC}"/>
              </a:ext>
            </a:extLst>
          </p:cNvPr>
          <p:cNvPicPr>
            <a:picLocks noChangeAspect="1"/>
          </p:cNvPicPr>
          <p:nvPr/>
        </p:nvPicPr>
        <p:blipFill rotWithShape="1">
          <a:blip r:embed="R380850ab3cfa4460" cstate="screen">
            <a:extLst>
              <a:ext uri="{28A0092B-C50C-407E-A947-70E740481C1C}">
                <a14:useLocalDpi xmlns:a14="http://schemas.microsoft.com/office/drawing/2010/main"/>
              </a:ext>
            </a:extLst>
          </a:blip>
          <a:srcRect/>
          <a:stretch/>
        </p:blipFill>
        <p:spPr>
          <a:xfrm>
            <a:off x="5848" y="5301182"/>
            <a:ext cx="12186151" cy="1556818"/>
          </a:xfrm>
          <a:prstGeom prst="rect">
            <a:avLst/>
          </a:prstGeom>
        </p:spPr>
      </p:pic>
      <p:sp>
        <p:nvSpPr>
          <p:cNvPr id="22" name="椭圆 21">
            <a:extLst>
              <a:ext uri="{FF2B5EF4-FFF2-40B4-BE49-F238E27FC236}">
                <a16:creationId xmlns:a16="http://schemas.microsoft.com/office/drawing/2014/main" id="{60E04DF3-DFFF-3644-AEA8-89D1358FE729}"/>
              </a:ext>
            </a:extLst>
          </p:cNvPr>
          <p:cNvSpPr/>
          <p:nvPr/>
        </p:nvSpPr>
        <p:spPr>
          <a:xfrm flipH="1">
            <a:off x="758758" y="606088"/>
            <a:ext cx="239312" cy="239312"/>
          </a:xfrm>
          <a:prstGeom prst="ellipse">
            <a:avLst/>
          </a:prstGeom>
          <a:solidFill>
            <a:srgbClr val="FEB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23" name="椭圆 22">
            <a:extLst>
              <a:ext uri="{FF2B5EF4-FFF2-40B4-BE49-F238E27FC236}">
                <a16:creationId xmlns:a16="http://schemas.microsoft.com/office/drawing/2014/main" id="{77453F3D-2D75-4F4C-930D-16FCF7E54E8E}"/>
              </a:ext>
            </a:extLst>
          </p:cNvPr>
          <p:cNvSpPr/>
          <p:nvPr/>
        </p:nvSpPr>
        <p:spPr>
          <a:xfrm flipH="1">
            <a:off x="1206231" y="606088"/>
            <a:ext cx="239312" cy="239312"/>
          </a:xfrm>
          <a:prstGeom prst="ellipse">
            <a:avLst/>
          </a:prstGeom>
          <a:solidFill>
            <a:srgbClr val="28C8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pic>
        <p:nvPicPr>
          <p:cNvPr id="25" name="图片 24">
            <a:extLst>
              <a:ext uri="{FF2B5EF4-FFF2-40B4-BE49-F238E27FC236}">
                <a16:creationId xmlns:a16="http://schemas.microsoft.com/office/drawing/2014/main" id="{712F48EA-4A79-D946-939D-0B901EA04BC8}"/>
              </a:ext>
            </a:extLst>
          </p:cNvPr>
          <p:cNvPicPr>
            <a:picLocks noChangeAspect="1"/>
          </p:cNvPicPr>
          <p:nvPr/>
        </p:nvPicPr>
        <p:blipFill>
          <a:blip r:embed="R68eeb3c105f94f68" cstate="screen">
            <a:extLst>
              <a:ext uri="{28A0092B-C50C-407E-A947-70E740481C1C}">
                <a14:useLocalDpi xmlns:a14="http://schemas.microsoft.com/office/drawing/2010/main"/>
              </a:ext>
            </a:extLst>
          </a:blip>
          <a:stretch>
            <a:fillRect/>
          </a:stretch>
        </p:blipFill>
        <p:spPr>
          <a:xfrm>
            <a:off x="6051013" y="1819369"/>
            <a:ext cx="6042999" cy="4435106"/>
          </a:xfrm>
          <a:prstGeom prst="rect">
            <a:avLst/>
          </a:prstGeom>
        </p:spPr>
      </p:pic>
      <p:sp>
        <p:nvSpPr>
          <p:cNvPr id="4" name="文本框 3">
            <a:extLst>
              <a:ext uri="{FF2B5EF4-FFF2-40B4-BE49-F238E27FC236}">
                <a16:creationId xmlns:a16="http://schemas.microsoft.com/office/drawing/2014/main" id="{85E185D6-11A2-9141-9732-2EB1E570CB5F}"/>
              </a:ext>
            </a:extLst>
          </p:cNvPr>
          <p:cNvSpPr txBox="1"/>
          <p:nvPr/>
        </p:nvSpPr>
        <p:spPr>
          <a:xfrm>
            <a:off x="852893" y="3779935"/>
            <a:ext cx="3593604" cy="376924"/>
          </a:xfrm>
          <a:prstGeom prst="rect">
            <a:avLst/>
          </a:prstGeom>
          <a:noFill/>
        </p:spPr>
        <p:txBody>
          <a:bodyPr wrap="square" rtlCol="0">
            <a:spAutoFit/>
          </a:bodyPr>
          <a:lstStyle/>
          <a:p>
            <a:pPr algn="dist"/>
            <a:r>
              <a:rPr kumimoji="1" lang="en-US" altLang="zh-CN" dirty="0">
                <a:solidFill>
                  <a:schemeClr val="bg1"/>
                </a:solidFill>
                <a:latin typeface="Arial"/>
                <a:ea typeface="微软雅黑"/>
                <a:cs typeface="Alibaba PuHuiTi" pitchFamily="18" charset="-122"/>
                <a:sym typeface="Arial"/>
              </a:rPr>
              <a:t>3.15</a:t>
            </a:r>
            <a:r>
              <a:rPr kumimoji="1" lang="zh-CN" altLang="en-US" dirty="0">
                <a:solidFill>
                  <a:schemeClr val="bg1"/>
                </a:solidFill>
                <a:latin typeface="Arial"/>
                <a:ea typeface="微软雅黑"/>
                <a:cs typeface="Alibaba PuHuiTi" pitchFamily="18" charset="-122"/>
                <a:sym typeface="Arial"/>
              </a:rPr>
              <a:t>国际消费者权益日</a:t>
            </a:r>
          </a:p>
        </p:txBody>
      </p:sp>
      <p:sp>
        <p:nvSpPr>
          <p:cNvPr id="6" name="矩形 5">
            <a:extLst>
              <a:ext uri="{FF2B5EF4-FFF2-40B4-BE49-F238E27FC236}">
                <a16:creationId xmlns:a16="http://schemas.microsoft.com/office/drawing/2014/main" id="{7EB902FD-7117-4A49-B3DB-BAFD22F4D846}"/>
              </a:ext>
            </a:extLst>
          </p:cNvPr>
          <p:cNvSpPr/>
          <p:nvPr/>
        </p:nvSpPr>
        <p:spPr>
          <a:xfrm>
            <a:off x="729134" y="4229448"/>
            <a:ext cx="3477700" cy="613694"/>
          </a:xfrm>
          <a:prstGeom prst="rect">
            <a:avLst/>
          </a:prstGeom>
        </p:spPr>
        <p:txBody>
          <a:bodyPr wrap="square">
            <a:spAutoFit/>
          </a:bodyPr>
          <a:lstStyle/>
          <a:p>
            <a:pPr>
              <a:lnSpc>
                <a:spcPct val="150000"/>
              </a:lnSpc>
            </a:pPr>
            <a:r>
              <a:rPr lang="en" altLang="zh-CN" sz="1200" dirty="0">
                <a:solidFill>
                  <a:srgbClr val="A6AFD7"/>
                </a:solidFill>
                <a:latin typeface="Arial"/>
                <a:ea typeface="微软雅黑"/>
                <a:cs typeface="Alibaba PuHuiTi Light" pitchFamily="18" charset="-122"/>
                <a:sym typeface="Arial"/>
              </a:rPr>
              <a:t>3.15 International Consumer Rights Day International Consumer Rights Day</a:t>
            </a:r>
            <a:endParaRPr lang="zh-CN" altLang="en-US" sz="1200" dirty="0">
              <a:solidFill>
                <a:srgbClr val="A6AFD7"/>
              </a:solidFill>
              <a:latin typeface="Arial"/>
              <a:ea typeface="微软雅黑"/>
              <a:cs typeface="Alibaba PuHuiTi Light" pitchFamily="18" charset="-122"/>
              <a:sym typeface="Arial"/>
            </a:endParaRPr>
          </a:p>
        </p:txBody>
      </p:sp>
      <p:sp>
        <p:nvSpPr>
          <p:cNvPr id="8" name="矩形 7">
            <a:extLst>
              <a:ext uri="{FF2B5EF4-FFF2-40B4-BE49-F238E27FC236}">
                <a16:creationId xmlns:a16="http://schemas.microsoft.com/office/drawing/2014/main" id="{E1A1C95B-FE00-9745-B7C0-FD375105AC09}"/>
              </a:ext>
            </a:extLst>
          </p:cNvPr>
          <p:cNvSpPr/>
          <p:nvPr/>
        </p:nvSpPr>
        <p:spPr>
          <a:xfrm>
            <a:off x="729134" y="5103361"/>
            <a:ext cx="686785" cy="45719"/>
          </a:xfrm>
          <a:prstGeom prst="rect">
            <a:avLst/>
          </a:prstGeom>
          <a:gradFill>
            <a:gsLst>
              <a:gs pos="100000">
                <a:srgbClr val="A6AFD7"/>
              </a:gs>
              <a:gs pos="0">
                <a:srgbClr val="B1C3F0"/>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a:ea typeface="微软雅黑"/>
              <a:sym typeface="Arial"/>
            </a:endParaRPr>
          </a:p>
        </p:txBody>
      </p:sp>
      <p:sp>
        <p:nvSpPr>
          <p:cNvPr id="2" name="文本框 1">
            <a:extLst>
              <a:ext uri="{FF2B5EF4-FFF2-40B4-BE49-F238E27FC236}">
                <a16:creationId xmlns:a16="http://schemas.microsoft.com/office/drawing/2014/main" id="{795E0BB4-AEBC-7D4C-ABCC-78EF580B26C5}"/>
              </a:ext>
            </a:extLst>
          </p:cNvPr>
          <p:cNvSpPr txBox="1"/>
          <p:nvPr/>
        </p:nvSpPr>
        <p:spPr>
          <a:xfrm>
            <a:off x="4087752" y="2490151"/>
            <a:ext cx="492443" cy="1200329"/>
          </a:xfrm>
          <a:prstGeom prst="rect">
            <a:avLst/>
          </a:prstGeom>
          <a:noFill/>
        </p:spPr>
        <p:txBody>
          <a:bodyPr wrap="none" rtlCol="0">
            <a:spAutoFit/>
          </a:bodyPr>
          <a:lstStyle/>
          <a:p>
            <a:pPr algn="ctr"/>
            <a:r>
              <a:rPr kumimoji="1" lang="en-US" altLang="zh-CN" sz="7200" b="1" dirty="0">
                <a:gradFill>
                  <a:gsLst>
                    <a:gs pos="100000">
                      <a:srgbClr val="A6AFD7"/>
                    </a:gs>
                    <a:gs pos="0">
                      <a:srgbClr val="B1C3F0"/>
                    </a:gs>
                  </a:gsLst>
                  <a:lin ang="16200000" scaled="0"/>
                </a:gradFill>
                <a:latin typeface="Arial"/>
                <a:ea typeface="微软雅黑"/>
                <a:cs typeface="Alibaba PuHuiTi" pitchFamily="18" charset="-122"/>
                <a:sym typeface="Arial"/>
              </a:rPr>
              <a:t>·</a:t>
            </a:r>
            <a:endParaRPr kumimoji="1" lang="zh-CN" altLang="en-US" sz="7200" b="1" dirty="0">
              <a:gradFill>
                <a:gsLst>
                  <a:gs pos="100000">
                    <a:srgbClr val="A6AFD7"/>
                  </a:gs>
                  <a:gs pos="0">
                    <a:srgbClr val="B1C3F0"/>
                  </a:gs>
                </a:gsLst>
                <a:lin ang="16200000" scaled="0"/>
              </a:gradFill>
              <a:latin typeface="Arial"/>
              <a:ea typeface="微软雅黑"/>
              <a:cs typeface="Alibaba PuHuiTi" pitchFamily="18" charset="-122"/>
              <a:sym typeface="Arial"/>
            </a:endParaRPr>
          </a:p>
        </p:txBody>
      </p:sp>
    </p:spTree>
    <p:extLst>
      <p:ext uri="{BB962C8B-B14F-4D97-AF65-F5344CB8AC3E}">
        <p14:creationId xmlns:p14="http://schemas.microsoft.com/office/powerpoint/2010/main" val="3210442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heel(1)">
                                      <p:cBhvr>
                                        <p:cTn id="7" dur="2000"/>
                                        <p:tgtEl>
                                          <p:spTgt spid="20"/>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heel(1)">
                                      <p:cBhvr>
                                        <p:cTn id="10" dur="2000"/>
                                        <p:tgtEl>
                                          <p:spTgt spid="7"/>
                                        </p:tgtEl>
                                      </p:cBhvr>
                                    </p:animEffect>
                                  </p:childTnLst>
                                </p:cTn>
                              </p:par>
                              <p:par>
                                <p:cTn id="11" presetID="21" presetClass="entr" presetSubtype="1"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heel(1)">
                                      <p:cBhvr>
                                        <p:cTn id="13" dur="2000"/>
                                        <p:tgtEl>
                                          <p:spTgt spid="14"/>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heel(1)">
                                      <p:cBhvr>
                                        <p:cTn id="16" dur="2000"/>
                                        <p:tgtEl>
                                          <p:spTgt spid="15"/>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wheel(1)">
                                      <p:cBhvr>
                                        <p:cTn id="19" dur="2000"/>
                                        <p:tgtEl>
                                          <p:spTgt spid="22"/>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heel(1)">
                                      <p:cBhvr>
                                        <p:cTn id="22" dur="2000"/>
                                        <p:tgtEl>
                                          <p:spTgt spid="23"/>
                                        </p:tgtEl>
                                      </p:cBhvr>
                                    </p:animEffect>
                                  </p:childTnLst>
                                </p:cTn>
                              </p:par>
                              <p:par>
                                <p:cTn id="23" presetID="21" presetClass="entr" presetSubtype="1"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wheel(1)">
                                      <p:cBhvr>
                                        <p:cTn id="25" dur="2000"/>
                                        <p:tgtEl>
                                          <p:spTgt spid="25"/>
                                        </p:tgtEl>
                                      </p:cBhvr>
                                    </p:animEffect>
                                  </p:childTnLst>
                                </p:cTn>
                              </p:par>
                              <p:par>
                                <p:cTn id="26" presetID="21" presetClass="entr" presetSubtype="1" fill="hold" grpId="0"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heel(1)">
                                      <p:cBhvr>
                                        <p:cTn id="28" dur="2000"/>
                                        <p:tgtEl>
                                          <p:spTgt spid="3"/>
                                        </p:tgtEl>
                                      </p:cBhvr>
                                    </p:animEffect>
                                  </p:childTnLst>
                                </p:cTn>
                              </p:par>
                              <p:par>
                                <p:cTn id="29" presetID="21" presetClass="entr" presetSubtype="1"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heel(1)">
                                      <p:cBhvr>
                                        <p:cTn id="31" dur="2000"/>
                                        <p:tgtEl>
                                          <p:spTgt spid="4"/>
                                        </p:tgtEl>
                                      </p:cBhvr>
                                    </p:animEffect>
                                  </p:childTnLst>
                                </p:cTn>
                              </p:par>
                              <p:par>
                                <p:cTn id="32" presetID="21" presetClass="entr" presetSubtype="1" fill="hold" grpId="0"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heel(1)">
                                      <p:cBhvr>
                                        <p:cTn id="34" dur="2000"/>
                                        <p:tgtEl>
                                          <p:spTgt spid="5"/>
                                        </p:tgtEl>
                                      </p:cBhvr>
                                    </p:animEffect>
                                  </p:childTnLst>
                                </p:cTn>
                              </p:par>
                              <p:par>
                                <p:cTn id="35" presetID="21" presetClass="entr" presetSubtype="1" fill="hold" grpId="0"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heel(1)">
                                      <p:cBhvr>
                                        <p:cTn id="37" dur="2000"/>
                                        <p:tgtEl>
                                          <p:spTgt spid="6"/>
                                        </p:tgtEl>
                                      </p:cBhvr>
                                    </p:animEffect>
                                  </p:childTnLst>
                                </p:cTn>
                              </p:par>
                              <p:par>
                                <p:cTn id="38" presetID="21" presetClass="entr" presetSubtype="1" fill="hold" grpId="0"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heel(1)">
                                      <p:cBhvr>
                                        <p:cTn id="40" dur="2000"/>
                                        <p:tgtEl>
                                          <p:spTgt spid="8"/>
                                        </p:tgtEl>
                                      </p:cBhvr>
                                    </p:animEffect>
                                  </p:childTnLst>
                                </p:cTn>
                              </p:par>
                              <p:par>
                                <p:cTn id="41" presetID="21" presetClass="entr" presetSubtype="1"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heel(1)">
                                      <p:cBhvr>
                                        <p:cTn id="43"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3" grpId="0"/>
      <p:bldP spid="5" grpId="0"/>
      <p:bldP spid="17" grpId="0"/>
      <p:bldP spid="7" grpId="0" animBg="1"/>
      <p:bldP spid="15" grpId="0" animBg="1"/>
      <p:bldP spid="22" grpId="0" animBg="1"/>
      <p:bldP spid="23" grpId="0" animBg="1"/>
      <p:bldP spid="4" grpId="0"/>
      <p:bldP spid="6" grpId="0"/>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6" name="图片 5">
            <a:extLst>
              <a:ext uri="{FF2B5EF4-FFF2-40B4-BE49-F238E27FC236}">
                <a16:creationId xmlns:a16="http://schemas.microsoft.com/office/drawing/2014/main" id="{3FCE0580-9D1B-EF74-B2D6-3ABC2A2CB185}"/>
              </a:ext>
            </a:extLst>
          </p:cNvPr>
          <p:cNvPicPr>
            <a:picLocks noChangeAspect="1"/>
          </p:cNvPicPr>
          <p:nvPr/>
        </p:nvPicPr>
        <p:blipFill>
          <a:blip r:embed="R590a002d1ce84cd5">
            <a:extLst>
              <a:ext uri="{28A0092B-C50C-407E-A947-70E740481C1C}">
                <a14:useLocalDpi xmlns:a14="http://schemas.microsoft.com/office/drawing/2010/main" val="0"/>
              </a:ext>
            </a:extLst>
          </a:blip>
          <a:srcRect/>
          <a:stretch/>
        </p:blipFill>
        <p:spPr>
          <a:xfrm>
            <a:off x="556078" y="373516"/>
            <a:ext cx="10863943" cy="6110967"/>
          </a:xfrm>
          <a:prstGeom prst="rect">
            <a:avLst/>
          </a:prstGeom>
        </p:spPr>
      </p:pic>
      <mc:AlternateContent xmlns:mc="http://schemas.openxmlformats.org/markup-compatibility/2006">
        <mc:Choice xmlns:p14="http://schemas.microsoft.com/office/powerpoint/2010/main" Requires="p14">
          <p:contentPart p14:bwMode="auto" r:id="Ra9bdb6ca51754872">
            <p14:nvContentPartPr>
              <p14:cNvPr id="16" name="墨迹 15"/>
              <p14:cNvContentPartPr/>
              <p14:nvPr/>
            </p14:nvContentPartPr>
            <p14:xfrm>
              <a:off x="2093051" y="-286110"/>
              <a:ext cx="360" cy="360"/>
            </p14:xfrm>
          </p:contentPart>
        </mc:Choice>
        <mc:Fallback>
          <p:pic>
            <p:nvPicPr>
              <p:cNvPr id="16" name="墨迹 15"/>
              <p:cNvPicPr/>
              <p:nvPr/>
            </p:nvPicPr>
            <p:blipFill>
              <a:blip r:embed="Rdf4ff2baf08e4fcc"/>
              <a:stretch>
                <a:fillRect/>
              </a:stretch>
            </p:blipFill>
            <p:spPr>
              <a:xfrm>
                <a:off x="2057051" y="-32211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47e98972fbf04304">
            <p14:nvContentPartPr>
              <p14:cNvPr id="17" name="墨迹 16"/>
              <p14:cNvContentPartPr/>
              <p14:nvPr/>
            </p14:nvContentPartPr>
            <p14:xfrm>
              <a:off x="822971" y="-489150"/>
              <a:ext cx="360" cy="360"/>
            </p14:xfrm>
          </p:contentPart>
        </mc:Choice>
        <mc:Fallback>
          <p:pic>
            <p:nvPicPr>
              <p:cNvPr id="17" name="墨迹 16"/>
              <p:cNvPicPr/>
              <p:nvPr/>
            </p:nvPicPr>
            <p:blipFill>
              <a:blip r:embed="Rdf4ff2baf08e4fcc"/>
              <a:stretch>
                <a:fillRect/>
              </a:stretch>
            </p:blipFill>
            <p:spPr>
              <a:xfrm>
                <a:off x="786971" y="-525150"/>
                <a:ext cx="72000" cy="72000"/>
              </a:xfrm>
              <a:prstGeom prst="rect">
                <a:avLst/>
              </a:prstGeom>
            </p:spPr>
          </p:pic>
        </mc:Fallback>
      </mc:AlternateContent>
      <p:sp>
        <p:nvSpPr>
          <p:cNvPr id="5" name="文本框 4"/>
          <p:cNvSpPr txBox="1"/>
          <p:nvPr/>
        </p:nvSpPr>
        <p:spPr>
          <a:xfrm>
            <a:off x="995631" y="5853325"/>
            <a:ext cx="5218430" cy="353196"/>
          </a:xfrm>
          <a:prstGeom prst="roundRect">
            <a:avLst/>
          </a:prstGeom>
          <a:solidFill>
            <a:schemeClr val="bg1"/>
          </a:solidFill>
        </p:spPr>
        <p:txBody>
          <a:bodyPr wrap="square">
            <a:noAutofit/>
          </a:bodyPr>
          <a:lstStyle/>
          <a:p>
            <a:r>
              <a:rPr lang="en-US" altLang="zh-CN">
                <a:solidFill>
                  <a:schemeClr val="bg1"/>
                </a:solidFill>
                <a:hlinkClick r:id="R27100e644daa4f63bbf61f098958c470"/>
              </a:rPr>
              <a:t>https://www.pptsupermarket.com/customizes</a:t>
            </a:r>
            <a:endParaRPr lang="en-US" altLang="zh-CN">
              <a:solidFill>
                <a:schemeClr val="bg1"/>
              </a:solidFill>
            </a:endParaRPr>
          </a:p>
        </p:txBody>
      </p:sp>
      <p:pic>
        <p:nvPicPr>
          <p:cNvPr id="3" name="图片 2">
            <a:extLst>
              <a:ext uri="{FF2B5EF4-FFF2-40B4-BE49-F238E27FC236}">
                <a16:creationId xmlns:a16="http://schemas.microsoft.com/office/drawing/2014/main" id="{0C505DC9-B288-9E36-2E1C-FAB4AFFB11D1}"/>
              </a:ext>
            </a:extLst>
          </p:cNvPr>
          <p:cNvPicPr>
            <a:picLocks noChangeAspect="1"/>
          </p:cNvPicPr>
          <p:nvPr/>
        </p:nvPicPr>
        <p:blipFill>
          <a:blip r:embed="Rf3ce29a038b94ea5" cstate="print">
            <a:extLst>
              <a:ext uri="{28A0092B-C50C-407E-A947-70E740481C1C}">
                <a14:useLocalDpi xmlns:a14="http://schemas.microsoft.com/office/drawing/2010/main" val="0"/>
              </a:ext>
            </a:extLst>
          </a:blip>
          <a:stretch>
            <a:fillRect/>
          </a:stretch>
        </p:blipFill>
        <p:spPr>
          <a:xfrm>
            <a:off x="7861028" y="1584183"/>
            <a:ext cx="2669342" cy="2757368"/>
          </a:xfrm>
          <a:prstGeom prst="rect">
            <a:avLst/>
          </a:prstGeom>
        </p:spPr>
      </p:pic>
      <p:sp>
        <p:nvSpPr>
          <p:cNvPr id="2" name="文本框 1">
            <a:extLst>
              <a:ext uri="{FF2B5EF4-FFF2-40B4-BE49-F238E27FC236}">
                <a16:creationId xmlns:a16="http://schemas.microsoft.com/office/drawing/2014/main" id="{DB6278BE-3286-7688-C839-03607785B618}"/>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464B4C1-1D1A-E7BF-FF1D-C8DA501C10E2}"/>
              </a:ext>
            </a:extLst>
          </p:cNvPr>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p:cNvPicPr>
            <a:picLocks noChangeAspect="1"/>
          </p:cNvPicPr>
          <p:nvPr/>
        </p:nvPicPr>
        <p:blipFill>
          <a:blip r:embed="R7fd39a0dded14244" cstate="screen">
            <a:extLst>
              <a:ext uri="{28A0092B-C50C-407E-A947-70E740481C1C}">
                <a14:useLocalDpi xmlns:a14="http://schemas.microsoft.com/office/drawing/2010/main"/>
              </a:ext>
            </a:extLst>
          </a:blip>
          <a:stretch>
            <a:fillRect/>
          </a:stretch>
        </p:blipFill>
        <p:spPr>
          <a:xfrm>
            <a:off x="4952144" y="1028495"/>
            <a:ext cx="6814466" cy="4801010"/>
          </a:xfrm>
          <a:prstGeom prst="rect">
            <a:avLst/>
          </a:prstGeom>
          <a:ln>
            <a:noFill/>
          </a:ln>
          <a:effectLst>
            <a:outerShdw blurRad="190500" algn="tl" rotWithShape="0">
              <a:srgbClr val="000000">
                <a:alpha val="70000"/>
              </a:srgbClr>
            </a:outerShdw>
          </a:effectLst>
        </p:spPr>
      </p:pic>
      <p:pic>
        <p:nvPicPr>
          <p:cNvPr id="10" name="图片 9"/>
          <p:cNvPicPr>
            <a:picLocks noChangeAspect="1"/>
          </p:cNvPicPr>
          <p:nvPr/>
        </p:nvPicPr>
        <p:blipFill>
          <a:blip r:embed="R557f1cfadae94a74" cstate="print">
            <a:extLst>
              <a:ext uri="{28A0092B-C50C-407E-A947-70E740481C1C}">
                <a14:useLocalDpi xmlns:a14="http://schemas.microsoft.com/office/drawing/2010/main" val="0"/>
              </a:ext>
            </a:extLst>
          </a:blip>
          <a:stretch>
            <a:fillRect/>
          </a:stretch>
        </p:blipFill>
        <p:spPr>
          <a:xfrm>
            <a:off x="699842" y="3904439"/>
            <a:ext cx="1690961" cy="1690961"/>
          </a:xfrm>
          <a:prstGeom prst="rect">
            <a:avLst/>
          </a:prstGeom>
        </p:spPr>
      </p:pic>
      <p:sp>
        <p:nvSpPr>
          <p:cNvPr id="13" name="文本框 12"/>
          <p:cNvSpPr txBox="1"/>
          <p:nvPr/>
        </p:nvSpPr>
        <p:spPr>
          <a:xfrm>
            <a:off x="587177" y="1095947"/>
            <a:ext cx="4154347" cy="2123658"/>
          </a:xfrm>
          <a:prstGeom prst="rect">
            <a:avLst/>
          </a:prstGeom>
          <a:noFill/>
        </p:spPr>
        <p:txBody>
          <a:bodyPr wrap="square">
            <a:spAutoFit/>
          </a:bodyPr>
          <a:lstStyle/>
          <a:p>
            <a:r>
              <a:rPr lang="en-US" altLang="zh-CN" sz="4400" b="1" i="0">
                <a:solidFill>
                  <a:schemeClr val="bg1"/>
                </a:solidFill>
                <a:effectLst/>
                <a:latin typeface="MiSans Medium" panose="00000600000000000000" pitchFamily="2" charset="-122"/>
                <a:ea typeface="MiSans Medium" panose="00000600000000000000" pitchFamily="2" charset="-122"/>
              </a:rPr>
              <a:t>PPT</a:t>
            </a:r>
            <a:r>
              <a:rPr lang="zh-CN" altLang="en-US" sz="4400" b="1" i="0">
                <a:solidFill>
                  <a:schemeClr val="bg1"/>
                </a:solidFill>
                <a:effectLst/>
                <a:latin typeface="MiSans Medium" panose="00000600000000000000" pitchFamily="2" charset="-122"/>
                <a:ea typeface="MiSans Medium" panose="00000600000000000000" pitchFamily="2" charset="-122"/>
              </a:rPr>
              <a:t>超级市场</a:t>
            </a:r>
            <a:r>
              <a:rPr lang="en-US" altLang="zh-CN" sz="4400" b="1" i="0">
                <a:solidFill>
                  <a:schemeClr val="bg1"/>
                </a:solidFill>
                <a:effectLst/>
                <a:latin typeface="MiSans Medium" panose="00000600000000000000" pitchFamily="2" charset="-122"/>
                <a:ea typeface="MiSans Medium" panose="00000600000000000000" pitchFamily="2" charset="-122"/>
              </a:rPr>
              <a:t>AI</a:t>
            </a:r>
          </a:p>
          <a:p>
            <a:r>
              <a:rPr lang="en-US" altLang="zh-CN" sz="4400" b="1" i="0">
                <a:solidFill>
                  <a:schemeClr val="bg1"/>
                </a:solidFill>
                <a:effectLst/>
                <a:latin typeface="MiSans Medium" panose="00000600000000000000" pitchFamily="2" charset="-122"/>
                <a:ea typeface="MiSans Medium" panose="00000600000000000000" pitchFamily="2" charset="-122"/>
              </a:rPr>
              <a:t>1</a:t>
            </a:r>
            <a:r>
              <a:rPr lang="zh-CN" altLang="en-US" sz="4400" b="1" i="0">
                <a:solidFill>
                  <a:schemeClr val="bg1"/>
                </a:solidFill>
                <a:effectLst/>
                <a:latin typeface="MiSans Medium" panose="00000600000000000000" pitchFamily="2" charset="-122"/>
                <a:ea typeface="MiSans Medium" panose="00000600000000000000" pitchFamily="2" charset="-122"/>
              </a:rPr>
              <a:t>分钟</a:t>
            </a:r>
            <a:r>
              <a:rPr lang="zh-CN" altLang="en-US" sz="4400" b="1">
                <a:solidFill>
                  <a:schemeClr val="bg1"/>
                </a:solidFill>
                <a:latin typeface="MiSans Medium" panose="00000600000000000000" pitchFamily="2" charset="-122"/>
                <a:ea typeface="MiSans Medium" panose="00000600000000000000" pitchFamily="2" charset="-122"/>
              </a:rPr>
              <a:t>免费</a:t>
            </a:r>
            <a:endParaRPr lang="en-US" altLang="zh-CN" sz="4400" b="1" i="0">
              <a:solidFill>
                <a:schemeClr val="bg1"/>
              </a:solidFill>
              <a:effectLst/>
              <a:latin typeface="MiSans Medium" panose="00000600000000000000" pitchFamily="2" charset="-122"/>
              <a:ea typeface="MiSans Medium" panose="00000600000000000000" pitchFamily="2" charset="-122"/>
            </a:endParaRPr>
          </a:p>
          <a:p>
            <a:r>
              <a:rPr lang="en-US" altLang="zh-CN" sz="4400" b="1" i="0">
                <a:solidFill>
                  <a:schemeClr val="bg1"/>
                </a:solidFill>
                <a:effectLst/>
                <a:latin typeface="MiSans Medium" panose="00000600000000000000" pitchFamily="2" charset="-122"/>
                <a:ea typeface="MiSans Medium" panose="00000600000000000000" pitchFamily="2" charset="-122"/>
              </a:rPr>
              <a:t>AI</a:t>
            </a:r>
            <a:r>
              <a:rPr lang="zh-CN" altLang="en-US" sz="4400" b="1" i="0">
                <a:solidFill>
                  <a:schemeClr val="bg1"/>
                </a:solidFill>
                <a:effectLst/>
                <a:latin typeface="MiSans Medium" panose="00000600000000000000" pitchFamily="2" charset="-122"/>
                <a:ea typeface="MiSans Medium" panose="00000600000000000000" pitchFamily="2" charset="-122"/>
              </a:rPr>
              <a:t>生成精美</a:t>
            </a:r>
            <a:r>
              <a:rPr lang="en-US" altLang="zh-CN" sz="4400" b="1" i="0">
                <a:solidFill>
                  <a:schemeClr val="bg1"/>
                </a:solidFill>
                <a:effectLst/>
                <a:latin typeface="MiSans Medium" panose="00000600000000000000" pitchFamily="2" charset="-122"/>
                <a:ea typeface="MiSans Medium" panose="00000600000000000000" pitchFamily="2" charset="-122"/>
              </a:rPr>
              <a:t>PPT</a:t>
            </a:r>
          </a:p>
        </p:txBody>
      </p:sp>
      <mc:AlternateContent xmlns:mc="http://schemas.openxmlformats.org/markup-compatibility/2006" xmlns:p14="http://schemas.microsoft.com/office/powerpoint/2010/main">
        <mc:Choice Requires="p14">
          <p:contentPart p14:bwMode="auto" r:id="R5f6b22b09a0c428a">
            <p14:nvContentPartPr>
              <p14:cNvPr id="15" name="墨迹 14"/>
              <p14:cNvContentPartPr/>
              <p14:nvPr/>
            </p14:nvContentPartPr>
            <p14:xfrm>
              <a:off x="5357445" y="1361610"/>
              <a:ext cx="1892160" cy="360"/>
            </p14:xfrm>
          </p:contentPart>
        </mc:Choice>
        <mc:Fallback xmlns="">
          <p:pic>
            <p:nvPicPr>
              <p:cNvPr id="15" name="墨迹 14"/>
            </p:nvPicPr>
            <p:blipFill>
              <a:blip r:embed="Re57b12875cb04717"/>
            </p:blipFill>
            <p:spPr>
              <a:xfrm>
                <a:off x="5357445" y="1361610"/>
                <a:ext cx="1892160" cy="360"/>
              </a:xfrm>
              <a:prstGeom prst="rect"/>
            </p:spPr>
          </p:pic>
        </mc:Fallback>
      </mc:AlternateContent>
      <mc:AlternateContent xmlns:mc="http://schemas.openxmlformats.org/markup-compatibility/2006">
        <mc:Choice xmlns:p14="http://schemas.microsoft.com/office/powerpoint/2010/main" Requires="p14">
          <p:contentPart p14:bwMode="auto" r:id="Rf1f5ce6797c64be4">
            <p14:nvContentPartPr>
              <p14:cNvPr id="16" name="墨迹 15"/>
              <p14:cNvContentPartPr/>
              <p14:nvPr/>
            </p14:nvContentPartPr>
            <p14:xfrm>
              <a:off x="1974990" y="-204574"/>
              <a:ext cx="360" cy="360"/>
            </p14:xfrm>
          </p:contentPart>
        </mc:Choice>
        <mc:Fallback>
          <p:pic>
            <p:nvPicPr>
              <p:cNvPr id="16" name="墨迹 15"/>
              <p:cNvPicPr/>
              <p:nvPr/>
            </p:nvPicPr>
            <p:blipFill>
              <a:blip r:embed="R4a66aa7944664981"/>
              <a:stretch>
                <a:fillRect/>
              </a:stretch>
            </p:blipFill>
            <p:spPr>
              <a:xfrm>
                <a:off x="1938990" y="-2405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df4955d28b3b423d">
            <p14:nvContentPartPr>
              <p14:cNvPr id="17" name="墨迹 16"/>
              <p14:cNvContentPartPr/>
              <p14:nvPr/>
            </p14:nvContentPartPr>
            <p14:xfrm>
              <a:off x="704910" y="-489150"/>
              <a:ext cx="360" cy="360"/>
            </p14:xfrm>
          </p:contentPart>
        </mc:Choice>
        <mc:Fallback xmlns="">
          <p:pic>
            <p:nvPicPr>
              <p:cNvPr id="17" name="墨迹 16"/>
            </p:nvPicPr>
            <p:blipFill>
              <a:blip r:embed="Rb5748e8b079d42ad"/>
            </p:blipFill>
            <p:spPr>
              <a:xfrm>
                <a:off x="704910" y="-489150"/>
                <a:ext cx="360" cy="360"/>
              </a:xfrm>
              <a:prstGeom prst="rect"/>
            </p:spPr>
          </p:pic>
        </mc:Fallback>
      </mc:AlternateContent>
      <p:pic>
        <p:nvPicPr>
          <p:cNvPr id="19" name="图片 18"/>
          <p:cNvPicPr>
            <a:picLocks noChangeAspect="1"/>
          </p:cNvPicPr>
          <p:nvPr/>
        </p:nvPicPr>
        <p:blipFill>
          <a:blip r:embed="Rb1db7005c0ce44e1">
            <a:extLst>
              <a:ext uri="{28A0092B-C50C-407E-A947-70E740481C1C}">
                <a14:useLocalDpi xmlns:a14="http://schemas.microsoft.com/office/drawing/2010/main" val="0"/>
              </a:ext>
            </a:extLst>
          </a:blip>
          <a:stretch>
            <a:fillRect/>
          </a:stretch>
        </p:blipFill>
        <p:spPr>
          <a:xfrm>
            <a:off x="693632" y="3902536"/>
            <a:ext cx="1690960" cy="1690960"/>
          </a:xfrm>
          <a:prstGeom prst="rect">
            <a:avLst/>
          </a:prstGeom>
        </p:spPr>
      </p:pic>
      <p:pic>
        <p:nvPicPr>
          <p:cNvPr id="21" name="图片 20"/>
          <p:cNvPicPr>
            <a:picLocks noChangeAspect="1"/>
          </p:cNvPicPr>
          <p:nvPr/>
        </p:nvPicPr>
        <p:blipFill>
          <a:blip r:embed="Ra628b1b4bcfb42f9" cstate="print">
            <a:extLst>
              <a:ext uri="{28A0092B-C50C-407E-A947-70E740481C1C}">
                <a14:useLocalDpi xmlns:a14="http://schemas.microsoft.com/office/drawing/2010/main" val="0"/>
              </a:ext>
            </a:extLst>
          </a:blip>
          <a:stretch>
            <a:fillRect/>
          </a:stretch>
        </p:blipFill>
        <p:spPr>
          <a:xfrm>
            <a:off x="2597770" y="3902536"/>
            <a:ext cx="1690960" cy="1690960"/>
          </a:xfrm>
          <a:prstGeom prst="rect">
            <a:avLst/>
          </a:prstGeom>
        </p:spPr>
      </p:pic>
      <p:sp>
        <p:nvSpPr>
          <p:cNvPr id="23" name="文本框 22"/>
          <p:cNvSpPr txBox="1"/>
          <p:nvPr/>
        </p:nvSpPr>
        <p:spPr>
          <a:xfrm>
            <a:off x="693632" y="3288809"/>
            <a:ext cx="3648020" cy="369332"/>
          </a:xfrm>
          <a:prstGeom prst="rect">
            <a:avLst/>
          </a:prstGeom>
          <a:solidFill>
            <a:schemeClr val="bg1"/>
          </a:solidFill>
        </p:spPr>
        <p:txBody>
          <a:bodyPr wrap="square">
            <a:spAutoFit/>
          </a:bodyPr>
          <a:lstStyle/>
          <a:p>
            <a:r>
              <a:rPr lang="en-US" altLang="zh-CN">
                <a:solidFill>
                  <a:schemeClr val="bg1"/>
                </a:solidFill>
                <a:hlinkClick r:id="R88e2704c6f5c483fb79df54bdbd616d6"/>
              </a:rPr>
              <a:t>https://www.pptsupermarket.com</a:t>
            </a:r>
            <a:endParaRPr lang="zh-CN" altLang="en-US">
              <a:solidFill>
                <a:schemeClr val="bg1"/>
              </a:solidFill>
            </a:endParaRPr>
          </a:p>
        </p:txBody>
      </p:sp>
      <p:sp>
        <p:nvSpPr>
          <p:cNvPr id="3" name="文本框 2">
            <a:extLst>
              <a:ext uri="{FF2B5EF4-FFF2-40B4-BE49-F238E27FC236}">
                <a16:creationId xmlns:a16="http://schemas.microsoft.com/office/drawing/2014/main" id="{20A45F51-90AD-52ED-9B4B-9163368ABC90}"/>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rgbClr val="EA6C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1601ff3a80f4453b" cstate="print">
            <a:extLst>
              <a:ext uri="{28A0092B-C50C-407E-A947-70E740481C1C}">
                <a14:useLocalDpi xmlns:a14="http://schemas.microsoft.com/office/drawing/2010/main" val="0"/>
              </a:ext>
            </a:extLst>
          </a:blip>
          <a:stretch>
            <a:fillRect/>
          </a:stretch>
        </p:blipFill>
        <p:spPr>
          <a:xfrm>
            <a:off x="2820996" y="2078418"/>
            <a:ext cx="2674457" cy="2674457"/>
          </a:xfrm>
          <a:prstGeom prst="rect">
            <a:avLst/>
          </a:prstGeom>
        </p:spPr>
      </p:pic>
      <p:sp>
        <p:nvSpPr>
          <p:cNvPr id="2" name="文本框 1"/>
          <p:cNvSpPr txBox="1"/>
          <p:nvPr/>
        </p:nvSpPr>
        <p:spPr>
          <a:xfrm>
            <a:off x="762797" y="3051843"/>
            <a:ext cx="3096259" cy="646331"/>
          </a:xfrm>
          <a:prstGeom prst="rect">
            <a:avLst/>
          </a:prstGeom>
          <a:noFill/>
        </p:spPr>
        <p:txBody>
          <a:bodyPr wrap="square" rtlCol="0">
            <a:spAutoFit/>
          </a:bodyPr>
          <a:lstStyle/>
          <a:p>
            <a:r>
              <a:rPr lang="en-US" altLang="zh-CN" sz="3600" b="1" dirty="0">
                <a:solidFill>
                  <a:schemeClr val="bg1"/>
                </a:solidFill>
                <a:latin typeface="仓耳渔阳体 W01" panose="02020400000000000000" pitchFamily="18" charset="-122"/>
                <a:ea typeface="仓耳渔阳体 W01" panose="02020400000000000000" pitchFamily="18" charset="-122"/>
              </a:rPr>
              <a:t>Powered by</a:t>
            </a:r>
            <a:endParaRPr lang="zh-CN" altLang="en-US" sz="3600" b="1" dirty="0">
              <a:solidFill>
                <a:schemeClr val="bg1"/>
              </a:solidFill>
              <a:latin typeface="仓耳渔阳体 W01" panose="02020400000000000000" pitchFamily="18" charset="-122"/>
              <a:ea typeface="仓耳渔阳体 W01" panose="02020400000000000000" pitchFamily="18" charset="-122"/>
            </a:endParaRPr>
          </a:p>
        </p:txBody>
      </p:sp>
      <p:sp>
        <p:nvSpPr>
          <p:cNvPr id="9" name="文本框 8"/>
          <p:cNvSpPr txBox="1"/>
          <p:nvPr/>
        </p:nvSpPr>
        <p:spPr>
          <a:xfrm>
            <a:off x="6082502"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定制</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3" name="矩形 2"/>
          <p:cNvSpPr/>
          <p:nvPr/>
        </p:nvSpPr>
        <p:spPr>
          <a:xfrm>
            <a:off x="5080955" y="1864461"/>
            <a:ext cx="45719" cy="3102372"/>
          </a:xfrm>
          <a:prstGeom prst="rect">
            <a:avLst/>
          </a:prstGeom>
          <a:solidFill>
            <a:schemeClr val="bg1">
              <a:lumMod val="95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d478f7094672435c">
            <a:extLst>
              <a:ext uri="{28A0092B-C50C-407E-A947-70E740481C1C}">
                <a14:useLocalDpi xmlns:a14="http://schemas.microsoft.com/office/drawing/2010/main" val="0"/>
              </a:ext>
            </a:extLst>
          </a:blip>
          <a:stretch>
            <a:fillRect/>
          </a:stretch>
        </p:blipFill>
        <p:spPr>
          <a:xfrm>
            <a:off x="5724696" y="2021301"/>
            <a:ext cx="2681263" cy="2674457"/>
          </a:xfrm>
          <a:prstGeom prst="rect">
            <a:avLst/>
          </a:prstGeom>
        </p:spPr>
      </p:pic>
      <p:pic>
        <p:nvPicPr>
          <p:cNvPr id="10" name="图片 9"/>
          <p:cNvPicPr>
            <a:picLocks noChangeAspect="1"/>
          </p:cNvPicPr>
          <p:nvPr/>
        </p:nvPicPr>
        <p:blipFill>
          <a:blip r:embed="R79ca12dc704f4c33">
            <a:extLst>
              <a:ext uri="{28A0092B-C50C-407E-A947-70E740481C1C}">
                <a14:useLocalDpi xmlns:a14="http://schemas.microsoft.com/office/drawing/2010/main" val="0"/>
              </a:ext>
            </a:extLst>
          </a:blip>
          <a:stretch>
            <a:fillRect/>
          </a:stretch>
        </p:blipFill>
        <p:spPr>
          <a:xfrm>
            <a:off x="8610918" y="2021301"/>
            <a:ext cx="2674457" cy="2674457"/>
          </a:xfrm>
          <a:prstGeom prst="rect">
            <a:avLst/>
          </a:prstGeom>
        </p:spPr>
      </p:pic>
      <p:sp>
        <p:nvSpPr>
          <p:cNvPr id="11" name="文本框 10"/>
          <p:cNvSpPr txBox="1"/>
          <p:nvPr/>
        </p:nvSpPr>
        <p:spPr>
          <a:xfrm>
            <a:off x="8825793"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下载</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4" name="文本框 3"/>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mc:AlternateContent xmlns:mc="http://schemas.openxmlformats.org/markup-compatibility/2006" xmlns:p14="http://schemas.microsoft.com/office/powerpoint/2010/main">
        <mc:Choice Requires="p14">
          <p:contentPart p14:bwMode="auto" r:id="R3ff43304fcf14286">
            <p14:nvContentPartPr>
              <p14:cNvPr id="8" name="墨迹 7"/>
              <p14:cNvContentPartPr/>
              <p14:nvPr/>
            </p14:nvContentPartPr>
            <p14:xfrm>
              <a:off x="907950" y="-825390"/>
              <a:ext cx="360" cy="360"/>
            </p14:xfrm>
          </p:contentPart>
        </mc:Choice>
        <mc:Fallback xmlns="">
          <p:pic>
            <p:nvPicPr>
              <p:cNvPr id="8" name="墨迹 7"/>
            </p:nvPicPr>
            <p:blipFill>
              <a:blip r:embed="Rc266e13c39624efc"/>
            </p:blipFill>
            <p:spPr>
              <a:xfrm>
                <a:off x="907950" y="-825390"/>
                <a:ext cx="360" cy="360"/>
              </a:xfrm>
              <a:prstGeom prst="rect"/>
            </p:spPr>
          </p:pic>
        </mc:Fallback>
      </mc:AlternateContent>
      <mc:AlternateContent xmlns:mc="http://schemas.openxmlformats.org/markup-compatibility/2006" xmlns:p14="http://schemas.microsoft.com/office/powerpoint/2010/main">
        <mc:Choice Requires="p14">
          <p:contentPart p14:bwMode="auto" r:id="Rb78a544e400b4825">
            <p14:nvContentPartPr>
              <p14:cNvPr id="13" name="墨迹 12"/>
              <p14:cNvContentPartPr/>
              <p14:nvPr/>
            </p14:nvContentPartPr>
            <p14:xfrm>
              <a:off x="1130070" y="-939870"/>
              <a:ext cx="360" cy="360"/>
            </p14:xfrm>
          </p:contentPart>
        </mc:Choice>
        <mc:Fallback xmlns="">
          <p:pic>
            <p:nvPicPr>
              <p:cNvPr id="13" name="墨迹 12"/>
            </p:nvPicPr>
            <p:blipFill>
              <a:blip r:embed="Rc266e13c39624efc"/>
            </p:blipFill>
            <p:spPr>
              <a:xfrm>
                <a:off x="1130070" y="-939870"/>
                <a:ext cx="360" cy="360"/>
              </a:xfrm>
              <a:prstGeom prst="rect"/>
            </p:spPr>
          </p:pic>
        </mc:Fallback>
      </mc:AlternateContent>
      <mc:AlternateContent xmlns:mc="http://schemas.openxmlformats.org/markup-compatibility/2006" xmlns:p14="http://schemas.microsoft.com/office/powerpoint/2010/main">
        <mc:Choice Requires="p14">
          <p:contentPart p14:bwMode="auto" r:id="R3ac47efeb14f43c5">
            <p14:nvContentPartPr>
              <p14:cNvPr id="14" name="墨迹 13"/>
              <p14:cNvContentPartPr/>
              <p14:nvPr/>
            </p14:nvContentPartPr>
            <p14:xfrm>
              <a:off x="768270" y="-768510"/>
              <a:ext cx="360" cy="360"/>
            </p14:xfrm>
          </p:contentPart>
        </mc:Choice>
        <mc:Fallback xmlns="">
          <p:pic>
            <p:nvPicPr>
              <p:cNvPr id="14" name="墨迹 13"/>
            </p:nvPicPr>
            <p:blipFill>
              <a:blip r:embed="Rc266e13c39624efc"/>
            </p:blipFill>
            <p:spPr>
              <a:xfrm>
                <a:off x="768270" y="-768510"/>
                <a:ext cx="360" cy="360"/>
              </a:xfrm>
              <a:prstGeom prst="rect"/>
            </p:spPr>
          </p:pic>
        </mc:Fallback>
      </mc:AlternateContent>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2457408" y="1563181"/>
            <a:ext cx="8048861" cy="2355132"/>
          </a:xfrm>
          <a:prstGeom prst="rect">
            <a:avLst/>
          </a:prstGeom>
          <a:noFill/>
        </p:spPr>
        <p:txBody>
          <a:bodyPr wrap="square" rtlCol="0">
            <a:spAutoFit/>
          </a:bodyPr>
          <a:lstStyle/>
          <a:p>
            <a:r>
              <a:rPr lang="zh-CN" altLang="en-US" sz="2400" dirty="0">
                <a:latin typeface="思源黑体 CN Normal" panose="020B0400000000000000" pitchFamily="34" charset="-122"/>
                <a:ea typeface="思源黑体 CN Normal" panose="020B0400000000000000" pitchFamily="34" charset="-122"/>
              </a:rPr>
              <a:t>提示：</a:t>
            </a:r>
            <a:endParaRPr lang="en-US" altLang="zh-CN" sz="2400" dirty="0">
              <a:latin typeface="思源黑体 CN Normal" panose="020B0400000000000000" pitchFamily="34" charset="-122"/>
              <a:ea typeface="思源黑体 CN Normal" panose="020B0400000000000000" pitchFamily="34" charset="-122"/>
            </a:endParaRPr>
          </a:p>
          <a:p>
            <a:endParaRPr lang="en-US" altLang="zh-CN" dirty="0">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此文件仅供您在内部团队交流学习交流之用，</a:t>
            </a:r>
            <a:r>
              <a:rPr lang="zh-CN" altLang="en-US" dirty="0">
                <a:solidFill>
                  <a:srgbClr val="FF0000"/>
                </a:solidFill>
                <a:latin typeface="思源黑体 CN Normal" panose="020B0400000000000000" pitchFamily="34" charset="-122"/>
                <a:ea typeface="思源黑体 CN Normal" panose="020B0400000000000000" pitchFamily="34" charset="-122"/>
              </a:rPr>
              <a:t>严禁</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在其他公共领域传播或商用。如果因为您将本站资源用于其他用途而引起的纠纷，本站不负任何责任</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部分页面仅有一行过渡文字，如不需要请删除</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文档正文字体为：思源等宽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SourceHanMonoSC</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-Light)</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MiSans</a:t>
            </a:r>
            <a:r>
              <a:rPr lang="en-US" altLang="zh-CN" dirty="0">
                <a:solidFill>
                  <a:srgbClr val="212529"/>
                </a:solidFill>
                <a:latin typeface="Helvetica Neue"/>
              </a:rPr>
              <a:t>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Normal</a:t>
            </a:r>
          </a:p>
        </p:txBody>
      </p:sp>
      <p:sp>
        <p:nvSpPr>
          <p:cNvPr id="2" name="文本框 1"/>
          <p:cNvSpPr txBox="1"/>
          <p:nvPr/>
        </p:nvSpPr>
        <p:spPr>
          <a:xfrm>
            <a:off x="2457409" y="4417013"/>
            <a:ext cx="5277798" cy="369332"/>
          </a:xfrm>
          <a:prstGeom prst="rect">
            <a:avLst/>
          </a:prstGeom>
          <a:noFill/>
        </p:spPr>
        <p:txBody>
          <a:bodyPr wrap="square" rtlCol="0">
            <a:spAutoFit/>
          </a:bodyPr>
          <a:lstStyle/>
          <a:p>
            <a:r>
              <a:rPr lang="zh-CN" altLang="en-US" dirty="0">
                <a:hlinkClick r:id="Rc34056d2da9b449f8c4e33a3f62df23b"/>
              </a:rPr>
              <a:t>部分字体来源于</a:t>
            </a:r>
            <a:r>
              <a:rPr lang="en-US" altLang="zh-CN" dirty="0">
                <a:hlinkClick r:id="Rc34056d2da9b449f8c4e33a3f62df23b"/>
              </a:rPr>
              <a:t>100font.com  </a:t>
            </a:r>
            <a:r>
              <a:rPr lang="zh-CN" altLang="en-US" dirty="0">
                <a:hlinkClick r:id="Rc34056d2da9b449f8c4e33a3f62df23b"/>
              </a:rPr>
              <a:t>点击此链接下载字体</a:t>
            </a:r>
            <a:endParaRPr lang="zh-CN" altLang="en-US" dirty="0"/>
          </a:p>
        </p:txBody>
      </p:sp>
      <p:sp>
        <p:nvSpPr>
          <p:cNvPr id="6" name="文本框 5"/>
          <p:cNvSpPr txBox="1"/>
          <p:nvPr/>
        </p:nvSpPr>
        <p:spPr>
          <a:xfrm>
            <a:off x="2457409" y="4822886"/>
            <a:ext cx="7017821" cy="369332"/>
          </a:xfrm>
          <a:prstGeom prst="rect">
            <a:avLst/>
          </a:prstGeom>
          <a:noFill/>
        </p:spPr>
        <p:txBody>
          <a:bodyPr wrap="square" rtlCol="0">
            <a:spAutoFit/>
          </a:bodyPr>
          <a:lstStyle/>
          <a:p>
            <a:r>
              <a:rPr lang="zh-CN" altLang="en-US" dirty="0">
                <a:hlinkClick r:id="R6da1039b09df4920b3c9f38c8dc6a55d"/>
              </a:rPr>
              <a:t>部分图标来源于</a:t>
            </a:r>
            <a:r>
              <a:rPr lang="en-US" altLang="zh-CN" dirty="0">
                <a:hlinkClick r:id="R6da1039b09df4920b3c9f38c8dc6a55d"/>
              </a:rPr>
              <a:t>Storyset.com </a:t>
            </a:r>
            <a:r>
              <a:rPr lang="zh-CN" altLang="en-US" dirty="0">
                <a:hlinkClick r:id="R6da1039b09df4920b3c9f38c8dc6a55d"/>
              </a:rPr>
              <a:t>点击此链接获取图标</a:t>
            </a:r>
            <a:endParaRPr lang="zh-CN" altLang="en-US" dirty="0"/>
          </a:p>
        </p:txBody>
      </p:sp>
      <p:sp>
        <p:nvSpPr>
          <p:cNvPr id="3" name="文本框 2">
            <a:extLst>
              <a:ext uri="{FF2B5EF4-FFF2-40B4-BE49-F238E27FC236}">
                <a16:creationId xmlns:a16="http://schemas.microsoft.com/office/drawing/2014/main" id="{DB88FEA3-84DD-A730-1816-8BF7FBF369D7}"/>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docProps/app.xml><?xml version="1.0" encoding="utf-8"?>
<Properties xmlns="http://schemas.openxmlformats.org/officeDocument/2006/extended-properties" xmlns:vt="http://schemas.openxmlformats.org/officeDocument/2006/docPropsVTypes">
  <Template>1</Template>
  <TotalTime>237</TotalTime>
  <Words>1509</Words>
  <Application>Microsoft Office PowerPoint</Application>
  <PresentationFormat>宽屏</PresentationFormat>
  <Paragraphs>124</Paragraphs>
  <Slides>29</Slides>
  <Notes>29</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29</vt:i4>
      </vt:variant>
    </vt:vector>
  </HeadingPairs>
  <TitlesOfParts>
    <vt:vector size="37" baseType="lpstr">
      <vt:lpstr>Alibaba PuHuiTi</vt:lpstr>
      <vt:lpstr>阿里巴巴普惠体 Medium</vt:lpstr>
      <vt:lpstr>微软雅黑</vt:lpstr>
      <vt:lpstr>Arial</vt:lpstr>
      <vt:lpstr>Calibri</vt:lpstr>
      <vt:lpstr>Wingdings</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金融</dc:title>
  <dc:creator>第一PPT</dc:creator>
  <cp:keywords>www.1ppt.com</cp:keywords>
  <dc:description>www.1ppt.com</dc:description>
  <cp:lastModifiedBy>JP Liu</cp:lastModifiedBy>
  <cp:revision>14</cp:revision>
  <dcterms:created xsi:type="dcterms:W3CDTF">2022-02-18T08:32:46Z</dcterms:created>
  <dcterms:modified xsi:type="dcterms:W3CDTF">2025-04-28T04:06:08Z</dcterms:modified>
</cp:coreProperties>
</file>