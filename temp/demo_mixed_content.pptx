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图文混排示例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/>
            </a:pPr>
            <a:r>
              <a:t>第一段：这是产品介绍的开篇，介绍背景和核心价值。</a:t>
            </a:r>
          </a:p>
        </p:txBody>
      </p:sp>
      <p:pic>
        <p:nvPicPr>
          <p:cNvPr id="4" name="Picture 3" descr="te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39"/>
            <a:ext cx="8229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/>
            </a:pPr>
            <a:r>
              <a:t>第二段：详细说明产品的主要功能和技术特点。</a:t>
            </a:r>
          </a:p>
        </p:txBody>
      </p:sp>
      <p:pic>
        <p:nvPicPr>
          <p:cNvPr id="6" name="Picture 5" descr="tes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0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