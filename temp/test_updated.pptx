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季度销售数据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70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季度销售数据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140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</c:v>
                </c:pt>
                <c:pt idx="1">
                  <c:v>90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